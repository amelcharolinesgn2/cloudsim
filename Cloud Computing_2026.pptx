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2"/>
  </p:notesMasterIdLst>
  <p:sldIdLst>
    <p:sldId id="339" r:id="rId2"/>
    <p:sldId id="373" r:id="rId3"/>
    <p:sldId id="375" r:id="rId4"/>
    <p:sldId id="377" r:id="rId5"/>
    <p:sldId id="378" r:id="rId6"/>
    <p:sldId id="379" r:id="rId7"/>
    <p:sldId id="380" r:id="rId8"/>
    <p:sldId id="381" r:id="rId9"/>
    <p:sldId id="382" r:id="rId10"/>
    <p:sldId id="383" r:id="rId11"/>
    <p:sldId id="384" r:id="rId12"/>
    <p:sldId id="385" r:id="rId13"/>
    <p:sldId id="386" r:id="rId14"/>
    <p:sldId id="387" r:id="rId15"/>
    <p:sldId id="388" r:id="rId16"/>
    <p:sldId id="389" r:id="rId17"/>
    <p:sldId id="340" r:id="rId18"/>
    <p:sldId id="341" r:id="rId19"/>
    <p:sldId id="342" r:id="rId20"/>
    <p:sldId id="343" r:id="rId21"/>
    <p:sldId id="344" r:id="rId22"/>
    <p:sldId id="345" r:id="rId23"/>
    <p:sldId id="346" r:id="rId24"/>
    <p:sldId id="347" r:id="rId25"/>
    <p:sldId id="348" r:id="rId26"/>
    <p:sldId id="349" r:id="rId27"/>
    <p:sldId id="350" r:id="rId28"/>
    <p:sldId id="351" r:id="rId29"/>
    <p:sldId id="352" r:id="rId30"/>
    <p:sldId id="353" r:id="rId31"/>
    <p:sldId id="354" r:id="rId32"/>
    <p:sldId id="355" r:id="rId33"/>
    <p:sldId id="356" r:id="rId34"/>
    <p:sldId id="357" r:id="rId35"/>
    <p:sldId id="358" r:id="rId36"/>
    <p:sldId id="359" r:id="rId37"/>
    <p:sldId id="360" r:id="rId38"/>
    <p:sldId id="361" r:id="rId39"/>
    <p:sldId id="362" r:id="rId40"/>
    <p:sldId id="363" r:id="rId41"/>
    <p:sldId id="364" r:id="rId42"/>
    <p:sldId id="365" r:id="rId43"/>
    <p:sldId id="366" r:id="rId44"/>
    <p:sldId id="367" r:id="rId45"/>
    <p:sldId id="368" r:id="rId46"/>
    <p:sldId id="369" r:id="rId47"/>
    <p:sldId id="370" r:id="rId48"/>
    <p:sldId id="371" r:id="rId49"/>
    <p:sldId id="372" r:id="rId50"/>
    <p:sldId id="374"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nuel Fradinho" initials="M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DFF"/>
    <a:srgbClr val="00B2A5"/>
    <a:srgbClr val="00D9C7"/>
    <a:srgbClr val="73FDD6"/>
    <a:srgbClr val="FF40FF"/>
    <a:srgbClr val="A92C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79922" autoAdjust="0"/>
  </p:normalViewPr>
  <p:slideViewPr>
    <p:cSldViewPr snapToGrid="0">
      <p:cViewPr>
        <p:scale>
          <a:sx n="100" d="100"/>
          <a:sy n="100" d="100"/>
        </p:scale>
        <p:origin x="-3108" y="-82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A3E45-57A9-44A4-8D02-ECC452318D6C}"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32A1-099D-4B50-B749-7C373A0D848E}" type="slidenum">
              <a:rPr lang="en-US" smtClean="0"/>
              <a:t>‹#›</a:t>
            </a:fld>
            <a:endParaRPr lang="en-US"/>
          </a:p>
        </p:txBody>
      </p:sp>
    </p:spTree>
    <p:extLst>
      <p:ext uri="{BB962C8B-B14F-4D97-AF65-F5344CB8AC3E}">
        <p14:creationId xmlns:p14="http://schemas.microsoft.com/office/powerpoint/2010/main" val="2638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github.com/Arikatakur" TargetMode="External"/><Relationship Id="rId3" Type="http://schemas.openxmlformats.org/officeDocument/2006/relationships/hyperlink" Target="https://github.com/yetanalytics/datasim" TargetMode="External"/><Relationship Id="rId7" Type="http://schemas.openxmlformats.org/officeDocument/2006/relationships/hyperlink" Target="https://github.com/ShubhankarKulkarni/MIL-STD-1553-Simulator/blob/master/Remote_Terminal/RT_Simulator.py"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github.com/ShubhankarKulkarni/MIL-STD-1553-Simulator/blob/master/Bus_Controller/BC_Simulator.py" TargetMode="External"/><Relationship Id="rId11" Type="http://schemas.openxmlformats.org/officeDocument/2006/relationships/hyperlink" Target="https://www.wireshark.org/" TargetMode="External"/><Relationship Id="rId5" Type="http://schemas.openxmlformats.org/officeDocument/2006/relationships/hyperlink" Target="https://www.altadt.com/download/mil-std-1553-tutorial-and-reference/" TargetMode="External"/><Relationship Id="rId10" Type="http://schemas.openxmlformats.org/officeDocument/2006/relationships/hyperlink" Target="https://iperf.fr/" TargetMode="External"/><Relationship Id="rId4" Type="http://schemas.openxmlformats.org/officeDocument/2006/relationships/hyperlink" Target="https://github.com/Slygriyrsk/quantum-communication-simulator" TargetMode="External"/><Relationship Id="rId9" Type="http://schemas.openxmlformats.org/officeDocument/2006/relationships/hyperlink" Target="https://github.com/Arikatakur/Network-Transmission-Simulator"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data communication simulator</a:t>
            </a:r>
          </a:p>
          <a:p>
            <a:r>
              <a:rPr lang="en-US" sz="1200" kern="1200" dirty="0" smtClean="0">
                <a:solidFill>
                  <a:schemeClr val="tx1"/>
                </a:solidFill>
                <a:effectLst/>
                <a:latin typeface="+mn-lt"/>
                <a:ea typeface="+mn-ea"/>
                <a:cs typeface="+mn-cs"/>
              </a:rPr>
              <a:t> </a:t>
            </a:r>
          </a:p>
          <a:p>
            <a:r>
              <a:rPr lang="en-US" sz="1200" u="sng" kern="1200" dirty="0" smtClean="0">
                <a:solidFill>
                  <a:schemeClr val="tx1"/>
                </a:solidFill>
                <a:effectLst/>
                <a:latin typeface="+mn-lt"/>
                <a:ea typeface="+mn-ea"/>
                <a:cs typeface="+mn-cs"/>
                <a:hlinkClick r:id="rId3"/>
              </a:rPr>
              <a:t>https://github.com/yetanalytics/datasim</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Quantum Communication Simulator</a:t>
            </a:r>
          </a:p>
          <a:p>
            <a:r>
              <a:rPr lang="en-US" sz="1200" u="sng" kern="1200" dirty="0" smtClean="0">
                <a:solidFill>
                  <a:schemeClr val="tx1"/>
                </a:solidFill>
                <a:effectLst/>
                <a:latin typeface="+mn-lt"/>
                <a:ea typeface="+mn-ea"/>
                <a:cs typeface="+mn-cs"/>
                <a:hlinkClick r:id="rId4"/>
              </a:rPr>
              <a:t>https://github.com/Slygriyrsk/quantum-communication-simulator</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MIL-STD-1553-Simulator</a:t>
            </a:r>
          </a:p>
          <a:p>
            <a:r>
              <a:rPr lang="en-US" sz="1200" kern="1200" dirty="0" smtClean="0">
                <a:solidFill>
                  <a:schemeClr val="tx1"/>
                </a:solidFill>
                <a:effectLst/>
                <a:latin typeface="+mn-lt"/>
                <a:ea typeface="+mn-ea"/>
                <a:cs typeface="+mn-cs"/>
              </a:rPr>
              <a:t>MIL-STD-1553 is a serial communication protocol that is used in </a:t>
            </a:r>
            <a:r>
              <a:rPr lang="en-US" sz="1200" kern="1200" dirty="0" err="1" smtClean="0">
                <a:solidFill>
                  <a:schemeClr val="tx1"/>
                </a:solidFill>
                <a:effectLst/>
                <a:latin typeface="+mn-lt"/>
                <a:ea typeface="+mn-ea"/>
                <a:cs typeface="+mn-cs"/>
              </a:rPr>
              <a:t>spacecrafts</a:t>
            </a:r>
            <a:r>
              <a:rPr lang="en-US" sz="1200" kern="1200" dirty="0" smtClean="0">
                <a:solidFill>
                  <a:schemeClr val="tx1"/>
                </a:solidFill>
                <a:effectLst/>
                <a:latin typeface="+mn-lt"/>
                <a:ea typeface="+mn-ea"/>
                <a:cs typeface="+mn-cs"/>
              </a:rPr>
              <a:t> for internal communication. A spacecraft consists of various components like main computer, star tracker, fly wheel, temperature sensor, cameras (also called as Remote Terminals) etc. The main computer needs to communicate with all the other peripherals to get the data and send it to ground station for further processing. This internal communication is done by a serial bus called MIL-STD-1553. This repository contains a simulation for this protocol. It can be used to create any space applications by importing the simulator into your code.</a:t>
            </a:r>
          </a:p>
          <a:p>
            <a:r>
              <a:rPr lang="en-US" sz="1200" kern="1200" dirty="0" smtClean="0">
                <a:solidFill>
                  <a:schemeClr val="tx1"/>
                </a:solidFill>
                <a:effectLst/>
                <a:latin typeface="+mn-lt"/>
                <a:ea typeface="+mn-ea"/>
                <a:cs typeface="+mn-cs"/>
              </a:rPr>
              <a:t>MIL-STD-1553 has Bus Controller that orchestrates the transmission and reception of data on the serial bus. It always initiates the communication and commands Remote Terminal for sending or receiving data. Only one node or Remote Terminal can send data on the bus at a given moment when ordered by the Bus Controller. The details of the protocol can be found in </a:t>
            </a:r>
            <a:r>
              <a:rPr lang="en-US" sz="1200" u="sng" kern="1200" dirty="0" smtClean="0">
                <a:solidFill>
                  <a:schemeClr val="tx1"/>
                </a:solidFill>
                <a:effectLst/>
                <a:latin typeface="+mn-lt"/>
                <a:ea typeface="+mn-ea"/>
                <a:cs typeface="+mn-cs"/>
                <a:hlinkClick r:id="rId5"/>
              </a:rPr>
              <a:t>MIL-STD-1553 Tutorial and Reference</a:t>
            </a:r>
            <a:r>
              <a:rPr lang="en-US" sz="1200" kern="1200" dirty="0" smtClean="0">
                <a:solidFill>
                  <a:schemeClr val="tx1"/>
                </a:solidFill>
                <a:effectLst/>
                <a:latin typeface="+mn-lt"/>
                <a:ea typeface="+mn-ea"/>
                <a:cs typeface="+mn-cs"/>
              </a:rPr>
              <a:t> document by Alta </a:t>
            </a:r>
            <a:r>
              <a:rPr lang="en-US" sz="1200" kern="1200" dirty="0" err="1" smtClean="0">
                <a:solidFill>
                  <a:schemeClr val="tx1"/>
                </a:solidFill>
                <a:effectLst/>
                <a:latin typeface="+mn-lt"/>
                <a:ea typeface="+mn-ea"/>
                <a:cs typeface="+mn-cs"/>
              </a:rPr>
              <a:t>dt.</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About This Repository:</a:t>
            </a:r>
          </a:p>
          <a:p>
            <a:r>
              <a:rPr lang="en-US" sz="1200" kern="1200" dirty="0" smtClean="0">
                <a:solidFill>
                  <a:schemeClr val="tx1"/>
                </a:solidFill>
                <a:effectLst/>
                <a:latin typeface="+mn-lt"/>
                <a:ea typeface="+mn-ea"/>
                <a:cs typeface="+mn-cs"/>
              </a:rPr>
              <a:t>This repository segregated based on various components that are described in the MIL-STD-1553 standard. Two of the most important components are Bus Controller and Remote Terminals. For a small network, one serial bus can handle up to 31 remote terminals and one bus controller. This repository is divided into two parts. Bus Controller Simulator and Remote Terminal Simulator. Both the components have separate set of functionalities.</a:t>
            </a:r>
          </a:p>
          <a:p>
            <a:pPr lvl="0"/>
            <a:r>
              <a:rPr lang="en-US" sz="1200" u="sng" kern="1200" dirty="0" smtClean="0">
                <a:solidFill>
                  <a:schemeClr val="tx1"/>
                </a:solidFill>
                <a:effectLst/>
                <a:latin typeface="+mn-lt"/>
                <a:ea typeface="+mn-ea"/>
                <a:cs typeface="+mn-cs"/>
                <a:hlinkClick r:id="rId6"/>
              </a:rPr>
              <a:t>Bus Controller Simulator</a:t>
            </a:r>
            <a:r>
              <a:rPr lang="en-US" sz="1200" kern="1200" dirty="0" smtClean="0">
                <a:solidFill>
                  <a:schemeClr val="tx1"/>
                </a:solidFill>
                <a:effectLst/>
                <a:latin typeface="+mn-lt"/>
                <a:ea typeface="+mn-ea"/>
                <a:cs typeface="+mn-cs"/>
              </a:rPr>
              <a:t> : This simulator is responsible to understand the requirements from the Flight Software or Spacecraft computer and send commands and data to Remote Terminal.</a:t>
            </a:r>
          </a:p>
          <a:p>
            <a:pPr lvl="0"/>
            <a:r>
              <a:rPr lang="en-US" sz="1200" u="sng" kern="1200" dirty="0" smtClean="0">
                <a:solidFill>
                  <a:schemeClr val="tx1"/>
                </a:solidFill>
                <a:effectLst/>
                <a:latin typeface="+mn-lt"/>
                <a:ea typeface="+mn-ea"/>
                <a:cs typeface="+mn-cs"/>
                <a:hlinkClick r:id="rId7"/>
              </a:rPr>
              <a:t>Remote Terminal Simulator</a:t>
            </a:r>
            <a:r>
              <a:rPr lang="en-US" sz="1200" kern="1200" dirty="0" smtClean="0">
                <a:solidFill>
                  <a:schemeClr val="tx1"/>
                </a:solidFill>
                <a:effectLst/>
                <a:latin typeface="+mn-lt"/>
                <a:ea typeface="+mn-ea"/>
                <a:cs typeface="+mn-cs"/>
              </a:rPr>
              <a:t> : This simulator is responsible for understanding the commands or data </a:t>
            </a:r>
            <a:r>
              <a:rPr lang="en-US" sz="1200" kern="1200" dirty="0" err="1" smtClean="0">
                <a:solidFill>
                  <a:schemeClr val="tx1"/>
                </a:solidFill>
                <a:effectLst/>
                <a:latin typeface="+mn-lt"/>
                <a:ea typeface="+mn-ea"/>
                <a:cs typeface="+mn-cs"/>
              </a:rPr>
              <a:t>comming</a:t>
            </a:r>
            <a:r>
              <a:rPr lang="en-US" sz="1200" kern="1200" dirty="0" smtClean="0">
                <a:solidFill>
                  <a:schemeClr val="tx1"/>
                </a:solidFill>
                <a:effectLst/>
                <a:latin typeface="+mn-lt"/>
                <a:ea typeface="+mn-ea"/>
                <a:cs typeface="+mn-cs"/>
              </a:rPr>
              <a:t> from the Bus Controller and send status and data based on the requirements sent by the Bus Controller.</a:t>
            </a:r>
          </a:p>
          <a:p>
            <a:r>
              <a:rPr lang="en-US" sz="1200" b="1" kern="1200" dirty="0" smtClean="0">
                <a:solidFill>
                  <a:schemeClr val="tx1"/>
                </a:solidFill>
                <a:effectLst/>
                <a:latin typeface="+mn-lt"/>
                <a:ea typeface="+mn-ea"/>
                <a:cs typeface="+mn-cs"/>
              </a:rPr>
              <a:t>How To Use This Simulator</a:t>
            </a:r>
          </a:p>
          <a:p>
            <a:r>
              <a:rPr lang="en-US" sz="1200" kern="1200" dirty="0" smtClean="0">
                <a:solidFill>
                  <a:schemeClr val="tx1"/>
                </a:solidFill>
                <a:effectLst/>
                <a:latin typeface="+mn-lt"/>
                <a:ea typeface="+mn-ea"/>
                <a:cs typeface="+mn-cs"/>
              </a:rPr>
              <a:t>https://github.com/ShubhankarKulkarni/MIL-STD-1553-Simulator</a:t>
            </a:r>
          </a:p>
          <a:p>
            <a:r>
              <a:rPr lang="en-US" sz="1200" kern="1200" dirty="0" smtClean="0">
                <a:solidFill>
                  <a:schemeClr val="tx1"/>
                </a:solidFill>
                <a:effectLst/>
                <a:latin typeface="+mn-lt"/>
                <a:ea typeface="+mn-ea"/>
                <a:cs typeface="+mn-cs"/>
              </a:rPr>
              <a:t>This simulator uses </a:t>
            </a:r>
            <a:r>
              <a:rPr lang="en-US" sz="1200" kern="1200" dirty="0" err="1" smtClean="0">
                <a:solidFill>
                  <a:schemeClr val="tx1"/>
                </a:solidFill>
                <a:effectLst/>
                <a:latin typeface="+mn-lt"/>
                <a:ea typeface="+mn-ea"/>
                <a:cs typeface="+mn-cs"/>
              </a:rPr>
              <a:t>ethernet</a:t>
            </a:r>
            <a:r>
              <a:rPr lang="en-US" sz="1200" kern="1200" dirty="0" smtClean="0">
                <a:solidFill>
                  <a:schemeClr val="tx1"/>
                </a:solidFill>
                <a:effectLst/>
                <a:latin typeface="+mn-lt"/>
                <a:ea typeface="+mn-ea"/>
                <a:cs typeface="+mn-cs"/>
              </a:rPr>
              <a:t> communication instead of the actual physical communication that is mentioned in the </a:t>
            </a:r>
            <a:r>
              <a:rPr lang="en-US" sz="1200" kern="1200" dirty="0" err="1" smtClean="0">
                <a:solidFill>
                  <a:schemeClr val="tx1"/>
                </a:solidFill>
                <a:effectLst/>
                <a:latin typeface="+mn-lt"/>
                <a:ea typeface="+mn-ea"/>
                <a:cs typeface="+mn-cs"/>
              </a:rPr>
              <a:t>standars</a:t>
            </a:r>
            <a:r>
              <a:rPr lang="en-US" sz="1200" kern="1200" dirty="0" smtClean="0">
                <a:solidFill>
                  <a:schemeClr val="tx1"/>
                </a:solidFill>
                <a:effectLst/>
                <a:latin typeface="+mn-lt"/>
                <a:ea typeface="+mn-ea"/>
                <a:cs typeface="+mn-cs"/>
              </a:rPr>
              <a:t>. The standard is developed taking harsh and noisy conditions into account. The simulator majorly focuses on data layer of the standard. Based on this, you can either deploy both the simulators on the same machine and test it over the local loopback or you can deploy separate simulators on separate machines in a single subnet or same network.</a:t>
            </a:r>
          </a:p>
          <a:p>
            <a:r>
              <a:rPr lang="en-US" sz="1200" kern="1200" dirty="0" smtClean="0">
                <a:solidFill>
                  <a:schemeClr val="tx1"/>
                </a:solidFill>
                <a:effectLst/>
                <a:latin typeface="+mn-lt"/>
                <a:ea typeface="+mn-ea"/>
                <a:cs typeface="+mn-cs"/>
              </a:rPr>
              <a:t>You can run the following commands to run the simulators</a:t>
            </a:r>
          </a:p>
          <a:p>
            <a:pPr lvl="0"/>
            <a:r>
              <a:rPr lang="en-US" sz="1200" kern="1200" dirty="0" smtClean="0">
                <a:solidFill>
                  <a:schemeClr val="tx1"/>
                </a:solidFill>
                <a:effectLst/>
                <a:latin typeface="+mn-lt"/>
                <a:ea typeface="+mn-ea"/>
                <a:cs typeface="+mn-cs"/>
              </a:rPr>
              <a:t>python BC_Simulator.py</a:t>
            </a:r>
          </a:p>
          <a:p>
            <a:pPr lvl="0"/>
            <a:r>
              <a:rPr lang="en-US" sz="1200" kern="1200" dirty="0" smtClean="0">
                <a:solidFill>
                  <a:schemeClr val="tx1"/>
                </a:solidFill>
                <a:effectLst/>
                <a:latin typeface="+mn-lt"/>
                <a:ea typeface="+mn-ea"/>
                <a:cs typeface="+mn-cs"/>
              </a:rPr>
              <a:t>python RT_Simulator.py</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Or you can uncomment a section of code in Simulator.py that creates threads for Bus Controller Simulator and Remote Terminal Simulator and then run the following command</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Simulator.py only provides an example of how you can use BC and RT simulators. You can replace Simulator.py by any space application that needs to transfer any data using MIL-STD-1553. Apart from that, this whole repository is developed as a module. So, you can simply clone the repository into your application and can import it.</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u="none" strike="noStrike" kern="1200" dirty="0" err="1" smtClean="0">
                <a:solidFill>
                  <a:schemeClr val="tx1"/>
                </a:solidFill>
                <a:effectLst/>
                <a:latin typeface="+mn-lt"/>
                <a:ea typeface="+mn-ea"/>
                <a:cs typeface="+mn-cs"/>
                <a:hlinkClick r:id="rId8"/>
              </a:rPr>
              <a:t>Arikatakur</a:t>
            </a:r>
            <a:r>
              <a:rPr lang="en-US" sz="1200" kern="1200" dirty="0" smtClean="0">
                <a:solidFill>
                  <a:schemeClr val="tx1"/>
                </a:solidFill>
                <a:effectLst/>
                <a:latin typeface="+mn-lt"/>
                <a:ea typeface="+mn-ea"/>
                <a:cs typeface="+mn-cs"/>
              </a:rPr>
              <a:t>/</a:t>
            </a:r>
            <a:r>
              <a:rPr lang="en-US" sz="1200" b="1" u="none" strike="noStrike" kern="1200" dirty="0" smtClean="0">
                <a:solidFill>
                  <a:schemeClr val="tx1"/>
                </a:solidFill>
                <a:effectLst/>
                <a:latin typeface="+mn-lt"/>
                <a:ea typeface="+mn-ea"/>
                <a:cs typeface="+mn-cs"/>
                <a:hlinkClick r:id="rId9"/>
              </a:rPr>
              <a:t>Network-Transmission-Simulator</a:t>
            </a:r>
            <a:endParaRPr lang="en-US" sz="14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https://github.com/Arikatakur/Network-Transmission-Simulator</a:t>
            </a:r>
            <a:endParaRPr lang="en-US" sz="14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imulates</a:t>
            </a:r>
            <a:r>
              <a:rPr lang="en-US" sz="1200" kern="1200" dirty="0" smtClean="0">
                <a:solidFill>
                  <a:schemeClr val="tx1"/>
                </a:solidFill>
                <a:effectLst/>
                <a:latin typeface="+mn-lt"/>
                <a:ea typeface="+mn-ea"/>
                <a:cs typeface="+mn-cs"/>
              </a:rPr>
              <a:t> network data transmission using the Stop-and-Wait protocol with acknowledgment packets. It includes:</a:t>
            </a:r>
          </a:p>
          <a:p>
            <a:pPr lvl="0"/>
            <a:r>
              <a:rPr lang="en-US" sz="1200" b="1" kern="1200" dirty="0" smtClean="0">
                <a:solidFill>
                  <a:schemeClr val="tx1"/>
                </a:solidFill>
                <a:effectLst/>
                <a:latin typeface="+mn-lt"/>
                <a:ea typeface="+mn-ea"/>
                <a:cs typeface="+mn-cs"/>
              </a:rPr>
              <a:t>Theoretical Calculator</a:t>
            </a:r>
            <a:r>
              <a:rPr lang="en-US" sz="1200" kern="1200" dirty="0" smtClean="0">
                <a:solidFill>
                  <a:schemeClr val="tx1"/>
                </a:solidFill>
                <a:effectLst/>
                <a:latin typeface="+mn-lt"/>
                <a:ea typeface="+mn-ea"/>
                <a:cs typeface="+mn-cs"/>
              </a:rPr>
              <a:t>: Computes the time required to send a file under ideal conditions.</a:t>
            </a:r>
          </a:p>
          <a:p>
            <a:pPr lvl="0"/>
            <a:r>
              <a:rPr lang="en-US" sz="1200" b="1" kern="1200" dirty="0" smtClean="0">
                <a:solidFill>
                  <a:schemeClr val="tx1"/>
                </a:solidFill>
                <a:effectLst/>
                <a:latin typeface="+mn-lt"/>
                <a:ea typeface="+mn-ea"/>
                <a:cs typeface="+mn-cs"/>
              </a:rPr>
              <a:t>UDP File Transfer Tools</a:t>
            </a:r>
            <a:r>
              <a:rPr lang="en-US" sz="1200" kern="1200" dirty="0" smtClean="0">
                <a:solidFill>
                  <a:schemeClr val="tx1"/>
                </a:solidFill>
                <a:effectLst/>
                <a:latin typeface="+mn-lt"/>
                <a:ea typeface="+mn-ea"/>
                <a:cs typeface="+mn-cs"/>
              </a:rPr>
              <a:t>: Sends files over a network using UDP and logs transmission details.</a:t>
            </a:r>
          </a:p>
          <a:p>
            <a:pPr lvl="0"/>
            <a:r>
              <a:rPr lang="en-US" sz="1200" b="1" kern="1200" dirty="0" smtClean="0">
                <a:solidFill>
                  <a:schemeClr val="tx1"/>
                </a:solidFill>
                <a:effectLst/>
                <a:latin typeface="+mn-lt"/>
                <a:ea typeface="+mn-ea"/>
                <a:cs typeface="+mn-cs"/>
              </a:rPr>
              <a:t>Experimentation Framework</a:t>
            </a:r>
            <a:r>
              <a:rPr lang="en-US" sz="1200" kern="1200" dirty="0" smtClean="0">
                <a:solidFill>
                  <a:schemeClr val="tx1"/>
                </a:solidFill>
                <a:effectLst/>
                <a:latin typeface="+mn-lt"/>
                <a:ea typeface="+mn-ea"/>
                <a:cs typeface="+mn-cs"/>
              </a:rPr>
              <a:t>: Measures and compares theoretical vs. actual transmission times.</a:t>
            </a:r>
          </a:p>
          <a:p>
            <a:r>
              <a:rPr lang="en-US" sz="1200" b="1" kern="1200" dirty="0" smtClean="0">
                <a:solidFill>
                  <a:schemeClr val="tx1"/>
                </a:solidFill>
                <a:effectLst/>
                <a:latin typeface="+mn-lt"/>
                <a:ea typeface="+mn-ea"/>
                <a:cs typeface="+mn-cs"/>
              </a:rPr>
              <a:t>Features</a:t>
            </a:r>
          </a:p>
          <a:p>
            <a:pPr lvl="0"/>
            <a:r>
              <a:rPr lang="en-US" sz="1200" kern="1200" dirty="0" smtClean="0">
                <a:solidFill>
                  <a:schemeClr val="tx1"/>
                </a:solidFill>
                <a:effectLst/>
                <a:latin typeface="+mn-lt"/>
                <a:ea typeface="+mn-ea"/>
                <a:cs typeface="+mn-cs"/>
              </a:rPr>
              <a:t>Command-line interface for both theoretical calculations and actual file transmission.</a:t>
            </a:r>
          </a:p>
          <a:p>
            <a:pPr lvl="0"/>
            <a:r>
              <a:rPr lang="en-US" sz="1200" kern="1200" dirty="0" smtClean="0">
                <a:solidFill>
                  <a:schemeClr val="tx1"/>
                </a:solidFill>
                <a:effectLst/>
                <a:latin typeface="+mn-lt"/>
                <a:ea typeface="+mn-ea"/>
                <a:cs typeface="+mn-cs"/>
              </a:rPr>
              <a:t>Logs packet transmission details, acknowledgments, and final results.</a:t>
            </a:r>
          </a:p>
          <a:p>
            <a:pPr lvl="0"/>
            <a:r>
              <a:rPr lang="en-US" sz="1200" kern="1200" dirty="0" smtClean="0">
                <a:solidFill>
                  <a:schemeClr val="tx1"/>
                </a:solidFill>
                <a:effectLst/>
                <a:latin typeface="+mn-lt"/>
                <a:ea typeface="+mn-ea"/>
                <a:cs typeface="+mn-cs"/>
              </a:rPr>
              <a:t>Javadoc documentation for all classes and methods.</a:t>
            </a:r>
          </a:p>
          <a:p>
            <a:pPr lvl="0"/>
            <a:r>
              <a:rPr lang="en-US" sz="1200" kern="1200" dirty="0" smtClean="0">
                <a:solidFill>
                  <a:schemeClr val="tx1"/>
                </a:solidFill>
                <a:effectLst/>
                <a:latin typeface="+mn-lt"/>
                <a:ea typeface="+mn-ea"/>
                <a:cs typeface="+mn-cs"/>
              </a:rPr>
              <a:t>Test cases for robust verification.</a:t>
            </a:r>
          </a:p>
          <a:p>
            <a:r>
              <a:rPr lang="en-US" sz="1200" b="1" kern="1200" dirty="0" smtClean="0">
                <a:solidFill>
                  <a:schemeClr val="tx1"/>
                </a:solidFill>
                <a:effectLst/>
                <a:latin typeface="+mn-lt"/>
                <a:ea typeface="+mn-ea"/>
                <a:cs typeface="+mn-cs"/>
              </a:rPr>
              <a:t>Requirements</a:t>
            </a:r>
          </a:p>
          <a:p>
            <a:pPr lvl="0"/>
            <a:r>
              <a:rPr lang="en-US" sz="1200" b="1" kern="1200" dirty="0" smtClean="0">
                <a:solidFill>
                  <a:schemeClr val="tx1"/>
                </a:solidFill>
                <a:effectLst/>
                <a:latin typeface="+mn-lt"/>
                <a:ea typeface="+mn-ea"/>
                <a:cs typeface="+mn-cs"/>
              </a:rPr>
              <a:t>Java Development Kit (JDK)</a:t>
            </a:r>
            <a:r>
              <a:rPr lang="en-US" sz="1200" kern="1200" dirty="0" smtClean="0">
                <a:solidFill>
                  <a:schemeClr val="tx1"/>
                </a:solidFill>
                <a:effectLst/>
                <a:latin typeface="+mn-lt"/>
                <a:ea typeface="+mn-ea"/>
                <a:cs typeface="+mn-cs"/>
              </a:rPr>
              <a:t> version 8 or higher.</a:t>
            </a:r>
          </a:p>
          <a:p>
            <a:pPr lvl="0"/>
            <a:r>
              <a:rPr lang="en-US" sz="1200" kern="1200" dirty="0" smtClean="0">
                <a:solidFill>
                  <a:schemeClr val="tx1"/>
                </a:solidFill>
                <a:effectLst/>
                <a:latin typeface="+mn-lt"/>
                <a:ea typeface="+mn-ea"/>
                <a:cs typeface="+mn-cs"/>
              </a:rPr>
              <a:t>Two computers on the same network for experimentation.</a:t>
            </a:r>
          </a:p>
          <a:p>
            <a:pPr lvl="0"/>
            <a:r>
              <a:rPr lang="en-US" sz="1200" kern="1200" dirty="0" smtClean="0">
                <a:solidFill>
                  <a:schemeClr val="tx1"/>
                </a:solidFill>
                <a:effectLst/>
                <a:latin typeface="+mn-lt"/>
                <a:ea typeface="+mn-ea"/>
                <a:cs typeface="+mn-cs"/>
              </a:rPr>
              <a:t>Tools:</a:t>
            </a:r>
          </a:p>
          <a:p>
            <a:pPr lvl="1"/>
            <a:r>
              <a:rPr lang="en-US" sz="1200" u="sng" kern="1200" dirty="0" err="1" smtClean="0">
                <a:solidFill>
                  <a:schemeClr val="tx1"/>
                </a:solidFill>
                <a:effectLst/>
                <a:latin typeface="+mn-lt"/>
                <a:ea typeface="+mn-ea"/>
                <a:cs typeface="+mn-cs"/>
                <a:hlinkClick r:id="rId10"/>
              </a:rPr>
              <a:t>iperf</a:t>
            </a:r>
            <a:r>
              <a:rPr lang="en-US" sz="1200" kern="1200" dirty="0" smtClean="0">
                <a:solidFill>
                  <a:schemeClr val="tx1"/>
                </a:solidFill>
                <a:effectLst/>
                <a:latin typeface="+mn-lt"/>
                <a:ea typeface="+mn-ea"/>
                <a:cs typeface="+mn-cs"/>
              </a:rPr>
              <a:t> for bandwidth measurement.</a:t>
            </a:r>
          </a:p>
          <a:p>
            <a:pPr lvl="1"/>
            <a:r>
              <a:rPr lang="en-US" sz="1200" u="sng" kern="1200" dirty="0" smtClean="0">
                <a:solidFill>
                  <a:schemeClr val="tx1"/>
                </a:solidFill>
                <a:effectLst/>
                <a:latin typeface="+mn-lt"/>
                <a:ea typeface="+mn-ea"/>
                <a:cs typeface="+mn-cs"/>
                <a:hlinkClick r:id="rId11"/>
              </a:rPr>
              <a:t>Wireshark</a:t>
            </a:r>
            <a:r>
              <a:rPr lang="en-US" sz="1200" kern="1200" dirty="0" smtClean="0">
                <a:solidFill>
                  <a:schemeClr val="tx1"/>
                </a:solidFill>
                <a:effectLst/>
                <a:latin typeface="+mn-lt"/>
                <a:ea typeface="+mn-ea"/>
                <a:cs typeface="+mn-cs"/>
              </a:rPr>
              <a:t> for packet analysis.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Design of data communication networks using simulation techniques</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A Simulator for FANETs Using 5G Vehicle-to-Everything Communications and Named-Data Networking</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https://arxiv.org/html/2510.13823v1</a:t>
            </a:r>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372668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https://www.google.com/</a:t>
            </a:r>
            <a:r>
              <a:rPr lang="en-US" dirty="0" err="1" smtClean="0"/>
              <a:t>imgres?q</a:t>
            </a:r>
            <a:r>
              <a:rPr lang="en-US" dirty="0" smtClean="0"/>
              <a:t>=GCP%20Architecture&amp;imgurl=https%3A%2F%2Fwww.gliffy.com%2Fsites%2Fdefault%2Ffiles%2Finline-images%2Fgoogle-cloud-diagram-5.png&amp;imgrefurl=https%3A%2F%2Fwww.gliffy.com%2Fblog%2Fgcp-architecture-diagrams&amp;docid=yp5B5cKn3omWVM&amp;tbnid=9AObwNC8VlvoJM&amp;vet=12ahUKEwjj_aCE2-WWAxW8zjgGHX15CzcQnPAOegQIexAA..i&amp;w=1838&amp;h=1020&amp;hcb=2&amp;ved=2ahUKEwjj_aCE2-WWAxW8zjgGHX15CzcQnPAOegQIexAA</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11</a:t>
            </a:fld>
            <a:endParaRPr lang="en-US"/>
          </a:p>
        </p:txBody>
      </p:sp>
    </p:spTree>
    <p:extLst>
      <p:ext uri="{BB962C8B-B14F-4D97-AF65-F5344CB8AC3E}">
        <p14:creationId xmlns:p14="http://schemas.microsoft.com/office/powerpoint/2010/main" val="2834831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F09374F-62A9-CF4B-8E31-3AB91C22431B}" type="slidenum">
              <a:rPr lang="en-US" smtClean="0"/>
              <a:t>12</a:t>
            </a:fld>
            <a:endParaRPr lang="en-US"/>
          </a:p>
        </p:txBody>
      </p:sp>
    </p:spTree>
    <p:extLst>
      <p:ext uri="{BB962C8B-B14F-4D97-AF65-F5344CB8AC3E}">
        <p14:creationId xmlns:p14="http://schemas.microsoft.com/office/powerpoint/2010/main" val="3177471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1673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58064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28CD25-4015-481E-94C9-A931395C8E35}"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25550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28CD25-4015-481E-94C9-A931395C8E35}"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5255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28CD25-4015-481E-94C9-A931395C8E35}"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48262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28CD25-4015-481E-94C9-A931395C8E35}"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63555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8CD25-4015-481E-94C9-A931395C8E35}"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8050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47931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46661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81033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0849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8CD25-4015-481E-94C9-A931395C8E35}" type="datetimeFigureOut">
              <a:rPr lang="en-US" smtClean="0"/>
              <a:t>9/11/2026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35205-7406-4E96-85E9-F173CE5CBA86}" type="slidenum">
              <a:rPr lang="en-US" smtClean="0"/>
              <a:t>‹#›</a:t>
            </a:fld>
            <a:endParaRPr lang="en-US"/>
          </a:p>
        </p:txBody>
      </p:sp>
    </p:spTree>
    <p:extLst>
      <p:ext uri="{BB962C8B-B14F-4D97-AF65-F5344CB8AC3E}">
        <p14:creationId xmlns:p14="http://schemas.microsoft.com/office/powerpoint/2010/main" val="3383117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hyperlink" Target="https://github.com/amelcharolinesgn2/CCNA1" TargetMode="External"/><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46290" y="549166"/>
            <a:ext cx="1980634" cy="1262343"/>
          </a:xfrm>
          <a:prstGeom prst="rect">
            <a:avLst/>
          </a:prstGeom>
        </p:spPr>
      </p:pic>
      <p:pic>
        <p:nvPicPr>
          <p:cNvPr id="30" name="Picture 29"/>
          <p:cNvPicPr>
            <a:picLocks noChangeAspect="1"/>
          </p:cNvPicPr>
          <p:nvPr/>
        </p:nvPicPr>
        <p:blipFill rotWithShape="1">
          <a:blip r:embed="rId4"/>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7"/>
          <a:stretch>
            <a:fillRect/>
          </a:stretch>
        </p:blipFill>
        <p:spPr>
          <a:xfrm>
            <a:off x="1489692" y="1368919"/>
            <a:ext cx="195549" cy="278741"/>
          </a:xfrm>
          <a:prstGeom prst="rect">
            <a:avLst/>
          </a:prstGeom>
        </p:spPr>
      </p:pic>
      <p:pic>
        <p:nvPicPr>
          <p:cNvPr id="19" name="Picture 18"/>
          <p:cNvPicPr>
            <a:picLocks noChangeAspect="1"/>
          </p:cNvPicPr>
          <p:nvPr/>
        </p:nvPicPr>
        <p:blipFill>
          <a:blip r:embed="rId8"/>
          <a:stretch>
            <a:fillRect/>
          </a:stretch>
        </p:blipFill>
        <p:spPr>
          <a:xfrm>
            <a:off x="928964" y="1347118"/>
            <a:ext cx="268890" cy="255445"/>
          </a:xfrm>
          <a:prstGeom prst="rect">
            <a:avLst/>
          </a:prstGeom>
        </p:spPr>
      </p:pic>
      <p:pic>
        <p:nvPicPr>
          <p:cNvPr id="20" name="Picture 19"/>
          <p:cNvPicPr>
            <a:picLocks noChangeAspect="1"/>
          </p:cNvPicPr>
          <p:nvPr/>
        </p:nvPicPr>
        <p:blipFill>
          <a:blip r:embed="rId9"/>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3614677" y="3017639"/>
            <a:ext cx="9347200" cy="771712"/>
          </a:xfrm>
          <a:prstGeom prst="rect">
            <a:avLst/>
          </a:prstGeom>
        </p:spPr>
        <p:txBody>
          <a:bodyPr vert="horz" lIns="81280" tIns="40640" rIns="81280" bIns="4064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just">
              <a:lnSpc>
                <a:spcPct val="100000"/>
              </a:lnSpc>
            </a:pPr>
            <a:r>
              <a:rPr lang="en-US" b="1" dirty="0">
                <a:solidFill>
                  <a:srgbClr val="0070C0"/>
                </a:solidFill>
                <a:latin typeface="Cambria" panose="02040503050406030204"/>
                <a:cs typeface="Cambria" panose="02040503050406030204"/>
              </a:rPr>
              <a:t>C</a:t>
            </a:r>
            <a:r>
              <a:rPr lang="en-US" b="1" spc="-10" dirty="0">
                <a:solidFill>
                  <a:srgbClr val="0070C0"/>
                </a:solidFill>
                <a:latin typeface="Cambria" panose="02040503050406030204"/>
                <a:cs typeface="Cambria" panose="02040503050406030204"/>
              </a:rPr>
              <a:t>l</a:t>
            </a:r>
            <a:r>
              <a:rPr lang="en-US" b="1" spc="-5" dirty="0">
                <a:solidFill>
                  <a:srgbClr val="0070C0"/>
                </a:solidFill>
                <a:latin typeface="Cambria" panose="02040503050406030204"/>
                <a:cs typeface="Cambria" panose="02040503050406030204"/>
              </a:rPr>
              <a:t>o</a:t>
            </a:r>
            <a:r>
              <a:rPr lang="en-US" b="1" dirty="0">
                <a:solidFill>
                  <a:srgbClr val="0070C0"/>
                </a:solidFill>
                <a:latin typeface="Cambria" panose="02040503050406030204"/>
                <a:cs typeface="Cambria" panose="02040503050406030204"/>
              </a:rPr>
              <a:t>u</a:t>
            </a:r>
            <a:r>
              <a:rPr lang="en-US" b="1" spc="-5" dirty="0">
                <a:solidFill>
                  <a:srgbClr val="0070C0"/>
                </a:solidFill>
                <a:latin typeface="Cambria" panose="02040503050406030204"/>
                <a:cs typeface="Cambria" panose="02040503050406030204"/>
              </a:rPr>
              <a:t>d</a:t>
            </a:r>
            <a:r>
              <a:rPr lang="en-US" b="1" spc="5" dirty="0">
                <a:solidFill>
                  <a:srgbClr val="0070C0"/>
                </a:solidFill>
                <a:latin typeface="Cambria" panose="02040503050406030204"/>
                <a:cs typeface="Cambria" panose="02040503050406030204"/>
              </a:rPr>
              <a:t> </a:t>
            </a:r>
            <a:r>
              <a:rPr lang="en-US" b="1" spc="-30" dirty="0">
                <a:solidFill>
                  <a:srgbClr val="0070C0"/>
                </a:solidFill>
                <a:latin typeface="Cambria" panose="02040503050406030204"/>
                <a:cs typeface="Cambria" panose="02040503050406030204"/>
              </a:rPr>
              <a:t>C</a:t>
            </a:r>
            <a:r>
              <a:rPr lang="en-US" b="1" spc="-5" dirty="0">
                <a:solidFill>
                  <a:srgbClr val="0070C0"/>
                </a:solidFill>
                <a:latin typeface="Cambria" panose="02040503050406030204"/>
                <a:cs typeface="Cambria" panose="02040503050406030204"/>
              </a:rPr>
              <a:t>om</a:t>
            </a:r>
            <a:r>
              <a:rPr lang="en-US" b="1" dirty="0">
                <a:solidFill>
                  <a:srgbClr val="0070C0"/>
                </a:solidFill>
                <a:latin typeface="Cambria" panose="02040503050406030204"/>
                <a:cs typeface="Cambria" panose="02040503050406030204"/>
              </a:rPr>
              <a:t>pu</a:t>
            </a:r>
            <a:r>
              <a:rPr lang="en-US" b="1" spc="-5" dirty="0">
                <a:solidFill>
                  <a:srgbClr val="0070C0"/>
                </a:solidFill>
                <a:latin typeface="Cambria" panose="02040503050406030204"/>
                <a:cs typeface="Cambria" panose="02040503050406030204"/>
              </a:rPr>
              <a:t>t</a:t>
            </a:r>
            <a:r>
              <a:rPr lang="en-US" b="1" dirty="0">
                <a:solidFill>
                  <a:srgbClr val="0070C0"/>
                </a:solidFill>
                <a:latin typeface="Cambria" panose="02040503050406030204"/>
                <a:cs typeface="Cambria" panose="02040503050406030204"/>
              </a:rPr>
              <a:t>i</a:t>
            </a:r>
            <a:r>
              <a:rPr lang="en-US" b="1" spc="-5" dirty="0">
                <a:solidFill>
                  <a:srgbClr val="0070C0"/>
                </a:solidFill>
                <a:latin typeface="Cambria" panose="02040503050406030204"/>
                <a:cs typeface="Cambria" panose="02040503050406030204"/>
              </a:rPr>
              <a:t>ng</a:t>
            </a:r>
            <a:endParaRPr lang="en-US" dirty="0">
              <a:solidFill>
                <a:srgbClr val="0070C0"/>
              </a:solidFill>
              <a:latin typeface="Cambria" panose="02040503050406030204"/>
              <a:cs typeface="Cambria" panose="02040503050406030204"/>
            </a:endParaRPr>
          </a:p>
        </p:txBody>
      </p:sp>
      <p:sp>
        <p:nvSpPr>
          <p:cNvPr id="26" name="Rectangle 25"/>
          <p:cNvSpPr/>
          <p:nvPr/>
        </p:nvSpPr>
        <p:spPr>
          <a:xfrm>
            <a:off x="9598556" y="5710981"/>
            <a:ext cx="2487830" cy="215444"/>
          </a:xfrm>
          <a:prstGeom prst="rect">
            <a:avLst/>
          </a:prstGeom>
        </p:spPr>
        <p:txBody>
          <a:bodyPr wrap="square">
            <a:spAutoFit/>
          </a:bodyPr>
          <a:lstStyle/>
          <a:p>
            <a:r>
              <a:rPr lang="en-US" sz="800" dirty="0"/>
              <a:t>https://www.youtube.com/@AmelOline/videos</a:t>
            </a:r>
          </a:p>
        </p:txBody>
      </p:sp>
      <p:sp>
        <p:nvSpPr>
          <p:cNvPr id="27" name="Rectangle 26"/>
          <p:cNvSpPr/>
          <p:nvPr/>
        </p:nvSpPr>
        <p:spPr>
          <a:xfrm>
            <a:off x="10387751" y="5572482"/>
            <a:ext cx="1545230" cy="215444"/>
          </a:xfrm>
          <a:prstGeom prst="rect">
            <a:avLst/>
          </a:prstGeom>
        </p:spPr>
        <p:txBody>
          <a:bodyPr wrap="square">
            <a:spAutoFit/>
          </a:bodyPr>
          <a:lstStyle/>
          <a:p>
            <a:r>
              <a:rPr lang="en-US" sz="800" dirty="0"/>
              <a:t>https://github.com/siagianp</a:t>
            </a:r>
          </a:p>
        </p:txBody>
      </p:sp>
      <p:sp>
        <p:nvSpPr>
          <p:cNvPr id="29" name="Rectangle 28"/>
          <p:cNvSpPr/>
          <p:nvPr/>
        </p:nvSpPr>
        <p:spPr>
          <a:xfrm>
            <a:off x="8672916" y="5849481"/>
            <a:ext cx="3490509" cy="215444"/>
          </a:xfrm>
          <a:prstGeom prst="rect">
            <a:avLst/>
          </a:prstGeom>
        </p:spPr>
        <p:txBody>
          <a:bodyPr wrap="square">
            <a:spAutoFit/>
          </a:bodyPr>
          <a:lstStyle/>
          <a:p>
            <a:r>
              <a:rPr lang="en-US" sz="800" dirty="0"/>
              <a:t>https://github.com/amelcharolinesgn2/IoT_simulator-mqtt-NodeRed</a:t>
            </a:r>
          </a:p>
        </p:txBody>
      </p:sp>
      <p:sp>
        <p:nvSpPr>
          <p:cNvPr id="32" name="Rectangle 31"/>
          <p:cNvSpPr/>
          <p:nvPr/>
        </p:nvSpPr>
        <p:spPr>
          <a:xfrm>
            <a:off x="9080956" y="5987980"/>
            <a:ext cx="2746692" cy="338554"/>
          </a:xfrm>
          <a:prstGeom prst="rect">
            <a:avLst/>
          </a:prstGeom>
        </p:spPr>
        <p:txBody>
          <a:bodyPr wrap="square">
            <a:spAutoFit/>
          </a:bodyPr>
          <a:lstStyle/>
          <a:p>
            <a:r>
              <a:rPr lang="en-US" sz="800" dirty="0"/>
              <a:t>https://github.com/amelcharolinesgn2/Cloud-Infrastructures</a:t>
            </a:r>
          </a:p>
        </p:txBody>
      </p:sp>
      <p:sp>
        <p:nvSpPr>
          <p:cNvPr id="33" name="Rectangle 32"/>
          <p:cNvSpPr/>
          <p:nvPr/>
        </p:nvSpPr>
        <p:spPr>
          <a:xfrm>
            <a:off x="8576448" y="6103396"/>
            <a:ext cx="3286814" cy="338554"/>
          </a:xfrm>
          <a:prstGeom prst="rect">
            <a:avLst/>
          </a:prstGeom>
        </p:spPr>
        <p:txBody>
          <a:bodyPr wrap="square">
            <a:spAutoFit/>
          </a:bodyPr>
          <a:lstStyle/>
          <a:p>
            <a:r>
              <a:rPr lang="en-US" sz="800" dirty="0"/>
              <a:t>https://github.com/amelcharolinesgn2/ClouD-Infrastructure-SISKA-2025</a:t>
            </a:r>
          </a:p>
        </p:txBody>
      </p:sp>
      <p:sp>
        <p:nvSpPr>
          <p:cNvPr id="34" name="Rectangle 33"/>
          <p:cNvSpPr/>
          <p:nvPr/>
        </p:nvSpPr>
        <p:spPr>
          <a:xfrm>
            <a:off x="8330966" y="6224722"/>
            <a:ext cx="3537184" cy="214178"/>
          </a:xfrm>
          <a:prstGeom prst="rect">
            <a:avLst/>
          </a:prstGeom>
        </p:spPr>
        <p:txBody>
          <a:bodyPr wrap="square">
            <a:spAutoFit/>
          </a:bodyPr>
          <a:lstStyle/>
          <a:p>
            <a:r>
              <a:rPr lang="en-US" sz="800" dirty="0"/>
              <a:t>https://github.com/amelcharolinesgn2/Gyroscope-Sensor-Data-Accelerometer</a:t>
            </a:r>
          </a:p>
        </p:txBody>
      </p:sp>
      <p:sp>
        <p:nvSpPr>
          <p:cNvPr id="35" name="Title 1"/>
          <p:cNvSpPr txBox="1">
            <a:spLocks/>
          </p:cNvSpPr>
          <p:nvPr/>
        </p:nvSpPr>
        <p:spPr>
          <a:xfrm>
            <a:off x="3625188" y="2208342"/>
            <a:ext cx="9347200" cy="771712"/>
          </a:xfrm>
          <a:prstGeom prst="rect">
            <a:avLst/>
          </a:prstGeom>
        </p:spPr>
        <p:txBody>
          <a:bodyPr vert="horz" lIns="81280" tIns="40640" rIns="81280" bIns="4064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just">
              <a:lnSpc>
                <a:spcPct val="100000"/>
              </a:lnSpc>
            </a:pPr>
            <a:r>
              <a:rPr lang="en-US" b="1" dirty="0" smtClean="0">
                <a:solidFill>
                  <a:srgbClr val="0070C0"/>
                </a:solidFill>
                <a:latin typeface="Cambria" panose="02040503050406030204"/>
                <a:cs typeface="Cambria" panose="02040503050406030204"/>
              </a:rPr>
              <a:t>Virtualization</a:t>
            </a:r>
            <a:endParaRPr lang="en-US" dirty="0">
              <a:solidFill>
                <a:srgbClr val="0070C0"/>
              </a:solidFill>
              <a:latin typeface="Cambria" panose="02040503050406030204"/>
              <a:cs typeface="Cambria" panose="02040503050406030204"/>
            </a:endParaRPr>
          </a:p>
        </p:txBody>
      </p:sp>
      <p:sp>
        <p:nvSpPr>
          <p:cNvPr id="36" name="Title 1"/>
          <p:cNvSpPr txBox="1">
            <a:spLocks/>
          </p:cNvSpPr>
          <p:nvPr/>
        </p:nvSpPr>
        <p:spPr>
          <a:xfrm>
            <a:off x="3614677" y="1441087"/>
            <a:ext cx="9347200" cy="771712"/>
          </a:xfrm>
          <a:prstGeom prst="rect">
            <a:avLst/>
          </a:prstGeom>
        </p:spPr>
        <p:txBody>
          <a:bodyPr vert="horz" lIns="81280" tIns="40640" rIns="81280" bIns="4064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just">
              <a:lnSpc>
                <a:spcPct val="100000"/>
              </a:lnSpc>
            </a:pPr>
            <a:r>
              <a:rPr lang="en-US" b="1" dirty="0" smtClean="0">
                <a:solidFill>
                  <a:srgbClr val="0070C0"/>
                </a:solidFill>
                <a:latin typeface="Cambria" panose="02040503050406030204"/>
                <a:cs typeface="Cambria" panose="02040503050406030204"/>
              </a:rPr>
              <a:t>Migration</a:t>
            </a:r>
            <a:endParaRPr lang="en-US" dirty="0">
              <a:solidFill>
                <a:srgbClr val="0070C0"/>
              </a:solidFill>
              <a:latin typeface="Cambria" panose="02040503050406030204"/>
              <a:cs typeface="Cambria" panose="02040503050406030204"/>
            </a:endParaRPr>
          </a:p>
        </p:txBody>
      </p:sp>
      <p:sp>
        <p:nvSpPr>
          <p:cNvPr id="37" name="Rectangle 36"/>
          <p:cNvSpPr/>
          <p:nvPr/>
        </p:nvSpPr>
        <p:spPr>
          <a:xfrm>
            <a:off x="9593505" y="6347281"/>
            <a:ext cx="2598495" cy="215444"/>
          </a:xfrm>
          <a:prstGeom prst="rect">
            <a:avLst/>
          </a:prstGeom>
        </p:spPr>
        <p:txBody>
          <a:bodyPr wrap="square">
            <a:spAutoFit/>
          </a:bodyPr>
          <a:lstStyle/>
          <a:p>
            <a:r>
              <a:rPr lang="en-US" sz="800" dirty="0"/>
              <a:t>https://</a:t>
            </a:r>
            <a:r>
              <a:rPr lang="en-US" sz="800" dirty="0" smtClean="0"/>
              <a:t>github.com/amelcharolinesgn2/cloudSim</a:t>
            </a:r>
            <a:endParaRPr lang="en-US" sz="800" dirty="0"/>
          </a:p>
        </p:txBody>
      </p:sp>
      <p:sp>
        <p:nvSpPr>
          <p:cNvPr id="38" name="Rectangle 37"/>
          <p:cNvSpPr/>
          <p:nvPr/>
        </p:nvSpPr>
        <p:spPr>
          <a:xfrm>
            <a:off x="9660180" y="6442531"/>
            <a:ext cx="2598495" cy="215444"/>
          </a:xfrm>
          <a:prstGeom prst="rect">
            <a:avLst/>
          </a:prstGeom>
        </p:spPr>
        <p:txBody>
          <a:bodyPr wrap="square">
            <a:spAutoFit/>
          </a:bodyPr>
          <a:lstStyle/>
          <a:p>
            <a:r>
              <a:rPr lang="en-US" sz="800" dirty="0">
                <a:hlinkClick r:id="rId10"/>
              </a:rPr>
              <a:t>https://</a:t>
            </a:r>
            <a:r>
              <a:rPr lang="en-US" sz="800" dirty="0" smtClean="0">
                <a:hlinkClick r:id="rId10"/>
              </a:rPr>
              <a:t>github.com/amelcharolinesgn2/CCNA 1</a:t>
            </a:r>
            <a:r>
              <a:rPr lang="en-US" sz="800" dirty="0" smtClean="0"/>
              <a:t>    </a:t>
            </a:r>
            <a:endParaRPr lang="en-US" sz="800" dirty="0"/>
          </a:p>
        </p:txBody>
      </p:sp>
    </p:spTree>
    <p:extLst>
      <p:ext uri="{BB962C8B-B14F-4D97-AF65-F5344CB8AC3E}">
        <p14:creationId xmlns:p14="http://schemas.microsoft.com/office/powerpoint/2010/main" val="3016832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0" y="0"/>
            <a:ext cx="9144000" cy="68580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24000" y="1524000"/>
            <a:ext cx="9144000" cy="1143000"/>
          </a:xfrm>
          <a:custGeom>
            <a:avLst/>
            <a:gdLst/>
            <a:ahLst/>
            <a:cxnLst/>
            <a:rect l="l" t="t" r="r" b="b"/>
            <a:pathLst>
              <a:path w="9144000" h="1143000">
                <a:moveTo>
                  <a:pt x="0" y="0"/>
                </a:moveTo>
                <a:lnTo>
                  <a:pt x="9144000" y="0"/>
                </a:lnTo>
                <a:lnTo>
                  <a:pt x="9144000" y="1143000"/>
                </a:lnTo>
                <a:lnTo>
                  <a:pt x="0" y="1143000"/>
                </a:lnTo>
                <a:lnTo>
                  <a:pt x="0" y="0"/>
                </a:lnTo>
                <a:close/>
              </a:path>
            </a:pathLst>
          </a:custGeom>
          <a:solidFill>
            <a:srgbClr val="FFFFFF"/>
          </a:solidFill>
        </p:spPr>
        <p:txBody>
          <a:bodyPr wrap="square" lIns="0" tIns="0" rIns="0" bIns="0" rtlCol="0"/>
          <a:lstStyle/>
          <a:p>
            <a:endParaRPr/>
          </a:p>
        </p:txBody>
      </p:sp>
      <p:sp>
        <p:nvSpPr>
          <p:cNvPr id="4" name="object 4"/>
          <p:cNvSpPr/>
          <p:nvPr/>
        </p:nvSpPr>
        <p:spPr>
          <a:xfrm>
            <a:off x="1524000" y="1600200"/>
            <a:ext cx="1295400" cy="990600"/>
          </a:xfrm>
          <a:custGeom>
            <a:avLst/>
            <a:gdLst/>
            <a:ahLst/>
            <a:cxnLst/>
            <a:rect l="l" t="t" r="r" b="b"/>
            <a:pathLst>
              <a:path w="1295400" h="990600">
                <a:moveTo>
                  <a:pt x="0" y="0"/>
                </a:moveTo>
                <a:lnTo>
                  <a:pt x="1295400" y="0"/>
                </a:lnTo>
                <a:lnTo>
                  <a:pt x="1295400" y="990600"/>
                </a:lnTo>
                <a:lnTo>
                  <a:pt x="0" y="990600"/>
                </a:lnTo>
                <a:lnTo>
                  <a:pt x="0" y="0"/>
                </a:lnTo>
                <a:close/>
              </a:path>
            </a:pathLst>
          </a:custGeom>
          <a:solidFill>
            <a:srgbClr val="DD8046"/>
          </a:solidFill>
        </p:spPr>
        <p:txBody>
          <a:bodyPr wrap="square" lIns="0" tIns="0" rIns="0" bIns="0" rtlCol="0"/>
          <a:lstStyle/>
          <a:p>
            <a:endParaRPr/>
          </a:p>
        </p:txBody>
      </p:sp>
      <p:sp>
        <p:nvSpPr>
          <p:cNvPr id="5" name="object 5"/>
          <p:cNvSpPr/>
          <p:nvPr/>
        </p:nvSpPr>
        <p:spPr>
          <a:xfrm>
            <a:off x="2895600" y="1600200"/>
            <a:ext cx="7772400" cy="990600"/>
          </a:xfrm>
          <a:custGeom>
            <a:avLst/>
            <a:gdLst/>
            <a:ahLst/>
            <a:cxnLst/>
            <a:rect l="l" t="t" r="r" b="b"/>
            <a:pathLst>
              <a:path w="7772400" h="990600">
                <a:moveTo>
                  <a:pt x="0" y="0"/>
                </a:moveTo>
                <a:lnTo>
                  <a:pt x="7772400" y="0"/>
                </a:lnTo>
                <a:lnTo>
                  <a:pt x="7772400" y="990600"/>
                </a:lnTo>
                <a:lnTo>
                  <a:pt x="0" y="990600"/>
                </a:lnTo>
                <a:lnTo>
                  <a:pt x="0" y="0"/>
                </a:lnTo>
                <a:close/>
              </a:path>
            </a:pathLst>
          </a:custGeom>
          <a:solidFill>
            <a:srgbClr val="93B6D2"/>
          </a:solidFill>
        </p:spPr>
        <p:txBody>
          <a:bodyPr wrap="square" lIns="0" tIns="0" rIns="0" bIns="0" rtlCol="0"/>
          <a:lstStyle/>
          <a:p>
            <a:endParaRPr/>
          </a:p>
        </p:txBody>
      </p:sp>
      <p:sp>
        <p:nvSpPr>
          <p:cNvPr id="7" name="object 7"/>
          <p:cNvSpPr txBox="1"/>
          <p:nvPr/>
        </p:nvSpPr>
        <p:spPr>
          <a:xfrm>
            <a:off x="6152515" y="4950724"/>
            <a:ext cx="3786504" cy="615315"/>
          </a:xfrm>
          <a:prstGeom prst="rect">
            <a:avLst/>
          </a:prstGeom>
        </p:spPr>
        <p:txBody>
          <a:bodyPr vert="horz" wrap="square" lIns="0" tIns="0" rIns="0" bIns="0" rtlCol="0">
            <a:spAutoFit/>
          </a:bodyPr>
          <a:lstStyle/>
          <a:p>
            <a:pPr marR="5080" algn="r"/>
            <a:endParaRPr sz="4000">
              <a:latin typeface="Cambria" panose="02040503050406030204"/>
              <a:cs typeface="Cambria" panose="02040503050406030204"/>
            </a:endParaRPr>
          </a:p>
        </p:txBody>
      </p:sp>
      <p:sp>
        <p:nvSpPr>
          <p:cNvPr id="8" name="object 8"/>
          <p:cNvSpPr txBox="1">
            <a:spLocks noGrp="1"/>
          </p:cNvSpPr>
          <p:nvPr>
            <p:ph type="title"/>
          </p:nvPr>
        </p:nvSpPr>
        <p:spPr>
          <a:xfrm>
            <a:off x="3524866" y="1787714"/>
            <a:ext cx="4128154" cy="677108"/>
          </a:xfrm>
          <a:prstGeom prst="rect">
            <a:avLst/>
          </a:prstGeom>
        </p:spPr>
        <p:txBody>
          <a:bodyPr vert="horz" wrap="square" lIns="0" tIns="0" rIns="0" bIns="0" rtlCol="0" anchor="ctr">
            <a:spAutoFit/>
          </a:bodyPr>
          <a:lstStyle/>
          <a:p>
            <a:pPr marL="12700">
              <a:lnSpc>
                <a:spcPct val="100000"/>
              </a:lnSpc>
            </a:pPr>
            <a:r>
              <a:rPr lang="en-US" spc="-5" dirty="0" smtClean="0">
                <a:solidFill>
                  <a:srgbClr val="FFFFFF"/>
                </a:solidFill>
                <a:latin typeface="Cambria" panose="02040503050406030204"/>
                <a:cs typeface="Cambria" panose="02040503050406030204"/>
              </a:rPr>
              <a:t>Cloud Migration</a:t>
            </a:r>
            <a:endParaRPr spc="-5" dirty="0">
              <a:solidFill>
                <a:srgbClr val="FFFFFF"/>
              </a:solidFill>
              <a:latin typeface="Cambria" panose="02040503050406030204"/>
              <a:cs typeface="Cambria" panose="02040503050406030204"/>
            </a:endParaRPr>
          </a:p>
        </p:txBody>
      </p:sp>
      <p:sp>
        <p:nvSpPr>
          <p:cNvPr id="9" name="object 9"/>
          <p:cNvSpPr txBox="1"/>
          <p:nvPr/>
        </p:nvSpPr>
        <p:spPr>
          <a:xfrm>
            <a:off x="2065655" y="1958598"/>
            <a:ext cx="211454" cy="369332"/>
          </a:xfrm>
          <a:prstGeom prst="rect">
            <a:avLst/>
          </a:prstGeom>
        </p:spPr>
        <p:txBody>
          <a:bodyPr vert="horz" wrap="square" lIns="0" tIns="0" rIns="0" bIns="0" rtlCol="0">
            <a:spAutoFit/>
          </a:bodyPr>
          <a:lstStyle/>
          <a:p>
            <a:pPr marL="12700"/>
            <a:r>
              <a:rPr lang="en-US" sz="2400" b="1" dirty="0" smtClean="0">
                <a:solidFill>
                  <a:srgbClr val="FFFFFF"/>
                </a:solidFill>
                <a:latin typeface="Comic Sans MS" panose="030F0702030302020204"/>
                <a:cs typeface="Comic Sans MS" panose="030F0702030302020204"/>
              </a:rPr>
              <a:t>1</a:t>
            </a:r>
            <a:endParaRPr sz="2400" dirty="0">
              <a:latin typeface="Comic Sans MS" panose="030F0702030302020204"/>
              <a:cs typeface="Comic Sans MS" panose="030F0702030302020204"/>
            </a:endParaRPr>
          </a:p>
        </p:txBody>
      </p:sp>
      <p:sp>
        <p:nvSpPr>
          <p:cNvPr id="10" name="object 10"/>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6877" y="3170388"/>
            <a:ext cx="5752793" cy="3248854"/>
          </a:xfrm>
          <a:prstGeom prst="rect">
            <a:avLst/>
          </a:prstGeom>
        </p:spPr>
      </p:pic>
    </p:spTree>
    <p:extLst>
      <p:ext uri="{BB962C8B-B14F-4D97-AF65-F5344CB8AC3E}">
        <p14:creationId xmlns:p14="http://schemas.microsoft.com/office/powerpoint/2010/main" val="363838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charset="0"/>
                <a:ea typeface="Times New Roman" charset="0"/>
                <a:cs typeface="Times New Roman" charset="0"/>
              </a:rPr>
              <a:t>Identifying </a:t>
            </a:r>
            <a:r>
              <a:rPr lang="en-US" dirty="0">
                <a:latin typeface="Times New Roman" charset="0"/>
                <a:ea typeface="Times New Roman" charset="0"/>
                <a:cs typeface="Times New Roman" charset="0"/>
              </a:rPr>
              <a:t>the </a:t>
            </a:r>
            <a:r>
              <a:rPr lang="en-US" dirty="0" err="1" smtClean="0">
                <a:latin typeface="Times New Roman" charset="0"/>
                <a:ea typeface="Times New Roman" charset="0"/>
                <a:cs typeface="Times New Roman" charset="0"/>
              </a:rPr>
              <a:t>Microservice</a:t>
            </a:r>
            <a:r>
              <a:rPr lang="en-US" dirty="0" smtClean="0">
                <a:latin typeface="Times New Roman" charset="0"/>
                <a:ea typeface="Times New Roman" charset="0"/>
                <a:cs typeface="Times New Roman" charset="0"/>
              </a:rPr>
              <a:t> </a:t>
            </a:r>
            <a:r>
              <a:rPr lang="en-US" dirty="0">
                <a:latin typeface="Times New Roman" charset="0"/>
                <a:ea typeface="Times New Roman" charset="0"/>
                <a:cs typeface="Times New Roman" charset="0"/>
              </a:rPr>
              <a:t>&amp; Monolithic </a:t>
            </a:r>
            <a:r>
              <a:rPr lang="en-US" dirty="0" smtClean="0">
                <a:latin typeface="Times New Roman" charset="0"/>
                <a:ea typeface="Times New Roman" charset="0"/>
                <a:cs typeface="Times New Roman" charset="0"/>
              </a:rPr>
              <a:t>Application?</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a:xfrm>
            <a:off x="678426" y="1825624"/>
            <a:ext cx="3869511" cy="4803775"/>
          </a:xfrm>
        </p:spPr>
        <p:txBody>
          <a:bodyPr/>
          <a:lstStyle/>
          <a:p>
            <a:r>
              <a:rPr lang="en-US" dirty="0" smtClean="0">
                <a:latin typeface="Book Antiqua" charset="0"/>
                <a:ea typeface="Book Antiqua" charset="0"/>
                <a:cs typeface="Book Antiqua" charset="0"/>
              </a:rPr>
              <a:t>Monolithic Application (Legacy Code) </a:t>
            </a:r>
          </a:p>
          <a:p>
            <a:endParaRPr lang="en-US" dirty="0"/>
          </a:p>
          <a:p>
            <a:endParaRPr lang="en-US" dirty="0" smtClean="0"/>
          </a:p>
          <a:p>
            <a:endParaRPr lang="en-US" dirty="0"/>
          </a:p>
        </p:txBody>
      </p:sp>
      <p:pic>
        <p:nvPicPr>
          <p:cNvPr id="5" name="Picture 4"/>
          <p:cNvPicPr>
            <a:picLocks noChangeAspect="1"/>
          </p:cNvPicPr>
          <p:nvPr/>
        </p:nvPicPr>
        <p:blipFill>
          <a:blip r:embed="rId2"/>
          <a:stretch>
            <a:fillRect/>
          </a:stretch>
        </p:blipFill>
        <p:spPr>
          <a:xfrm>
            <a:off x="676346" y="3075499"/>
            <a:ext cx="3939727" cy="3782501"/>
          </a:xfrm>
          <a:prstGeom prst="rect">
            <a:avLst/>
          </a:prstGeom>
        </p:spPr>
      </p:pic>
      <p:sp>
        <p:nvSpPr>
          <p:cNvPr id="6" name="Content Placeholder 2"/>
          <p:cNvSpPr txBox="1">
            <a:spLocks/>
          </p:cNvSpPr>
          <p:nvPr/>
        </p:nvSpPr>
        <p:spPr>
          <a:xfrm>
            <a:off x="5876068" y="1729371"/>
            <a:ext cx="3869511" cy="4803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latin typeface="Book Antiqua" charset="0"/>
                <a:ea typeface="Book Antiqua" charset="0"/>
                <a:cs typeface="Book Antiqua" charset="0"/>
              </a:rPr>
              <a:t>Microservice</a:t>
            </a:r>
            <a:r>
              <a:rPr lang="en-US" dirty="0">
                <a:latin typeface="Book Antiqua" charset="0"/>
                <a:ea typeface="Book Antiqua" charset="0"/>
                <a:cs typeface="Book Antiqua" charset="0"/>
              </a:rPr>
              <a:t> Application (Legacy Code) </a:t>
            </a:r>
            <a:endParaRPr lang="en-US" dirty="0" smtClean="0"/>
          </a:p>
          <a:p>
            <a:endParaRPr lang="en-US" dirty="0" smtClean="0"/>
          </a:p>
          <a:p>
            <a:endParaRPr lang="en-US" dirty="0"/>
          </a:p>
        </p:txBody>
      </p:sp>
      <p:pic>
        <p:nvPicPr>
          <p:cNvPr id="7" name="Picture 6"/>
          <p:cNvPicPr>
            <a:picLocks noChangeAspect="1"/>
          </p:cNvPicPr>
          <p:nvPr/>
        </p:nvPicPr>
        <p:blipFill>
          <a:blip r:embed="rId3"/>
          <a:stretch>
            <a:fillRect/>
          </a:stretch>
        </p:blipFill>
        <p:spPr>
          <a:xfrm>
            <a:off x="6424862" y="3616776"/>
            <a:ext cx="4300287" cy="2455411"/>
          </a:xfrm>
          <a:prstGeom prst="rect">
            <a:avLst/>
          </a:prstGeom>
        </p:spPr>
      </p:pic>
      <p:pic>
        <p:nvPicPr>
          <p:cNvPr id="8" name="Picture 7"/>
          <p:cNvPicPr>
            <a:picLocks noChangeAspect="1"/>
          </p:cNvPicPr>
          <p:nvPr/>
        </p:nvPicPr>
        <p:blipFill>
          <a:blip r:embed="rId4"/>
          <a:stretch>
            <a:fillRect/>
          </a:stretch>
        </p:blipFill>
        <p:spPr>
          <a:xfrm>
            <a:off x="8061157" y="959356"/>
            <a:ext cx="4554297" cy="2822573"/>
          </a:xfrm>
          <a:prstGeom prst="rect">
            <a:avLst/>
          </a:prstGeom>
        </p:spPr>
      </p:pic>
    </p:spTree>
    <p:extLst>
      <p:ext uri="{BB962C8B-B14F-4D97-AF65-F5344CB8AC3E}">
        <p14:creationId xmlns:p14="http://schemas.microsoft.com/office/powerpoint/2010/main" val="12402769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charset="0"/>
                <a:ea typeface="Times New Roman" charset="0"/>
                <a:cs typeface="Times New Roman" charset="0"/>
              </a:rPr>
              <a:t>Why </a:t>
            </a:r>
            <a:r>
              <a:rPr lang="en-US" dirty="0" err="1" smtClean="0">
                <a:latin typeface="Times New Roman" charset="0"/>
                <a:ea typeface="Times New Roman" charset="0"/>
                <a:cs typeface="Times New Roman" charset="0"/>
              </a:rPr>
              <a:t>Microservice</a:t>
            </a:r>
            <a:r>
              <a:rPr lang="en-US" dirty="0" smtClean="0">
                <a:latin typeface="Times New Roman" charset="0"/>
                <a:ea typeface="Times New Roman" charset="0"/>
                <a:cs typeface="Times New Roman" charset="0"/>
              </a:rPr>
              <a:t> Migration In First Place ?</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a:xfrm>
            <a:off x="838200" y="1825625"/>
            <a:ext cx="10515600" cy="3160713"/>
          </a:xfrm>
        </p:spPr>
        <p:txBody>
          <a:bodyPr>
            <a:normAutofit/>
          </a:bodyPr>
          <a:lstStyle/>
          <a:p>
            <a:endParaRPr lang="en-US" dirty="0" smtClean="0">
              <a:latin typeface="Book Antiqua" charset="0"/>
              <a:ea typeface="Book Antiqua" charset="0"/>
              <a:cs typeface="Book Antiqua" charset="0"/>
            </a:endParaRPr>
          </a:p>
          <a:p>
            <a:r>
              <a:rPr lang="en-US" dirty="0" err="1" smtClean="0">
                <a:latin typeface="Book Antiqua" charset="0"/>
                <a:ea typeface="Book Antiqua" charset="0"/>
                <a:cs typeface="Book Antiqua" charset="0"/>
              </a:rPr>
              <a:t>Microservice</a:t>
            </a:r>
            <a:r>
              <a:rPr lang="en-US" dirty="0" smtClean="0">
                <a:latin typeface="Book Antiqua" charset="0"/>
                <a:ea typeface="Book Antiqua" charset="0"/>
                <a:cs typeface="Book Antiqua" charset="0"/>
              </a:rPr>
              <a:t> hosted as a Single Application.</a:t>
            </a:r>
          </a:p>
          <a:p>
            <a:r>
              <a:rPr lang="en-US" dirty="0" smtClean="0">
                <a:latin typeface="Book Antiqua" charset="0"/>
                <a:ea typeface="Book Antiqua" charset="0"/>
                <a:cs typeface="Book Antiqua" charset="0"/>
              </a:rPr>
              <a:t>Easy to Lift &amp; Shift the application to Cloud Environment. </a:t>
            </a:r>
          </a:p>
          <a:p>
            <a:r>
              <a:rPr lang="en-US" dirty="0">
                <a:latin typeface="Book Antiqua" charset="0"/>
                <a:ea typeface="Book Antiqua" charset="0"/>
                <a:cs typeface="Book Antiqua" charset="0"/>
              </a:rPr>
              <a:t>Easy to Figure </a:t>
            </a:r>
            <a:r>
              <a:rPr lang="en-US" dirty="0" smtClean="0">
                <a:latin typeface="Book Antiqua" charset="0"/>
                <a:ea typeface="Book Antiqua" charset="0"/>
                <a:cs typeface="Book Antiqua" charset="0"/>
              </a:rPr>
              <a:t>out the Errors.</a:t>
            </a:r>
          </a:p>
          <a:p>
            <a:r>
              <a:rPr lang="en-US" dirty="0" smtClean="0">
                <a:latin typeface="Book Antiqua" charset="0"/>
                <a:ea typeface="Book Antiqua" charset="0"/>
                <a:cs typeface="Book Antiqua" charset="0"/>
              </a:rPr>
              <a:t>Don’t have Multiple </a:t>
            </a:r>
            <a:r>
              <a:rPr lang="en-US" dirty="0">
                <a:latin typeface="Book Antiqua" charset="0"/>
                <a:ea typeface="Book Antiqua" charset="0"/>
                <a:cs typeface="Book Antiqua" charset="0"/>
              </a:rPr>
              <a:t>T</a:t>
            </a:r>
            <a:r>
              <a:rPr lang="en-US" dirty="0" smtClean="0">
                <a:latin typeface="Book Antiqua" charset="0"/>
                <a:ea typeface="Book Antiqua" charset="0"/>
                <a:cs typeface="Book Antiqua" charset="0"/>
              </a:rPr>
              <a:t>eams </a:t>
            </a:r>
            <a:r>
              <a:rPr lang="en-US" dirty="0">
                <a:latin typeface="Book Antiqua" charset="0"/>
                <a:ea typeface="Book Antiqua" charset="0"/>
                <a:cs typeface="Book Antiqua" charset="0"/>
              </a:rPr>
              <a:t>I</a:t>
            </a:r>
            <a:r>
              <a:rPr lang="en-US" dirty="0" smtClean="0">
                <a:latin typeface="Book Antiqua" charset="0"/>
                <a:ea typeface="Book Antiqua" charset="0"/>
                <a:cs typeface="Book Antiqua" charset="0"/>
              </a:rPr>
              <a:t>nvolvement.</a:t>
            </a:r>
          </a:p>
          <a:p>
            <a:r>
              <a:rPr lang="en-US" dirty="0" smtClean="0">
                <a:latin typeface="Book Antiqua" charset="0"/>
                <a:ea typeface="Book Antiqua" charset="0"/>
                <a:cs typeface="Book Antiqua" charset="0"/>
              </a:rPr>
              <a:t>Don’t have Complex Architecture.</a:t>
            </a:r>
          </a:p>
        </p:txBody>
      </p:sp>
    </p:spTree>
    <p:extLst>
      <p:ext uri="{BB962C8B-B14F-4D97-AF65-F5344CB8AC3E}">
        <p14:creationId xmlns:p14="http://schemas.microsoft.com/office/powerpoint/2010/main" val="40912983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charset="0"/>
                <a:ea typeface="Times New Roman" charset="0"/>
                <a:cs typeface="Times New Roman" charset="0"/>
              </a:rPr>
              <a:t>Migration Plan</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p:txBody>
          <a:bodyPr>
            <a:normAutofit/>
          </a:bodyPr>
          <a:lstStyle/>
          <a:p>
            <a:pPr marL="0" lvl="0" indent="0">
              <a:lnSpc>
                <a:spcPct val="100000"/>
              </a:lnSpc>
              <a:spcBef>
                <a:spcPts val="0"/>
              </a:spcBef>
              <a:buNone/>
            </a:pPr>
            <a:r>
              <a:rPr lang="en-US" dirty="0" smtClean="0">
                <a:solidFill>
                  <a:srgbClr val="FF0000"/>
                </a:solidFill>
                <a:latin typeface="Book Antiqua" charset="0"/>
                <a:ea typeface="Book Antiqua" charset="0"/>
                <a:cs typeface="Book Antiqua" charset="0"/>
              </a:rPr>
              <a:t>M1</a:t>
            </a:r>
            <a:r>
              <a:rPr lang="en-US" dirty="0" smtClean="0">
                <a:latin typeface="Book Antiqua" charset="0"/>
                <a:ea typeface="Book Antiqua" charset="0"/>
                <a:cs typeface="Book Antiqua" charset="0"/>
              </a:rPr>
              <a:t> – Setup Test Environment Application </a:t>
            </a:r>
            <a:r>
              <a:rPr lang="en-US" dirty="0">
                <a:latin typeface="Book Antiqua" charset="0"/>
                <a:ea typeface="Book Antiqua" charset="0"/>
                <a:cs typeface="Book Antiqua" charset="0"/>
              </a:rPr>
              <a:t>(include </a:t>
            </a:r>
            <a:r>
              <a:rPr lang="en-US" dirty="0" smtClean="0">
                <a:latin typeface="Book Antiqua" charset="0"/>
                <a:ea typeface="Book Antiqua" charset="0"/>
                <a:cs typeface="Book Antiqua" charset="0"/>
              </a:rPr>
              <a:t>Testing)</a:t>
            </a:r>
          </a:p>
          <a:p>
            <a:pPr marL="0" lvl="0" indent="0">
              <a:lnSpc>
                <a:spcPct val="100000"/>
              </a:lnSpc>
              <a:spcBef>
                <a:spcPts val="0"/>
              </a:spcBef>
              <a:buNone/>
            </a:pPr>
            <a:endParaRPr lang="en-US" dirty="0" smtClean="0">
              <a:latin typeface="Book Antiqua" charset="0"/>
              <a:ea typeface="Book Antiqua" charset="0"/>
              <a:cs typeface="Book Antiqua" charset="0"/>
            </a:endParaRPr>
          </a:p>
          <a:p>
            <a:pPr>
              <a:lnSpc>
                <a:spcPct val="100000"/>
              </a:lnSpc>
              <a:spcBef>
                <a:spcPts val="0"/>
              </a:spcBef>
            </a:pPr>
            <a:r>
              <a:rPr lang="en-US" dirty="0" smtClean="0">
                <a:latin typeface="Book Antiqua" charset="0"/>
                <a:ea typeface="Book Antiqua" charset="0"/>
                <a:cs typeface="Book Antiqua" charset="0"/>
              </a:rPr>
              <a:t>Setup </a:t>
            </a:r>
            <a:r>
              <a:rPr lang="en-US" dirty="0">
                <a:latin typeface="Book Antiqua" charset="0"/>
                <a:ea typeface="Book Antiqua" charset="0"/>
                <a:cs typeface="Book Antiqua" charset="0"/>
              </a:rPr>
              <a:t>t</a:t>
            </a:r>
            <a:r>
              <a:rPr lang="en-US" dirty="0" smtClean="0">
                <a:latin typeface="Book Antiqua" charset="0"/>
                <a:ea typeface="Book Antiqua" charset="0"/>
                <a:cs typeface="Book Antiqua" charset="0"/>
              </a:rPr>
              <a:t>est environment in Cloud.</a:t>
            </a:r>
          </a:p>
          <a:p>
            <a:pPr>
              <a:lnSpc>
                <a:spcPct val="100000"/>
              </a:lnSpc>
              <a:spcBef>
                <a:spcPts val="0"/>
              </a:spcBef>
            </a:pPr>
            <a:r>
              <a:rPr lang="en-US" dirty="0" smtClean="0">
                <a:latin typeface="Book Antiqua" charset="0"/>
                <a:ea typeface="Book Antiqua" charset="0"/>
                <a:cs typeface="Book Antiqua" charset="0"/>
              </a:rPr>
              <a:t>Verifying the test environment. </a:t>
            </a:r>
          </a:p>
          <a:p>
            <a:pPr>
              <a:lnSpc>
                <a:spcPct val="100000"/>
              </a:lnSpc>
              <a:spcBef>
                <a:spcPts val="0"/>
              </a:spcBef>
            </a:pPr>
            <a:r>
              <a:rPr lang="en-US" dirty="0" smtClean="0">
                <a:latin typeface="Book Antiqua" charset="0"/>
                <a:ea typeface="Book Antiqua" charset="0"/>
                <a:cs typeface="Book Antiqua" charset="0"/>
              </a:rPr>
              <a:t>Being Tracked in Jira/Trello.</a:t>
            </a:r>
          </a:p>
          <a:p>
            <a:pPr>
              <a:lnSpc>
                <a:spcPct val="100000"/>
              </a:lnSpc>
              <a:spcBef>
                <a:spcPts val="0"/>
              </a:spcBef>
            </a:pPr>
            <a:endParaRPr lang="en-US" dirty="0">
              <a:latin typeface="Book Antiqua" charset="0"/>
              <a:ea typeface="Book Antiqua" charset="0"/>
              <a:cs typeface="Book Antiqua" charset="0"/>
            </a:endParaRPr>
          </a:p>
          <a:p>
            <a:pPr marL="0" indent="0">
              <a:lnSpc>
                <a:spcPct val="100000"/>
              </a:lnSpc>
              <a:spcBef>
                <a:spcPts val="0"/>
              </a:spcBef>
              <a:buNone/>
            </a:pPr>
            <a:r>
              <a:rPr lang="en-US" dirty="0" smtClean="0">
                <a:solidFill>
                  <a:srgbClr val="FF0000"/>
                </a:solidFill>
                <a:latin typeface="Book Antiqua" charset="0"/>
                <a:ea typeface="Book Antiqua" charset="0"/>
                <a:cs typeface="Book Antiqua" charset="0"/>
              </a:rPr>
              <a:t>Target Date </a:t>
            </a:r>
            <a:r>
              <a:rPr lang="en-US" dirty="0" smtClean="0">
                <a:latin typeface="Book Antiqua" charset="0"/>
                <a:ea typeface="Book Antiqua" charset="0"/>
                <a:cs typeface="Book Antiqua" charset="0"/>
              </a:rPr>
              <a:t>– </a:t>
            </a:r>
          </a:p>
          <a:p>
            <a:pPr marL="0" indent="0">
              <a:lnSpc>
                <a:spcPct val="100000"/>
              </a:lnSpc>
              <a:spcBef>
                <a:spcPts val="0"/>
              </a:spcBef>
              <a:buNone/>
            </a:pPr>
            <a:r>
              <a:rPr lang="en-US" dirty="0" smtClean="0">
                <a:solidFill>
                  <a:srgbClr val="FF0000"/>
                </a:solidFill>
                <a:latin typeface="Book Antiqua" charset="0"/>
                <a:ea typeface="Book Antiqua" charset="0"/>
                <a:cs typeface="Book Antiqua" charset="0"/>
              </a:rPr>
              <a:t>Status</a:t>
            </a:r>
            <a:r>
              <a:rPr lang="en-US" dirty="0" smtClean="0">
                <a:latin typeface="Book Antiqua" charset="0"/>
                <a:ea typeface="Book Antiqua" charset="0"/>
                <a:cs typeface="Book Antiqua" charset="0"/>
              </a:rPr>
              <a:t> – </a:t>
            </a:r>
          </a:p>
        </p:txBody>
      </p:sp>
    </p:spTree>
    <p:extLst>
      <p:ext uri="{BB962C8B-B14F-4D97-AF65-F5344CB8AC3E}">
        <p14:creationId xmlns:p14="http://schemas.microsoft.com/office/powerpoint/2010/main" val="14358499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5750"/>
            <a:ext cx="10515600" cy="6300788"/>
          </a:xfrm>
        </p:spPr>
        <p:txBody>
          <a:bodyPr>
            <a:normAutofit/>
          </a:bodyPr>
          <a:lstStyle/>
          <a:p>
            <a:pPr marL="0" indent="0">
              <a:buNone/>
            </a:pPr>
            <a:r>
              <a:rPr lang="en-US" dirty="0">
                <a:solidFill>
                  <a:srgbClr val="FF0000"/>
                </a:solidFill>
                <a:latin typeface="Book Antiqua" charset="0"/>
                <a:ea typeface="Book Antiqua" charset="0"/>
                <a:cs typeface="Book Antiqua" charset="0"/>
              </a:rPr>
              <a:t>M2</a:t>
            </a:r>
            <a:r>
              <a:rPr lang="en-US" dirty="0">
                <a:latin typeface="Book Antiqua" charset="0"/>
                <a:ea typeface="Book Antiqua" charset="0"/>
                <a:cs typeface="Book Antiqua" charset="0"/>
              </a:rPr>
              <a:t> - Setup Integration Environment </a:t>
            </a:r>
            <a:r>
              <a:rPr lang="en-US" dirty="0">
                <a:solidFill>
                  <a:srgbClr val="FF0000"/>
                </a:solidFill>
                <a:latin typeface="Book Antiqua" charset="0"/>
                <a:ea typeface="Book Antiqua" charset="0"/>
                <a:cs typeface="Book Antiqua" charset="0"/>
              </a:rPr>
              <a:t>Target Date </a:t>
            </a:r>
            <a:r>
              <a:rPr lang="en-US" dirty="0">
                <a:latin typeface="Book Antiqua" charset="0"/>
                <a:ea typeface="Book Antiqua" charset="0"/>
                <a:cs typeface="Book Antiqua" charset="0"/>
              </a:rPr>
              <a:t>– |</a:t>
            </a:r>
            <a:r>
              <a:rPr lang="en-US" dirty="0" smtClean="0">
                <a:latin typeface="Book Antiqua" charset="0"/>
                <a:ea typeface="Book Antiqua" charset="0"/>
                <a:cs typeface="Book Antiqua" charset="0"/>
              </a:rPr>
              <a:t> </a:t>
            </a:r>
            <a:r>
              <a:rPr lang="en-US" dirty="0">
                <a:solidFill>
                  <a:srgbClr val="FF0000"/>
                </a:solidFill>
                <a:latin typeface="Book Antiqua" charset="0"/>
                <a:ea typeface="Book Antiqua" charset="0"/>
                <a:cs typeface="Book Antiqua" charset="0"/>
              </a:rPr>
              <a:t>Status</a:t>
            </a:r>
            <a:r>
              <a:rPr lang="en-US" dirty="0">
                <a:latin typeface="Book Antiqua" charset="0"/>
                <a:ea typeface="Book Antiqua" charset="0"/>
                <a:cs typeface="Book Antiqua" charset="0"/>
              </a:rPr>
              <a:t> – </a:t>
            </a:r>
          </a:p>
          <a:p>
            <a:endParaRPr lang="en-US" dirty="0" smtClean="0">
              <a:latin typeface="Book Antiqua" charset="0"/>
              <a:ea typeface="Book Antiqua" charset="0"/>
              <a:cs typeface="Book Antiqua" charset="0"/>
            </a:endParaRPr>
          </a:p>
          <a:p>
            <a:r>
              <a:rPr lang="en-US" dirty="0">
                <a:latin typeface="Book Antiqua" charset="0"/>
                <a:ea typeface="Book Antiqua" charset="0"/>
                <a:cs typeface="Book Antiqua" charset="0"/>
              </a:rPr>
              <a:t>S</a:t>
            </a:r>
            <a:r>
              <a:rPr lang="en-US" dirty="0" smtClean="0">
                <a:latin typeface="Book Antiqua" charset="0"/>
                <a:ea typeface="Book Antiqua" charset="0"/>
                <a:cs typeface="Book Antiqua" charset="0"/>
              </a:rPr>
              <a:t>etup Integration Environment.</a:t>
            </a:r>
          </a:p>
          <a:p>
            <a:r>
              <a:rPr lang="en-US" dirty="0" smtClean="0">
                <a:latin typeface="Book Antiqua" charset="0"/>
                <a:ea typeface="Book Antiqua" charset="0"/>
                <a:cs typeface="Book Antiqua" charset="0"/>
              </a:rPr>
              <a:t>Proper Testing of Latest Deployed Code. </a:t>
            </a:r>
          </a:p>
          <a:p>
            <a:r>
              <a:rPr lang="en-US" dirty="0">
                <a:latin typeface="Book Antiqua" charset="0"/>
                <a:ea typeface="Book Antiqua" charset="0"/>
                <a:cs typeface="Book Antiqua" charset="0"/>
              </a:rPr>
              <a:t>Being Tracked in Jira/Trello</a:t>
            </a:r>
            <a:r>
              <a:rPr lang="en-US" dirty="0" smtClean="0">
                <a:latin typeface="Book Antiqua" charset="0"/>
                <a:ea typeface="Book Antiqua" charset="0"/>
                <a:cs typeface="Book Antiqua" charset="0"/>
              </a:rPr>
              <a:t>.</a:t>
            </a:r>
          </a:p>
          <a:p>
            <a:endParaRPr lang="en-US" dirty="0">
              <a:latin typeface="Book Antiqua" charset="0"/>
              <a:ea typeface="Book Antiqua" charset="0"/>
              <a:cs typeface="Book Antiqua" charset="0"/>
            </a:endParaRPr>
          </a:p>
          <a:p>
            <a:pPr marL="0" indent="0">
              <a:lnSpc>
                <a:spcPct val="100000"/>
              </a:lnSpc>
              <a:spcBef>
                <a:spcPts val="0"/>
              </a:spcBef>
              <a:buNone/>
            </a:pPr>
            <a:endParaRPr lang="en-US" dirty="0">
              <a:latin typeface="Book Antiqua" charset="0"/>
              <a:ea typeface="Book Antiqua" charset="0"/>
              <a:cs typeface="Book Antiqua" charset="0"/>
            </a:endParaRPr>
          </a:p>
          <a:p>
            <a:pPr marL="0" indent="0">
              <a:lnSpc>
                <a:spcPct val="100000"/>
              </a:lnSpc>
              <a:spcBef>
                <a:spcPts val="0"/>
              </a:spcBef>
              <a:buNone/>
            </a:pPr>
            <a:r>
              <a:rPr lang="en-US" dirty="0" smtClean="0">
                <a:solidFill>
                  <a:srgbClr val="FF0000"/>
                </a:solidFill>
                <a:latin typeface="Book Antiqua" charset="0"/>
                <a:ea typeface="Book Antiqua" charset="0"/>
                <a:cs typeface="Book Antiqua" charset="0"/>
              </a:rPr>
              <a:t>M3 - </a:t>
            </a:r>
            <a:r>
              <a:rPr lang="en-US" dirty="0">
                <a:latin typeface="Book Antiqua" charset="0"/>
                <a:ea typeface="Book Antiqua" charset="0"/>
                <a:cs typeface="Book Antiqua" charset="0"/>
              </a:rPr>
              <a:t>Performance </a:t>
            </a:r>
            <a:r>
              <a:rPr lang="en-US" dirty="0" smtClean="0">
                <a:latin typeface="Book Antiqua" charset="0"/>
                <a:ea typeface="Book Antiqua" charset="0"/>
                <a:cs typeface="Book Antiqua" charset="0"/>
              </a:rPr>
              <a:t>Testing </a:t>
            </a:r>
            <a:r>
              <a:rPr lang="en-US" dirty="0">
                <a:solidFill>
                  <a:srgbClr val="FF0000"/>
                </a:solidFill>
                <a:latin typeface="Book Antiqua" charset="0"/>
                <a:ea typeface="Book Antiqua" charset="0"/>
                <a:cs typeface="Book Antiqua" charset="0"/>
              </a:rPr>
              <a:t>Target Date </a:t>
            </a:r>
            <a:r>
              <a:rPr lang="en-US" dirty="0">
                <a:latin typeface="Book Antiqua" charset="0"/>
                <a:ea typeface="Book Antiqua" charset="0"/>
                <a:cs typeface="Book Antiqua" charset="0"/>
              </a:rPr>
              <a:t>– | </a:t>
            </a:r>
            <a:r>
              <a:rPr lang="en-US" dirty="0">
                <a:solidFill>
                  <a:srgbClr val="FF0000"/>
                </a:solidFill>
                <a:latin typeface="Book Antiqua" charset="0"/>
                <a:ea typeface="Book Antiqua" charset="0"/>
                <a:cs typeface="Book Antiqua" charset="0"/>
              </a:rPr>
              <a:t>Status</a:t>
            </a:r>
            <a:r>
              <a:rPr lang="en-US" dirty="0">
                <a:latin typeface="Book Antiqua" charset="0"/>
                <a:ea typeface="Book Antiqua" charset="0"/>
                <a:cs typeface="Book Antiqua" charset="0"/>
              </a:rPr>
              <a:t> – </a:t>
            </a:r>
          </a:p>
          <a:p>
            <a:pPr marL="0" indent="0">
              <a:lnSpc>
                <a:spcPct val="100000"/>
              </a:lnSpc>
              <a:spcBef>
                <a:spcPts val="0"/>
              </a:spcBef>
              <a:buNone/>
            </a:pPr>
            <a:endParaRPr lang="en-US" dirty="0" smtClean="0">
              <a:latin typeface="Book Antiqua" charset="0"/>
              <a:ea typeface="Book Antiqua" charset="0"/>
              <a:cs typeface="Book Antiqua" charset="0"/>
            </a:endParaRPr>
          </a:p>
          <a:p>
            <a:pPr>
              <a:lnSpc>
                <a:spcPct val="100000"/>
              </a:lnSpc>
              <a:spcBef>
                <a:spcPts val="0"/>
              </a:spcBef>
            </a:pPr>
            <a:r>
              <a:rPr lang="en-US" dirty="0" smtClean="0">
                <a:latin typeface="Book Antiqua" charset="0"/>
                <a:ea typeface="Book Antiqua" charset="0"/>
                <a:cs typeface="Book Antiqua" charset="0"/>
              </a:rPr>
              <a:t>Performance testing of application.</a:t>
            </a:r>
          </a:p>
          <a:p>
            <a:pPr>
              <a:lnSpc>
                <a:spcPct val="100000"/>
              </a:lnSpc>
              <a:spcBef>
                <a:spcPts val="0"/>
              </a:spcBef>
            </a:pPr>
            <a:r>
              <a:rPr lang="en-US" dirty="0" smtClean="0">
                <a:latin typeface="Book Antiqua" charset="0"/>
                <a:ea typeface="Book Antiqua" charset="0"/>
                <a:cs typeface="Book Antiqua" charset="0"/>
              </a:rPr>
              <a:t>Being </a:t>
            </a:r>
            <a:r>
              <a:rPr lang="en-US" dirty="0">
                <a:latin typeface="Book Antiqua" charset="0"/>
                <a:ea typeface="Book Antiqua" charset="0"/>
                <a:cs typeface="Book Antiqua" charset="0"/>
              </a:rPr>
              <a:t>Tracked in Jira/Trello</a:t>
            </a:r>
            <a:r>
              <a:rPr lang="en-US" dirty="0" smtClean="0">
                <a:latin typeface="Book Antiqua" charset="0"/>
                <a:ea typeface="Book Antiqua" charset="0"/>
                <a:cs typeface="Book Antiqua" charset="0"/>
              </a:rPr>
              <a:t>.</a:t>
            </a:r>
          </a:p>
          <a:p>
            <a:pPr>
              <a:lnSpc>
                <a:spcPct val="100000"/>
              </a:lnSpc>
              <a:spcBef>
                <a:spcPts val="0"/>
              </a:spcBef>
            </a:pPr>
            <a:endParaRPr lang="en-US" dirty="0">
              <a:latin typeface="Book Antiqua" charset="0"/>
              <a:ea typeface="Book Antiqua" charset="0"/>
              <a:cs typeface="Book Antiqua" charset="0"/>
            </a:endParaRPr>
          </a:p>
          <a:p>
            <a:pPr marL="0" indent="0">
              <a:lnSpc>
                <a:spcPct val="100000"/>
              </a:lnSpc>
              <a:spcBef>
                <a:spcPts val="0"/>
              </a:spcBef>
              <a:buNone/>
            </a:pPr>
            <a:r>
              <a:rPr lang="en-US" dirty="0">
                <a:latin typeface="Book Antiqua" charset="0"/>
                <a:ea typeface="Book Antiqua" charset="0"/>
                <a:cs typeface="Book Antiqua" charset="0"/>
              </a:rPr>
              <a:t>This will be done in the Integration Environment</a:t>
            </a:r>
            <a:endParaRPr lang="en-US" dirty="0" smtClean="0">
              <a:latin typeface="Book Antiqua" charset="0"/>
              <a:ea typeface="Book Antiqua" charset="0"/>
              <a:cs typeface="Book Antiqua" charset="0"/>
            </a:endParaRPr>
          </a:p>
          <a:p>
            <a:pPr>
              <a:lnSpc>
                <a:spcPct val="100000"/>
              </a:lnSpc>
              <a:spcBef>
                <a:spcPts val="0"/>
              </a:spcBef>
            </a:pPr>
            <a:endParaRPr lang="en-US" dirty="0" smtClean="0">
              <a:solidFill>
                <a:srgbClr val="FF0000"/>
              </a:solidFill>
              <a:latin typeface="Book Antiqua" charset="0"/>
              <a:ea typeface="Book Antiqua" charset="0"/>
              <a:cs typeface="Book Antiqua" charset="0"/>
            </a:endParaRPr>
          </a:p>
          <a:p>
            <a:pPr marL="0" indent="0">
              <a:lnSpc>
                <a:spcPct val="100000"/>
              </a:lnSpc>
              <a:spcBef>
                <a:spcPts val="0"/>
              </a:spcBef>
              <a:buNone/>
            </a:pPr>
            <a:endParaRPr lang="en-US" dirty="0" smtClean="0">
              <a:solidFill>
                <a:srgbClr val="FF0000"/>
              </a:solidFill>
              <a:latin typeface="Book Antiqua" charset="0"/>
              <a:ea typeface="Book Antiqua" charset="0"/>
              <a:cs typeface="Book Antiqua" charset="0"/>
            </a:endParaRPr>
          </a:p>
          <a:p>
            <a:pPr marL="0" indent="0">
              <a:lnSpc>
                <a:spcPct val="100000"/>
              </a:lnSpc>
              <a:spcBef>
                <a:spcPts val="0"/>
              </a:spcBef>
              <a:buNone/>
            </a:pPr>
            <a:endParaRPr lang="en-US" dirty="0">
              <a:solidFill>
                <a:srgbClr val="FF0000"/>
              </a:solidFill>
              <a:latin typeface="Book Antiqua" charset="0"/>
              <a:ea typeface="Book Antiqua" charset="0"/>
              <a:cs typeface="Book Antiqua" charset="0"/>
            </a:endParaRPr>
          </a:p>
          <a:p>
            <a:pPr marL="0" indent="0">
              <a:buNone/>
            </a:pPr>
            <a:endParaRPr lang="en-US" dirty="0" smtClean="0">
              <a:latin typeface="Book Antiqua" charset="0"/>
              <a:ea typeface="Book Antiqua" charset="0"/>
              <a:cs typeface="Book Antiqua" charset="0"/>
            </a:endParaRPr>
          </a:p>
          <a:p>
            <a:pPr marL="0" indent="0">
              <a:buNone/>
            </a:pPr>
            <a:endParaRPr lang="en-US" dirty="0">
              <a:latin typeface="Book Antiqua" charset="0"/>
              <a:ea typeface="Book Antiqua" charset="0"/>
              <a:cs typeface="Book Antiqua" charset="0"/>
            </a:endParaRPr>
          </a:p>
        </p:txBody>
      </p:sp>
    </p:spTree>
    <p:extLst>
      <p:ext uri="{BB962C8B-B14F-4D97-AF65-F5344CB8AC3E}">
        <p14:creationId xmlns:p14="http://schemas.microsoft.com/office/powerpoint/2010/main" val="40053736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5750"/>
            <a:ext cx="10515600" cy="6300788"/>
          </a:xfrm>
        </p:spPr>
        <p:txBody>
          <a:bodyPr>
            <a:normAutofit/>
          </a:bodyPr>
          <a:lstStyle/>
          <a:p>
            <a:pPr marL="0" indent="0">
              <a:buNone/>
            </a:pPr>
            <a:r>
              <a:rPr lang="en-US" dirty="0" smtClean="0">
                <a:solidFill>
                  <a:srgbClr val="FF0000"/>
                </a:solidFill>
                <a:latin typeface="Book Antiqua" charset="0"/>
                <a:ea typeface="Book Antiqua" charset="0"/>
                <a:cs typeface="Book Antiqua" charset="0"/>
              </a:rPr>
              <a:t>M4</a:t>
            </a:r>
            <a:r>
              <a:rPr lang="en-US" dirty="0" smtClean="0">
                <a:latin typeface="Book Antiqua" charset="0"/>
                <a:ea typeface="Book Antiqua" charset="0"/>
                <a:cs typeface="Book Antiqua" charset="0"/>
              </a:rPr>
              <a:t> – Production Environment </a:t>
            </a:r>
            <a:r>
              <a:rPr lang="en-US" dirty="0" smtClean="0">
                <a:solidFill>
                  <a:srgbClr val="FF0000"/>
                </a:solidFill>
                <a:latin typeface="Book Antiqua" charset="0"/>
                <a:ea typeface="Book Antiqua" charset="0"/>
                <a:cs typeface="Book Antiqua" charset="0"/>
              </a:rPr>
              <a:t>Target </a:t>
            </a:r>
            <a:r>
              <a:rPr lang="en-US" dirty="0">
                <a:solidFill>
                  <a:srgbClr val="FF0000"/>
                </a:solidFill>
                <a:latin typeface="Book Antiqua" charset="0"/>
                <a:ea typeface="Book Antiqua" charset="0"/>
                <a:cs typeface="Book Antiqua" charset="0"/>
              </a:rPr>
              <a:t>Date </a:t>
            </a:r>
            <a:r>
              <a:rPr lang="en-US" dirty="0">
                <a:latin typeface="Book Antiqua" charset="0"/>
                <a:ea typeface="Book Antiqua" charset="0"/>
                <a:cs typeface="Book Antiqua" charset="0"/>
              </a:rPr>
              <a:t>– |</a:t>
            </a:r>
            <a:r>
              <a:rPr lang="en-US" dirty="0" smtClean="0">
                <a:latin typeface="Book Antiqua" charset="0"/>
                <a:ea typeface="Book Antiqua" charset="0"/>
                <a:cs typeface="Book Antiqua" charset="0"/>
              </a:rPr>
              <a:t> </a:t>
            </a:r>
            <a:r>
              <a:rPr lang="en-US" dirty="0">
                <a:solidFill>
                  <a:srgbClr val="FF0000"/>
                </a:solidFill>
                <a:latin typeface="Book Antiqua" charset="0"/>
                <a:ea typeface="Book Antiqua" charset="0"/>
                <a:cs typeface="Book Antiqua" charset="0"/>
              </a:rPr>
              <a:t>Status</a:t>
            </a:r>
            <a:r>
              <a:rPr lang="en-US" dirty="0">
                <a:latin typeface="Book Antiqua" charset="0"/>
                <a:ea typeface="Book Antiqua" charset="0"/>
                <a:cs typeface="Book Antiqua" charset="0"/>
              </a:rPr>
              <a:t> – </a:t>
            </a:r>
          </a:p>
          <a:p>
            <a:endParaRPr lang="en-US" dirty="0" smtClean="0">
              <a:latin typeface="Book Antiqua" charset="0"/>
              <a:ea typeface="Book Antiqua" charset="0"/>
              <a:cs typeface="Book Antiqua" charset="0"/>
            </a:endParaRPr>
          </a:p>
          <a:p>
            <a:r>
              <a:rPr lang="en-US" dirty="0" smtClean="0">
                <a:latin typeface="Book Antiqua" charset="0"/>
                <a:ea typeface="Book Antiqua" charset="0"/>
                <a:cs typeface="Book Antiqua" charset="0"/>
              </a:rPr>
              <a:t>Setup Production Environment.</a:t>
            </a:r>
          </a:p>
          <a:p>
            <a:r>
              <a:rPr lang="en-US" dirty="0" smtClean="0">
                <a:latin typeface="Book Antiqua" charset="0"/>
                <a:ea typeface="Book Antiqua" charset="0"/>
                <a:cs typeface="Book Antiqua" charset="0"/>
              </a:rPr>
              <a:t>Proper Testing of Latest Deployed Code. </a:t>
            </a:r>
          </a:p>
          <a:p>
            <a:r>
              <a:rPr lang="en-US" dirty="0">
                <a:latin typeface="Book Antiqua" charset="0"/>
                <a:ea typeface="Book Antiqua" charset="0"/>
                <a:cs typeface="Book Antiqua" charset="0"/>
              </a:rPr>
              <a:t>Being Tracked in Jira/Trello</a:t>
            </a:r>
            <a:r>
              <a:rPr lang="en-US" dirty="0" smtClean="0">
                <a:latin typeface="Book Antiqua" charset="0"/>
                <a:ea typeface="Book Antiqua" charset="0"/>
                <a:cs typeface="Book Antiqua" charset="0"/>
              </a:rPr>
              <a:t>.</a:t>
            </a:r>
          </a:p>
          <a:p>
            <a:endParaRPr lang="en-US" dirty="0">
              <a:latin typeface="Book Antiqua" charset="0"/>
              <a:ea typeface="Book Antiqua" charset="0"/>
              <a:cs typeface="Book Antiqua" charset="0"/>
            </a:endParaRPr>
          </a:p>
          <a:p>
            <a:pPr marL="0" indent="0">
              <a:lnSpc>
                <a:spcPct val="100000"/>
              </a:lnSpc>
              <a:spcBef>
                <a:spcPts val="0"/>
              </a:spcBef>
              <a:buNone/>
            </a:pPr>
            <a:endParaRPr lang="en-US" dirty="0">
              <a:latin typeface="Book Antiqua" charset="0"/>
              <a:ea typeface="Book Antiqua" charset="0"/>
              <a:cs typeface="Book Antiqua" charset="0"/>
            </a:endParaRPr>
          </a:p>
          <a:p>
            <a:pPr marL="0" indent="0">
              <a:lnSpc>
                <a:spcPct val="100000"/>
              </a:lnSpc>
              <a:spcBef>
                <a:spcPts val="0"/>
              </a:spcBef>
              <a:buNone/>
            </a:pPr>
            <a:r>
              <a:rPr lang="en-US" dirty="0" smtClean="0">
                <a:solidFill>
                  <a:srgbClr val="FF0000"/>
                </a:solidFill>
                <a:latin typeface="Book Antiqua" charset="0"/>
                <a:ea typeface="Book Antiqua" charset="0"/>
                <a:cs typeface="Book Antiqua" charset="0"/>
              </a:rPr>
              <a:t>M5 – </a:t>
            </a:r>
            <a:r>
              <a:rPr lang="en-US" dirty="0" smtClean="0">
                <a:latin typeface="Book Antiqua" charset="0"/>
                <a:ea typeface="Book Antiqua" charset="0"/>
                <a:cs typeface="Book Antiqua" charset="0"/>
              </a:rPr>
              <a:t>Infrastructure Monitoring </a:t>
            </a:r>
            <a:r>
              <a:rPr lang="en-US" dirty="0" smtClean="0">
                <a:solidFill>
                  <a:srgbClr val="FF0000"/>
                </a:solidFill>
                <a:latin typeface="Book Antiqua" charset="0"/>
                <a:ea typeface="Book Antiqua" charset="0"/>
                <a:cs typeface="Book Antiqua" charset="0"/>
              </a:rPr>
              <a:t>Target </a:t>
            </a:r>
            <a:r>
              <a:rPr lang="en-US" dirty="0">
                <a:solidFill>
                  <a:srgbClr val="FF0000"/>
                </a:solidFill>
                <a:latin typeface="Book Antiqua" charset="0"/>
                <a:ea typeface="Book Antiqua" charset="0"/>
                <a:cs typeface="Book Antiqua" charset="0"/>
              </a:rPr>
              <a:t>Date </a:t>
            </a:r>
            <a:r>
              <a:rPr lang="en-US" dirty="0">
                <a:latin typeface="Book Antiqua" charset="0"/>
                <a:ea typeface="Book Antiqua" charset="0"/>
                <a:cs typeface="Book Antiqua" charset="0"/>
              </a:rPr>
              <a:t>– | </a:t>
            </a:r>
            <a:r>
              <a:rPr lang="en-US" dirty="0">
                <a:solidFill>
                  <a:srgbClr val="FF0000"/>
                </a:solidFill>
                <a:latin typeface="Book Antiqua" charset="0"/>
                <a:ea typeface="Book Antiqua" charset="0"/>
                <a:cs typeface="Book Antiqua" charset="0"/>
              </a:rPr>
              <a:t>Status</a:t>
            </a:r>
            <a:r>
              <a:rPr lang="en-US" dirty="0">
                <a:latin typeface="Book Antiqua" charset="0"/>
                <a:ea typeface="Book Antiqua" charset="0"/>
                <a:cs typeface="Book Antiqua" charset="0"/>
              </a:rPr>
              <a:t> – </a:t>
            </a:r>
          </a:p>
          <a:p>
            <a:pPr marL="0" indent="0">
              <a:lnSpc>
                <a:spcPct val="100000"/>
              </a:lnSpc>
              <a:spcBef>
                <a:spcPts val="0"/>
              </a:spcBef>
              <a:buNone/>
            </a:pPr>
            <a:endParaRPr lang="en-US" dirty="0" smtClean="0">
              <a:latin typeface="Book Antiqua" charset="0"/>
              <a:ea typeface="Book Antiqua" charset="0"/>
              <a:cs typeface="Book Antiqua" charset="0"/>
            </a:endParaRPr>
          </a:p>
          <a:p>
            <a:pPr>
              <a:lnSpc>
                <a:spcPct val="100000"/>
              </a:lnSpc>
              <a:spcBef>
                <a:spcPts val="0"/>
              </a:spcBef>
            </a:pPr>
            <a:r>
              <a:rPr lang="en-US" dirty="0" smtClean="0">
                <a:latin typeface="Book Antiqua" charset="0"/>
                <a:ea typeface="Book Antiqua" charset="0"/>
                <a:cs typeface="Book Antiqua" charset="0"/>
              </a:rPr>
              <a:t>Setup Cloud Watch Dashboard. </a:t>
            </a:r>
          </a:p>
          <a:p>
            <a:pPr>
              <a:lnSpc>
                <a:spcPct val="100000"/>
              </a:lnSpc>
              <a:spcBef>
                <a:spcPts val="0"/>
              </a:spcBef>
            </a:pPr>
            <a:r>
              <a:rPr lang="en-US" dirty="0" smtClean="0">
                <a:latin typeface="Book Antiqua" charset="0"/>
                <a:ea typeface="Book Antiqua" charset="0"/>
                <a:cs typeface="Book Antiqua" charset="0"/>
              </a:rPr>
              <a:t>Automated Warning/Critical Infrastructure Notification. </a:t>
            </a:r>
          </a:p>
          <a:p>
            <a:pPr>
              <a:lnSpc>
                <a:spcPct val="100000"/>
              </a:lnSpc>
              <a:spcBef>
                <a:spcPts val="0"/>
              </a:spcBef>
            </a:pPr>
            <a:r>
              <a:rPr lang="en-US" dirty="0" smtClean="0">
                <a:latin typeface="Book Antiqua" charset="0"/>
                <a:ea typeface="Book Antiqua" charset="0"/>
                <a:cs typeface="Book Antiqua" charset="0"/>
              </a:rPr>
              <a:t>Being </a:t>
            </a:r>
            <a:r>
              <a:rPr lang="en-US" dirty="0">
                <a:latin typeface="Book Antiqua" charset="0"/>
                <a:ea typeface="Book Antiqua" charset="0"/>
                <a:cs typeface="Book Antiqua" charset="0"/>
              </a:rPr>
              <a:t>Tracked in Jira/Trello</a:t>
            </a:r>
            <a:r>
              <a:rPr lang="en-US" dirty="0" smtClean="0">
                <a:latin typeface="Book Antiqua" charset="0"/>
                <a:ea typeface="Book Antiqua" charset="0"/>
                <a:cs typeface="Book Antiqua" charset="0"/>
              </a:rPr>
              <a:t>.</a:t>
            </a:r>
          </a:p>
          <a:p>
            <a:pPr>
              <a:lnSpc>
                <a:spcPct val="100000"/>
              </a:lnSpc>
              <a:spcBef>
                <a:spcPts val="0"/>
              </a:spcBef>
            </a:pPr>
            <a:endParaRPr lang="en-US" dirty="0">
              <a:latin typeface="Book Antiqua" charset="0"/>
              <a:ea typeface="Book Antiqua" charset="0"/>
              <a:cs typeface="Book Antiqua" charset="0"/>
            </a:endParaRPr>
          </a:p>
          <a:p>
            <a:pPr>
              <a:lnSpc>
                <a:spcPct val="100000"/>
              </a:lnSpc>
              <a:spcBef>
                <a:spcPts val="0"/>
              </a:spcBef>
            </a:pPr>
            <a:endParaRPr lang="en-US" dirty="0" smtClean="0">
              <a:solidFill>
                <a:srgbClr val="FF0000"/>
              </a:solidFill>
              <a:latin typeface="Book Antiqua" charset="0"/>
              <a:ea typeface="Book Antiqua" charset="0"/>
              <a:cs typeface="Book Antiqua" charset="0"/>
            </a:endParaRPr>
          </a:p>
          <a:p>
            <a:pPr marL="0" indent="0">
              <a:lnSpc>
                <a:spcPct val="100000"/>
              </a:lnSpc>
              <a:spcBef>
                <a:spcPts val="0"/>
              </a:spcBef>
              <a:buNone/>
            </a:pPr>
            <a:endParaRPr lang="en-US" dirty="0" smtClean="0">
              <a:solidFill>
                <a:srgbClr val="FF0000"/>
              </a:solidFill>
              <a:latin typeface="Book Antiqua" charset="0"/>
              <a:ea typeface="Book Antiqua" charset="0"/>
              <a:cs typeface="Book Antiqua" charset="0"/>
            </a:endParaRPr>
          </a:p>
          <a:p>
            <a:pPr marL="0" indent="0">
              <a:lnSpc>
                <a:spcPct val="100000"/>
              </a:lnSpc>
              <a:spcBef>
                <a:spcPts val="0"/>
              </a:spcBef>
              <a:buNone/>
            </a:pPr>
            <a:endParaRPr lang="en-US" dirty="0">
              <a:solidFill>
                <a:srgbClr val="FF0000"/>
              </a:solidFill>
              <a:latin typeface="Book Antiqua" charset="0"/>
              <a:ea typeface="Book Antiqua" charset="0"/>
              <a:cs typeface="Book Antiqua" charset="0"/>
            </a:endParaRPr>
          </a:p>
          <a:p>
            <a:pPr marL="0" indent="0">
              <a:buNone/>
            </a:pPr>
            <a:endParaRPr lang="en-US" dirty="0" smtClean="0">
              <a:latin typeface="Book Antiqua" charset="0"/>
              <a:ea typeface="Book Antiqua" charset="0"/>
              <a:cs typeface="Book Antiqua" charset="0"/>
            </a:endParaRPr>
          </a:p>
          <a:p>
            <a:pPr marL="0" indent="0">
              <a:buNone/>
            </a:pPr>
            <a:endParaRPr lang="en-US" dirty="0">
              <a:latin typeface="Book Antiqua" charset="0"/>
              <a:ea typeface="Book Antiqua" charset="0"/>
              <a:cs typeface="Book Antiqua" charset="0"/>
            </a:endParaRPr>
          </a:p>
        </p:txBody>
      </p:sp>
    </p:spTree>
    <p:extLst>
      <p:ext uri="{BB962C8B-B14F-4D97-AF65-F5344CB8AC3E}">
        <p14:creationId xmlns:p14="http://schemas.microsoft.com/office/powerpoint/2010/main" val="25522256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8187" y="539749"/>
            <a:ext cx="10515600" cy="5832475"/>
          </a:xfrm>
        </p:spPr>
        <p:txBody>
          <a:bodyPr/>
          <a:lstStyle/>
          <a:p>
            <a:pPr marL="0" indent="0">
              <a:buNone/>
            </a:pPr>
            <a:r>
              <a:rPr lang="en-US" dirty="0" smtClean="0">
                <a:solidFill>
                  <a:srgbClr val="FF0000"/>
                </a:solidFill>
                <a:latin typeface="Book Antiqua" charset="0"/>
                <a:ea typeface="Book Antiqua" charset="0"/>
                <a:cs typeface="Book Antiqua" charset="0"/>
              </a:rPr>
              <a:t>M6 </a:t>
            </a:r>
            <a:r>
              <a:rPr lang="en-US" dirty="0">
                <a:solidFill>
                  <a:srgbClr val="FF0000"/>
                </a:solidFill>
                <a:latin typeface="Book Antiqua" charset="0"/>
                <a:ea typeface="Book Antiqua" charset="0"/>
                <a:cs typeface="Book Antiqua" charset="0"/>
              </a:rPr>
              <a:t>– </a:t>
            </a:r>
            <a:r>
              <a:rPr lang="en-US" dirty="0">
                <a:latin typeface="Book Antiqua" charset="0"/>
                <a:ea typeface="Book Antiqua" charset="0"/>
                <a:cs typeface="Book Antiqua" charset="0"/>
              </a:rPr>
              <a:t>DNS Cutover </a:t>
            </a:r>
            <a:r>
              <a:rPr lang="en-US" dirty="0" smtClean="0">
                <a:solidFill>
                  <a:srgbClr val="FF0000"/>
                </a:solidFill>
                <a:latin typeface="Book Antiqua" charset="0"/>
                <a:ea typeface="Book Antiqua" charset="0"/>
                <a:cs typeface="Book Antiqua" charset="0"/>
              </a:rPr>
              <a:t>Target </a:t>
            </a:r>
            <a:r>
              <a:rPr lang="en-US" dirty="0">
                <a:solidFill>
                  <a:srgbClr val="FF0000"/>
                </a:solidFill>
                <a:latin typeface="Book Antiqua" charset="0"/>
                <a:ea typeface="Book Antiqua" charset="0"/>
                <a:cs typeface="Book Antiqua" charset="0"/>
              </a:rPr>
              <a:t>Date </a:t>
            </a:r>
            <a:r>
              <a:rPr lang="en-US" dirty="0">
                <a:latin typeface="Book Antiqua" charset="0"/>
                <a:ea typeface="Book Antiqua" charset="0"/>
                <a:cs typeface="Book Antiqua" charset="0"/>
              </a:rPr>
              <a:t>– | </a:t>
            </a:r>
            <a:r>
              <a:rPr lang="en-US" dirty="0">
                <a:solidFill>
                  <a:srgbClr val="FF0000"/>
                </a:solidFill>
                <a:latin typeface="Book Antiqua" charset="0"/>
                <a:ea typeface="Book Antiqua" charset="0"/>
                <a:cs typeface="Book Antiqua" charset="0"/>
              </a:rPr>
              <a:t>Status</a:t>
            </a:r>
            <a:r>
              <a:rPr lang="en-US" dirty="0">
                <a:latin typeface="Book Antiqua" charset="0"/>
                <a:ea typeface="Book Antiqua" charset="0"/>
                <a:cs typeface="Book Antiqua" charset="0"/>
              </a:rPr>
              <a:t> – </a:t>
            </a:r>
            <a:endParaRPr lang="en-US" dirty="0" smtClean="0">
              <a:latin typeface="Book Antiqua" charset="0"/>
              <a:ea typeface="Book Antiqua" charset="0"/>
              <a:cs typeface="Book Antiqua" charset="0"/>
            </a:endParaRPr>
          </a:p>
          <a:p>
            <a:pPr marL="0" indent="0">
              <a:buNone/>
            </a:pPr>
            <a:endParaRPr lang="en-US" dirty="0">
              <a:latin typeface="Book Antiqua" charset="0"/>
              <a:ea typeface="Book Antiqua" charset="0"/>
              <a:cs typeface="Book Antiqua" charset="0"/>
            </a:endParaRPr>
          </a:p>
          <a:p>
            <a:r>
              <a:rPr lang="en-US" dirty="0" smtClean="0">
                <a:latin typeface="Book Antiqua" charset="0"/>
                <a:ea typeface="Book Antiqua" charset="0"/>
                <a:cs typeface="Book Antiqua" charset="0"/>
              </a:rPr>
              <a:t>Traffic Monitoring during Ramp- up </a:t>
            </a:r>
          </a:p>
          <a:p>
            <a:endParaRPr lang="en-US" dirty="0">
              <a:latin typeface="Book Antiqua" charset="0"/>
              <a:ea typeface="Book Antiqua" charset="0"/>
              <a:cs typeface="Book Antiqua" charset="0"/>
            </a:endParaRPr>
          </a:p>
          <a:p>
            <a:pPr marL="0" indent="0">
              <a:buNone/>
            </a:pPr>
            <a:r>
              <a:rPr lang="en-US" dirty="0">
                <a:latin typeface="Book Antiqua" charset="0"/>
                <a:ea typeface="Book Antiqua" charset="0"/>
                <a:cs typeface="Book Antiqua" charset="0"/>
              </a:rPr>
              <a:t>Traffic </a:t>
            </a:r>
            <a:r>
              <a:rPr lang="en-US" dirty="0" smtClean="0">
                <a:latin typeface="Book Antiqua" charset="0"/>
                <a:ea typeface="Book Antiqua" charset="0"/>
                <a:cs typeface="Book Antiqua" charset="0"/>
              </a:rPr>
              <a:t>Ramp-up Plan</a:t>
            </a:r>
          </a:p>
          <a:p>
            <a:pPr marL="0" indent="0">
              <a:buNone/>
            </a:pPr>
            <a:endParaRPr lang="en-US" dirty="0" smtClean="0">
              <a:latin typeface="Book Antiqua" charset="0"/>
              <a:ea typeface="Book Antiqua" charset="0"/>
              <a:cs typeface="Book Antiqua" charset="0"/>
            </a:endParaRPr>
          </a:p>
          <a:p>
            <a:r>
              <a:rPr lang="en-US" dirty="0">
                <a:latin typeface="Book Antiqua" charset="0"/>
                <a:ea typeface="Book Antiqua" charset="0"/>
                <a:cs typeface="Book Antiqua" charset="0"/>
              </a:rPr>
              <a:t>Ramp-up to 10% traffic for 2 days </a:t>
            </a:r>
            <a:endParaRPr lang="en-US" dirty="0" smtClean="0">
              <a:latin typeface="Book Antiqua" charset="0"/>
              <a:ea typeface="Book Antiqua" charset="0"/>
              <a:cs typeface="Book Antiqua" charset="0"/>
            </a:endParaRPr>
          </a:p>
          <a:p>
            <a:r>
              <a:rPr lang="en-US" dirty="0" smtClean="0">
                <a:latin typeface="Book Antiqua" charset="0"/>
                <a:ea typeface="Book Antiqua" charset="0"/>
                <a:cs typeface="Book Antiqua" charset="0"/>
              </a:rPr>
              <a:t>Ramp-up </a:t>
            </a:r>
            <a:r>
              <a:rPr lang="en-US" dirty="0">
                <a:latin typeface="Book Antiqua" charset="0"/>
                <a:ea typeface="Book Antiqua" charset="0"/>
                <a:cs typeface="Book Antiqua" charset="0"/>
              </a:rPr>
              <a:t>to 30% traffic for 2 </a:t>
            </a:r>
            <a:r>
              <a:rPr lang="en-US" dirty="0" smtClean="0">
                <a:latin typeface="Book Antiqua" charset="0"/>
                <a:ea typeface="Book Antiqua" charset="0"/>
                <a:cs typeface="Book Antiqua" charset="0"/>
              </a:rPr>
              <a:t>days</a:t>
            </a:r>
          </a:p>
          <a:p>
            <a:r>
              <a:rPr lang="en-US" dirty="0">
                <a:latin typeface="Book Antiqua" charset="0"/>
                <a:ea typeface="Book Antiqua" charset="0"/>
                <a:cs typeface="Book Antiqua" charset="0"/>
              </a:rPr>
              <a:t>Ramp-up to 50% traffic for 2 days </a:t>
            </a:r>
            <a:endParaRPr lang="en-US" dirty="0" smtClean="0">
              <a:latin typeface="Book Antiqua" charset="0"/>
              <a:ea typeface="Book Antiqua" charset="0"/>
              <a:cs typeface="Book Antiqua" charset="0"/>
            </a:endParaRPr>
          </a:p>
          <a:p>
            <a:r>
              <a:rPr lang="en-US" dirty="0" smtClean="0">
                <a:latin typeface="Book Antiqua" charset="0"/>
                <a:ea typeface="Book Antiqua" charset="0"/>
                <a:cs typeface="Book Antiqua" charset="0"/>
              </a:rPr>
              <a:t>Ramp-up </a:t>
            </a:r>
            <a:r>
              <a:rPr lang="en-US" dirty="0">
                <a:latin typeface="Book Antiqua" charset="0"/>
                <a:ea typeface="Book Antiqua" charset="0"/>
                <a:cs typeface="Book Antiqua" charset="0"/>
              </a:rPr>
              <a:t>to 100% traffic</a:t>
            </a:r>
          </a:p>
          <a:p>
            <a:pPr marL="0" indent="0">
              <a:buNone/>
            </a:pPr>
            <a:endParaRPr lang="en-US" dirty="0"/>
          </a:p>
        </p:txBody>
      </p:sp>
    </p:spTree>
    <p:extLst>
      <p:ext uri="{BB962C8B-B14F-4D97-AF65-F5344CB8AC3E}">
        <p14:creationId xmlns:p14="http://schemas.microsoft.com/office/powerpoint/2010/main" val="33202466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8187" y="539749"/>
            <a:ext cx="10515600" cy="5832475"/>
          </a:xfrm>
        </p:spPr>
        <p:txBody>
          <a:bodyPr/>
          <a:lstStyle/>
          <a:p>
            <a:pPr marL="0" indent="0">
              <a:buNone/>
            </a:pPr>
            <a:r>
              <a:rPr lang="en-US" dirty="0" smtClean="0">
                <a:solidFill>
                  <a:srgbClr val="FF0000"/>
                </a:solidFill>
                <a:latin typeface="Book Antiqua" charset="0"/>
                <a:ea typeface="Book Antiqua" charset="0"/>
                <a:cs typeface="Book Antiqua" charset="0"/>
              </a:rPr>
              <a:t>M7 </a:t>
            </a:r>
            <a:r>
              <a:rPr lang="en-US" dirty="0">
                <a:solidFill>
                  <a:srgbClr val="FF0000"/>
                </a:solidFill>
                <a:latin typeface="Book Antiqua" charset="0"/>
                <a:ea typeface="Book Antiqua" charset="0"/>
                <a:cs typeface="Book Antiqua" charset="0"/>
              </a:rPr>
              <a:t>– </a:t>
            </a:r>
            <a:r>
              <a:rPr lang="en-US" dirty="0">
                <a:latin typeface="Book Antiqua" charset="0"/>
                <a:ea typeface="Book Antiqua" charset="0"/>
                <a:cs typeface="Book Antiqua" charset="0"/>
              </a:rPr>
              <a:t>Secondary Region for DR </a:t>
            </a:r>
            <a:r>
              <a:rPr lang="en-US" dirty="0" smtClean="0">
                <a:solidFill>
                  <a:srgbClr val="FF0000"/>
                </a:solidFill>
                <a:latin typeface="Book Antiqua" charset="0"/>
                <a:ea typeface="Book Antiqua" charset="0"/>
                <a:cs typeface="Book Antiqua" charset="0"/>
              </a:rPr>
              <a:t>Target </a:t>
            </a:r>
            <a:r>
              <a:rPr lang="en-US" dirty="0">
                <a:solidFill>
                  <a:srgbClr val="FF0000"/>
                </a:solidFill>
                <a:latin typeface="Book Antiqua" charset="0"/>
                <a:ea typeface="Book Antiqua" charset="0"/>
                <a:cs typeface="Book Antiqua" charset="0"/>
              </a:rPr>
              <a:t>Date </a:t>
            </a:r>
            <a:r>
              <a:rPr lang="en-US" dirty="0">
                <a:latin typeface="Book Antiqua" charset="0"/>
                <a:ea typeface="Book Antiqua" charset="0"/>
                <a:cs typeface="Book Antiqua" charset="0"/>
              </a:rPr>
              <a:t>– | </a:t>
            </a:r>
            <a:r>
              <a:rPr lang="en-US" dirty="0">
                <a:solidFill>
                  <a:srgbClr val="FF0000"/>
                </a:solidFill>
                <a:latin typeface="Book Antiqua" charset="0"/>
                <a:ea typeface="Book Antiqua" charset="0"/>
                <a:cs typeface="Book Antiqua" charset="0"/>
              </a:rPr>
              <a:t>Status</a:t>
            </a:r>
            <a:r>
              <a:rPr lang="en-US" dirty="0">
                <a:latin typeface="Book Antiqua" charset="0"/>
                <a:ea typeface="Book Antiqua" charset="0"/>
                <a:cs typeface="Book Antiqua" charset="0"/>
              </a:rPr>
              <a:t> – </a:t>
            </a:r>
            <a:endParaRPr lang="en-US" dirty="0" smtClean="0">
              <a:latin typeface="Book Antiqua" charset="0"/>
              <a:ea typeface="Book Antiqua" charset="0"/>
              <a:cs typeface="Book Antiqua" charset="0"/>
            </a:endParaRPr>
          </a:p>
          <a:p>
            <a:pPr marL="0" indent="0">
              <a:buNone/>
            </a:pPr>
            <a:endParaRPr lang="en-US" dirty="0">
              <a:latin typeface="Book Antiqua" charset="0"/>
              <a:ea typeface="Book Antiqua" charset="0"/>
              <a:cs typeface="Book Antiqua" charset="0"/>
            </a:endParaRPr>
          </a:p>
          <a:p>
            <a:r>
              <a:rPr lang="en-US" dirty="0" smtClean="0">
                <a:latin typeface="Book Antiqua" charset="0"/>
                <a:ea typeface="Book Antiqua" charset="0"/>
                <a:cs typeface="Book Antiqua" charset="0"/>
              </a:rPr>
              <a:t>Setup Data Recovery Environment. </a:t>
            </a:r>
          </a:p>
          <a:p>
            <a:r>
              <a:rPr lang="en-US" dirty="0" smtClean="0">
                <a:latin typeface="Book Antiqua" charset="0"/>
                <a:ea typeface="Book Antiqua" charset="0"/>
                <a:cs typeface="Book Antiqua" charset="0"/>
              </a:rPr>
              <a:t>Verifying DR Environment. </a:t>
            </a:r>
          </a:p>
          <a:p>
            <a:r>
              <a:rPr lang="en-US" dirty="0" smtClean="0">
                <a:latin typeface="Book Antiqua" charset="0"/>
                <a:ea typeface="Book Antiqua" charset="0"/>
                <a:cs typeface="Book Antiqua" charset="0"/>
              </a:rPr>
              <a:t>Being </a:t>
            </a:r>
            <a:r>
              <a:rPr lang="en-US" dirty="0">
                <a:latin typeface="Book Antiqua" charset="0"/>
                <a:ea typeface="Book Antiqua" charset="0"/>
                <a:cs typeface="Book Antiqua" charset="0"/>
              </a:rPr>
              <a:t>Tracked in Jira/Trello</a:t>
            </a:r>
            <a:r>
              <a:rPr lang="en-US" dirty="0" smtClean="0">
                <a:latin typeface="Book Antiqua" charset="0"/>
                <a:ea typeface="Book Antiqua" charset="0"/>
                <a:cs typeface="Book Antiqua" charset="0"/>
              </a:rPr>
              <a:t>.</a:t>
            </a:r>
          </a:p>
          <a:p>
            <a:endParaRPr lang="en-US" dirty="0">
              <a:latin typeface="Book Antiqua" charset="0"/>
              <a:ea typeface="Book Antiqua" charset="0"/>
              <a:cs typeface="Book Antiqua" charset="0"/>
            </a:endParaRPr>
          </a:p>
          <a:p>
            <a:pPr marL="0" indent="0">
              <a:buNone/>
            </a:pPr>
            <a:r>
              <a:rPr lang="en-US" dirty="0" smtClean="0">
                <a:solidFill>
                  <a:srgbClr val="FF0000"/>
                </a:solidFill>
                <a:latin typeface="Book Antiqua" charset="0"/>
                <a:ea typeface="Book Antiqua" charset="0"/>
                <a:cs typeface="Book Antiqua" charset="0"/>
              </a:rPr>
              <a:t>M8 </a:t>
            </a:r>
            <a:r>
              <a:rPr lang="en-US" dirty="0">
                <a:solidFill>
                  <a:srgbClr val="FF0000"/>
                </a:solidFill>
                <a:latin typeface="Book Antiqua" charset="0"/>
                <a:ea typeface="Book Antiqua" charset="0"/>
                <a:cs typeface="Book Antiqua" charset="0"/>
              </a:rPr>
              <a:t>– </a:t>
            </a:r>
            <a:r>
              <a:rPr lang="en-US" dirty="0" smtClean="0">
                <a:latin typeface="Book Antiqua" charset="0"/>
                <a:ea typeface="Book Antiqua" charset="0"/>
                <a:cs typeface="Book Antiqua" charset="0"/>
              </a:rPr>
              <a:t>Setup Auto failover </a:t>
            </a:r>
            <a:r>
              <a:rPr lang="en-US" dirty="0" smtClean="0">
                <a:solidFill>
                  <a:srgbClr val="FF0000"/>
                </a:solidFill>
                <a:latin typeface="Book Antiqua" charset="0"/>
                <a:ea typeface="Book Antiqua" charset="0"/>
                <a:cs typeface="Book Antiqua" charset="0"/>
              </a:rPr>
              <a:t>Target </a:t>
            </a:r>
            <a:r>
              <a:rPr lang="en-US" dirty="0">
                <a:solidFill>
                  <a:srgbClr val="FF0000"/>
                </a:solidFill>
                <a:latin typeface="Book Antiqua" charset="0"/>
                <a:ea typeface="Book Antiqua" charset="0"/>
                <a:cs typeface="Book Antiqua" charset="0"/>
              </a:rPr>
              <a:t>Date </a:t>
            </a:r>
            <a:r>
              <a:rPr lang="en-US" dirty="0">
                <a:latin typeface="Book Antiqua" charset="0"/>
                <a:ea typeface="Book Antiqua" charset="0"/>
                <a:cs typeface="Book Antiqua" charset="0"/>
              </a:rPr>
              <a:t>– | </a:t>
            </a:r>
            <a:r>
              <a:rPr lang="en-US" dirty="0">
                <a:solidFill>
                  <a:srgbClr val="FF0000"/>
                </a:solidFill>
                <a:latin typeface="Book Antiqua" charset="0"/>
                <a:ea typeface="Book Antiqua" charset="0"/>
                <a:cs typeface="Book Antiqua" charset="0"/>
              </a:rPr>
              <a:t>Status</a:t>
            </a:r>
            <a:r>
              <a:rPr lang="en-US" dirty="0">
                <a:latin typeface="Book Antiqua" charset="0"/>
                <a:ea typeface="Book Antiqua" charset="0"/>
                <a:cs typeface="Book Antiqua" charset="0"/>
              </a:rPr>
              <a:t> – </a:t>
            </a:r>
            <a:endParaRPr lang="en-US" dirty="0" smtClean="0">
              <a:latin typeface="Book Antiqua" charset="0"/>
              <a:ea typeface="Book Antiqua" charset="0"/>
              <a:cs typeface="Book Antiqua" charset="0"/>
            </a:endParaRPr>
          </a:p>
          <a:p>
            <a:pPr marL="0" indent="0">
              <a:buNone/>
            </a:pPr>
            <a:endParaRPr lang="en-US" dirty="0">
              <a:latin typeface="Book Antiqua" charset="0"/>
              <a:ea typeface="Book Antiqua" charset="0"/>
              <a:cs typeface="Book Antiqua" charset="0"/>
            </a:endParaRPr>
          </a:p>
          <a:p>
            <a:r>
              <a:rPr lang="en-US" dirty="0" smtClean="0">
                <a:latin typeface="Book Antiqua" charset="0"/>
                <a:ea typeface="Book Antiqua" charset="0"/>
                <a:cs typeface="Book Antiqua" charset="0"/>
              </a:rPr>
              <a:t>DNS Failover Changes.</a:t>
            </a:r>
          </a:p>
          <a:p>
            <a:r>
              <a:rPr lang="en-US" dirty="0" smtClean="0">
                <a:latin typeface="Book Antiqua" charset="0"/>
                <a:ea typeface="Book Antiqua" charset="0"/>
                <a:cs typeface="Book Antiqua" charset="0"/>
              </a:rPr>
              <a:t>Reduce the TTL value as much as possible, recommendation to make it 60 Sec. </a:t>
            </a:r>
            <a:endParaRPr lang="en-US" dirty="0">
              <a:latin typeface="Book Antiqua" charset="0"/>
              <a:ea typeface="Book Antiqua" charset="0"/>
              <a:cs typeface="Book Antiqua" charset="0"/>
            </a:endParaRPr>
          </a:p>
          <a:p>
            <a:endParaRPr lang="en-US" dirty="0">
              <a:latin typeface="Book Antiqua" charset="0"/>
              <a:ea typeface="Book Antiqua" charset="0"/>
              <a:cs typeface="Book Antiqua" charset="0"/>
            </a:endParaRPr>
          </a:p>
          <a:p>
            <a:pPr marL="0" indent="0">
              <a:buNone/>
            </a:pPr>
            <a:endParaRPr lang="en-US" dirty="0"/>
          </a:p>
        </p:txBody>
      </p:sp>
    </p:spTree>
    <p:extLst>
      <p:ext uri="{BB962C8B-B14F-4D97-AF65-F5344CB8AC3E}">
        <p14:creationId xmlns:p14="http://schemas.microsoft.com/office/powerpoint/2010/main" val="6781208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8187" y="539749"/>
            <a:ext cx="10515600" cy="5232401"/>
          </a:xfrm>
        </p:spPr>
        <p:txBody>
          <a:bodyPr/>
          <a:lstStyle/>
          <a:p>
            <a:pPr marL="0" indent="0">
              <a:buNone/>
            </a:pPr>
            <a:r>
              <a:rPr lang="en-US" dirty="0" smtClean="0">
                <a:solidFill>
                  <a:srgbClr val="FF0000"/>
                </a:solidFill>
                <a:latin typeface="Book Antiqua" charset="0"/>
                <a:ea typeface="Book Antiqua" charset="0"/>
                <a:cs typeface="Book Antiqua" charset="0"/>
              </a:rPr>
              <a:t>M9 </a:t>
            </a:r>
            <a:r>
              <a:rPr lang="en-US" dirty="0">
                <a:solidFill>
                  <a:srgbClr val="FF0000"/>
                </a:solidFill>
                <a:latin typeface="Book Antiqua" charset="0"/>
                <a:ea typeface="Book Antiqua" charset="0"/>
                <a:cs typeface="Book Antiqua" charset="0"/>
              </a:rPr>
              <a:t>– </a:t>
            </a:r>
            <a:r>
              <a:rPr lang="en-US" dirty="0" smtClean="0">
                <a:latin typeface="Book Antiqua" charset="0"/>
                <a:ea typeface="Book Antiqua" charset="0"/>
                <a:cs typeface="Book Antiqua" charset="0"/>
              </a:rPr>
              <a:t>Burn Down Activity </a:t>
            </a:r>
            <a:r>
              <a:rPr lang="en-US" dirty="0" smtClean="0">
                <a:solidFill>
                  <a:srgbClr val="FF0000"/>
                </a:solidFill>
                <a:latin typeface="Book Antiqua" charset="0"/>
                <a:ea typeface="Book Antiqua" charset="0"/>
                <a:cs typeface="Book Antiqua" charset="0"/>
              </a:rPr>
              <a:t>Target </a:t>
            </a:r>
            <a:r>
              <a:rPr lang="en-US" dirty="0">
                <a:solidFill>
                  <a:srgbClr val="FF0000"/>
                </a:solidFill>
                <a:latin typeface="Book Antiqua" charset="0"/>
                <a:ea typeface="Book Antiqua" charset="0"/>
                <a:cs typeface="Book Antiqua" charset="0"/>
              </a:rPr>
              <a:t>Date </a:t>
            </a:r>
            <a:r>
              <a:rPr lang="en-US" dirty="0">
                <a:latin typeface="Book Antiqua" charset="0"/>
                <a:ea typeface="Book Antiqua" charset="0"/>
                <a:cs typeface="Book Antiqua" charset="0"/>
              </a:rPr>
              <a:t>– | </a:t>
            </a:r>
            <a:r>
              <a:rPr lang="en-US" dirty="0">
                <a:solidFill>
                  <a:srgbClr val="FF0000"/>
                </a:solidFill>
                <a:latin typeface="Book Antiqua" charset="0"/>
                <a:ea typeface="Book Antiqua" charset="0"/>
                <a:cs typeface="Book Antiqua" charset="0"/>
              </a:rPr>
              <a:t>Status</a:t>
            </a:r>
            <a:r>
              <a:rPr lang="en-US" dirty="0">
                <a:latin typeface="Book Antiqua" charset="0"/>
                <a:ea typeface="Book Antiqua" charset="0"/>
                <a:cs typeface="Book Antiqua" charset="0"/>
              </a:rPr>
              <a:t> – </a:t>
            </a:r>
            <a:endParaRPr lang="en-US" dirty="0" smtClean="0">
              <a:latin typeface="Book Antiqua" charset="0"/>
              <a:ea typeface="Book Antiqua" charset="0"/>
              <a:cs typeface="Book Antiqua" charset="0"/>
            </a:endParaRPr>
          </a:p>
          <a:p>
            <a:pPr marL="0" indent="0">
              <a:buNone/>
            </a:pPr>
            <a:endParaRPr lang="en-US" dirty="0">
              <a:latin typeface="Book Antiqua" charset="0"/>
              <a:ea typeface="Book Antiqua" charset="0"/>
              <a:cs typeface="Book Antiqua" charset="0"/>
            </a:endParaRPr>
          </a:p>
          <a:p>
            <a:r>
              <a:rPr lang="en-US" dirty="0" smtClean="0">
                <a:latin typeface="Book Antiqua" charset="0"/>
                <a:ea typeface="Book Antiqua" charset="0"/>
                <a:cs typeface="Book Antiqua" charset="0"/>
              </a:rPr>
              <a:t>Resource Utilization. </a:t>
            </a:r>
          </a:p>
          <a:p>
            <a:r>
              <a:rPr lang="en-US" dirty="0" smtClean="0">
                <a:latin typeface="Book Antiqua" charset="0"/>
                <a:ea typeface="Book Antiqua" charset="0"/>
                <a:cs typeface="Book Antiqua" charset="0"/>
              </a:rPr>
              <a:t>Verifying Resilience Plan.</a:t>
            </a:r>
          </a:p>
          <a:p>
            <a:endParaRPr lang="en-US" dirty="0">
              <a:latin typeface="Book Antiqua" charset="0"/>
              <a:ea typeface="Book Antiqua" charset="0"/>
              <a:cs typeface="Book Antiqua" charset="0"/>
            </a:endParaRPr>
          </a:p>
          <a:p>
            <a:pPr marL="0" indent="0">
              <a:buNone/>
            </a:pPr>
            <a:r>
              <a:rPr lang="en-US" dirty="0" smtClean="0">
                <a:solidFill>
                  <a:srgbClr val="FF0000"/>
                </a:solidFill>
                <a:latin typeface="Book Antiqua" charset="0"/>
                <a:ea typeface="Book Antiqua" charset="0"/>
                <a:cs typeface="Book Antiqua" charset="0"/>
              </a:rPr>
              <a:t>M10 </a:t>
            </a:r>
            <a:r>
              <a:rPr lang="en-US" dirty="0">
                <a:solidFill>
                  <a:srgbClr val="FF0000"/>
                </a:solidFill>
                <a:latin typeface="Book Antiqua" charset="0"/>
                <a:ea typeface="Book Antiqua" charset="0"/>
                <a:cs typeface="Book Antiqua" charset="0"/>
              </a:rPr>
              <a:t>– </a:t>
            </a:r>
            <a:r>
              <a:rPr lang="en-US" dirty="0" smtClean="0">
                <a:latin typeface="Book Antiqua" charset="0"/>
                <a:ea typeface="Book Antiqua" charset="0"/>
                <a:cs typeface="Book Antiqua" charset="0"/>
              </a:rPr>
              <a:t>Data Center Decommissioning </a:t>
            </a:r>
            <a:r>
              <a:rPr lang="en-US" dirty="0" smtClean="0">
                <a:solidFill>
                  <a:srgbClr val="FF0000"/>
                </a:solidFill>
                <a:latin typeface="Book Antiqua" charset="0"/>
                <a:ea typeface="Book Antiqua" charset="0"/>
                <a:cs typeface="Book Antiqua" charset="0"/>
              </a:rPr>
              <a:t>Target </a:t>
            </a:r>
            <a:r>
              <a:rPr lang="en-US" dirty="0">
                <a:solidFill>
                  <a:srgbClr val="FF0000"/>
                </a:solidFill>
                <a:latin typeface="Book Antiqua" charset="0"/>
                <a:ea typeface="Book Antiqua" charset="0"/>
                <a:cs typeface="Book Antiqua" charset="0"/>
              </a:rPr>
              <a:t>Date </a:t>
            </a:r>
            <a:r>
              <a:rPr lang="en-US" dirty="0">
                <a:latin typeface="Book Antiqua" charset="0"/>
                <a:ea typeface="Book Antiqua" charset="0"/>
                <a:cs typeface="Book Antiqua" charset="0"/>
              </a:rPr>
              <a:t>– | </a:t>
            </a:r>
            <a:r>
              <a:rPr lang="en-US" dirty="0">
                <a:solidFill>
                  <a:srgbClr val="FF0000"/>
                </a:solidFill>
                <a:latin typeface="Book Antiqua" charset="0"/>
                <a:ea typeface="Book Antiqua" charset="0"/>
                <a:cs typeface="Book Antiqua" charset="0"/>
              </a:rPr>
              <a:t>Status</a:t>
            </a:r>
            <a:r>
              <a:rPr lang="en-US" dirty="0">
                <a:latin typeface="Book Antiqua" charset="0"/>
                <a:ea typeface="Book Antiqua" charset="0"/>
                <a:cs typeface="Book Antiqua" charset="0"/>
              </a:rPr>
              <a:t> – </a:t>
            </a:r>
            <a:endParaRPr lang="en-US" dirty="0" smtClean="0">
              <a:latin typeface="Book Antiqua" charset="0"/>
              <a:ea typeface="Book Antiqua" charset="0"/>
              <a:cs typeface="Book Antiqua" charset="0"/>
            </a:endParaRPr>
          </a:p>
          <a:p>
            <a:pPr marL="0" indent="0">
              <a:buNone/>
            </a:pPr>
            <a:endParaRPr lang="en-US" dirty="0">
              <a:latin typeface="Book Antiqua" charset="0"/>
              <a:ea typeface="Book Antiqua" charset="0"/>
              <a:cs typeface="Book Antiqua" charset="0"/>
            </a:endParaRPr>
          </a:p>
          <a:p>
            <a:r>
              <a:rPr lang="en-US" dirty="0" smtClean="0">
                <a:latin typeface="Book Antiqua" charset="0"/>
                <a:ea typeface="Book Antiqua" charset="0"/>
                <a:cs typeface="Book Antiqua" charset="0"/>
              </a:rPr>
              <a:t>Decommission the Data Center Servers.  </a:t>
            </a:r>
            <a:endParaRPr lang="en-US" dirty="0">
              <a:latin typeface="Book Antiqua" charset="0"/>
              <a:ea typeface="Book Antiqua" charset="0"/>
              <a:cs typeface="Book Antiqua" charset="0"/>
            </a:endParaRPr>
          </a:p>
          <a:p>
            <a:pPr marL="0" indent="0">
              <a:buNone/>
            </a:pPr>
            <a:endParaRPr lang="en-US" dirty="0"/>
          </a:p>
        </p:txBody>
      </p:sp>
    </p:spTree>
    <p:extLst>
      <p:ext uri="{BB962C8B-B14F-4D97-AF65-F5344CB8AC3E}">
        <p14:creationId xmlns:p14="http://schemas.microsoft.com/office/powerpoint/2010/main" val="27792040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874" y="461378"/>
            <a:ext cx="4888832" cy="1325563"/>
          </a:xfrm>
        </p:spPr>
        <p:txBody>
          <a:bodyPr/>
          <a:lstStyle/>
          <a:p>
            <a:r>
              <a:rPr lang="en-US" dirty="0" smtClean="0">
                <a:latin typeface="Times New Roman" charset="0"/>
                <a:ea typeface="Times New Roman" charset="0"/>
                <a:cs typeface="Times New Roman" charset="0"/>
              </a:rPr>
              <a:t>AWS Architecture </a:t>
            </a:r>
            <a:endParaRPr lang="en-US" dirty="0">
              <a:latin typeface="Times New Roman" charset="0"/>
              <a:ea typeface="Times New Roman" charset="0"/>
              <a:cs typeface="Times New Roman" charset="0"/>
            </a:endParaRPr>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5326" y="2010485"/>
            <a:ext cx="3207168" cy="3746800"/>
          </a:xfrm>
        </p:spPr>
      </p:pic>
      <p:sp>
        <p:nvSpPr>
          <p:cNvPr id="4" name="Title 1"/>
          <p:cNvSpPr txBox="1">
            <a:spLocks/>
          </p:cNvSpPr>
          <p:nvPr/>
        </p:nvSpPr>
        <p:spPr>
          <a:xfrm>
            <a:off x="5674895" y="437315"/>
            <a:ext cx="488883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latin typeface="Times New Roman" charset="0"/>
                <a:ea typeface="Times New Roman" charset="0"/>
                <a:cs typeface="Times New Roman" charset="0"/>
              </a:rPr>
              <a:t>GCP Architecture </a:t>
            </a:r>
            <a:endParaRPr lang="en-US" dirty="0">
              <a:latin typeface="Times New Roman" charset="0"/>
              <a:ea typeface="Times New Roman" charset="0"/>
              <a:cs typeface="Times New Roman" charset="0"/>
            </a:endParaRPr>
          </a:p>
        </p:txBody>
      </p:sp>
      <p:pic>
        <p:nvPicPr>
          <p:cNvPr id="3" name="Picture 2"/>
          <p:cNvPicPr>
            <a:picLocks noChangeAspect="1"/>
          </p:cNvPicPr>
          <p:nvPr/>
        </p:nvPicPr>
        <p:blipFill>
          <a:blip r:embed="rId4"/>
          <a:stretch>
            <a:fillRect/>
          </a:stretch>
        </p:blipFill>
        <p:spPr>
          <a:xfrm>
            <a:off x="8486274" y="1588168"/>
            <a:ext cx="3481136" cy="1958139"/>
          </a:xfrm>
          <a:prstGeom prst="rect">
            <a:avLst/>
          </a:prstGeom>
        </p:spPr>
      </p:pic>
      <p:pic>
        <p:nvPicPr>
          <p:cNvPr id="5" name="Picture 4"/>
          <p:cNvPicPr>
            <a:picLocks noChangeAspect="1"/>
          </p:cNvPicPr>
          <p:nvPr/>
        </p:nvPicPr>
        <p:blipFill>
          <a:blip r:embed="rId5"/>
          <a:stretch>
            <a:fillRect/>
          </a:stretch>
        </p:blipFill>
        <p:spPr>
          <a:xfrm>
            <a:off x="5440925" y="1347537"/>
            <a:ext cx="6542528" cy="4692316"/>
          </a:xfrm>
          <a:prstGeom prst="rect">
            <a:avLst/>
          </a:prstGeom>
        </p:spPr>
      </p:pic>
      <p:pic>
        <p:nvPicPr>
          <p:cNvPr id="6" name="Picture 5"/>
          <p:cNvPicPr>
            <a:picLocks noChangeAspect="1"/>
          </p:cNvPicPr>
          <p:nvPr/>
        </p:nvPicPr>
        <p:blipFill>
          <a:blip r:embed="rId6"/>
          <a:stretch>
            <a:fillRect/>
          </a:stretch>
        </p:blipFill>
        <p:spPr>
          <a:xfrm>
            <a:off x="4403557" y="1724054"/>
            <a:ext cx="5285875" cy="3458548"/>
          </a:xfrm>
          <a:prstGeom prst="rect">
            <a:avLst/>
          </a:prstGeom>
        </p:spPr>
      </p:pic>
    </p:spTree>
    <p:extLst>
      <p:ext uri="{BB962C8B-B14F-4D97-AF65-F5344CB8AC3E}">
        <p14:creationId xmlns:p14="http://schemas.microsoft.com/office/powerpoint/2010/main" val="24832714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charset="0"/>
                <a:ea typeface="Times New Roman" charset="0"/>
                <a:cs typeface="Times New Roman" charset="0"/>
              </a:rPr>
              <a:t>Why Auto Scaling ?</a:t>
            </a:r>
            <a:endParaRPr lang="en-US" dirty="0">
              <a:latin typeface="Times New Roman" charset="0"/>
              <a:ea typeface="Times New Roman" charset="0"/>
              <a:cs typeface="Times New Roman" charset="0"/>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6038" y="2033880"/>
            <a:ext cx="7549149" cy="3366795"/>
          </a:xfrm>
        </p:spPr>
      </p:pic>
    </p:spTree>
    <p:extLst>
      <p:ext uri="{BB962C8B-B14F-4D97-AF65-F5344CB8AC3E}">
        <p14:creationId xmlns:p14="http://schemas.microsoft.com/office/powerpoint/2010/main" val="25658836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charset="0"/>
                <a:ea typeface="Times New Roman" charset="0"/>
                <a:cs typeface="Times New Roman" charset="0"/>
              </a:rPr>
              <a:t>Auto Scaling Policies</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p:txBody>
          <a:bodyPr/>
          <a:lstStyle/>
          <a:p>
            <a:r>
              <a:rPr lang="en-US" dirty="0">
                <a:latin typeface="Book Antiqua" charset="0"/>
                <a:ea typeface="Book Antiqua" charset="0"/>
                <a:cs typeface="Book Antiqua" charset="0"/>
              </a:rPr>
              <a:t>CPU Utilization &gt; 70 for 2 consecutive period of 300 second -&gt; Add 1 Instance. </a:t>
            </a:r>
          </a:p>
          <a:p>
            <a:endParaRPr lang="en-US" dirty="0">
              <a:latin typeface="Book Antiqua" charset="0"/>
              <a:ea typeface="Book Antiqua" charset="0"/>
              <a:cs typeface="Book Antiqua" charset="0"/>
            </a:endParaRPr>
          </a:p>
          <a:p>
            <a:r>
              <a:rPr lang="en-US" dirty="0">
                <a:latin typeface="Book Antiqua" charset="0"/>
                <a:ea typeface="Book Antiqua" charset="0"/>
                <a:cs typeface="Book Antiqua" charset="0"/>
              </a:rPr>
              <a:t>CPU Utilization &gt; 80 for 2 consecutive period of 60 second -&gt; Add 2 Instance. </a:t>
            </a:r>
            <a:endParaRPr lang="en-US" dirty="0" smtClean="0">
              <a:latin typeface="Book Antiqua" charset="0"/>
              <a:ea typeface="Book Antiqua" charset="0"/>
              <a:cs typeface="Book Antiqua" charset="0"/>
            </a:endParaRPr>
          </a:p>
          <a:p>
            <a:endParaRPr lang="en-US" dirty="0">
              <a:latin typeface="Book Antiqua" charset="0"/>
              <a:ea typeface="Book Antiqua" charset="0"/>
              <a:cs typeface="Book Antiqua" charset="0"/>
            </a:endParaRPr>
          </a:p>
          <a:p>
            <a:r>
              <a:rPr lang="en-US" dirty="0">
                <a:latin typeface="Book Antiqua" charset="0"/>
                <a:ea typeface="Book Antiqua" charset="0"/>
                <a:cs typeface="Book Antiqua" charset="0"/>
              </a:rPr>
              <a:t>CPU Utilization &gt; 40 for 2 consecutive period of 600 second -&gt; Remove 1 Instance</a:t>
            </a:r>
          </a:p>
        </p:txBody>
      </p:sp>
    </p:spTree>
    <p:extLst>
      <p:ext uri="{BB962C8B-B14F-4D97-AF65-F5344CB8AC3E}">
        <p14:creationId xmlns:p14="http://schemas.microsoft.com/office/powerpoint/2010/main" val="41890875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charset="0"/>
                <a:ea typeface="Times New Roman" charset="0"/>
                <a:cs typeface="Times New Roman" charset="0"/>
              </a:rPr>
              <a:t>Cloud Watch Dashboards</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a:xfrm>
            <a:off x="838200" y="1825625"/>
            <a:ext cx="10515600" cy="2688502"/>
          </a:xfrm>
        </p:spPr>
        <p:txBody>
          <a:bodyPr>
            <a:normAutofit/>
          </a:bodyPr>
          <a:lstStyle/>
          <a:p>
            <a:endParaRPr lang="en-US" dirty="0" smtClean="0">
              <a:latin typeface="Book Antiqua" charset="0"/>
              <a:ea typeface="Book Antiqua" charset="0"/>
              <a:cs typeface="Book Antiqua" charset="0"/>
            </a:endParaRPr>
          </a:p>
          <a:p>
            <a:r>
              <a:rPr lang="en-US" dirty="0" smtClean="0">
                <a:latin typeface="Book Antiqua" charset="0"/>
                <a:ea typeface="Book Antiqua" charset="0"/>
                <a:cs typeface="Book Antiqua" charset="0"/>
              </a:rPr>
              <a:t>Monitor Cloud Resource </a:t>
            </a:r>
          </a:p>
          <a:p>
            <a:r>
              <a:rPr lang="en-US" dirty="0">
                <a:latin typeface="Book Antiqua" charset="0"/>
                <a:ea typeface="Book Antiqua" charset="0"/>
                <a:cs typeface="Book Antiqua" charset="0"/>
              </a:rPr>
              <a:t>Set Critical Alarms</a:t>
            </a:r>
          </a:p>
          <a:p>
            <a:r>
              <a:rPr lang="en-US" dirty="0">
                <a:latin typeface="Book Antiqua" charset="0"/>
                <a:ea typeface="Book Antiqua" charset="0"/>
                <a:cs typeface="Book Antiqua" charset="0"/>
              </a:rPr>
              <a:t>Monitor Custom Metrics</a:t>
            </a:r>
          </a:p>
          <a:p>
            <a:r>
              <a:rPr lang="en-US" dirty="0">
                <a:latin typeface="Book Antiqua" charset="0"/>
                <a:ea typeface="Book Antiqua" charset="0"/>
                <a:cs typeface="Book Antiqua" charset="0"/>
              </a:rPr>
              <a:t>View Graphs and Statistics</a:t>
            </a:r>
          </a:p>
          <a:p>
            <a:endParaRPr lang="en-US" dirty="0">
              <a:latin typeface="Book Antiqua" charset="0"/>
              <a:ea typeface="Book Antiqua" charset="0"/>
              <a:cs typeface="Book Antiqua" charset="0"/>
            </a:endParaRPr>
          </a:p>
          <a:p>
            <a:endParaRPr lang="en-US" dirty="0">
              <a:latin typeface="Book Antiqua" charset="0"/>
              <a:ea typeface="Book Antiqua" charset="0"/>
              <a:cs typeface="Book Antiqua" charset="0"/>
            </a:endParaRPr>
          </a:p>
        </p:txBody>
      </p:sp>
    </p:spTree>
    <p:extLst>
      <p:ext uri="{BB962C8B-B14F-4D97-AF65-F5344CB8AC3E}">
        <p14:creationId xmlns:p14="http://schemas.microsoft.com/office/powerpoint/2010/main" val="12273156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charset="0"/>
                <a:ea typeface="Times New Roman" charset="0"/>
                <a:cs typeface="Times New Roman" charset="0"/>
              </a:rPr>
              <a:t>Why Resilience Plan Needed ?</a:t>
            </a:r>
            <a:endParaRPr lang="en-US" dirty="0">
              <a:latin typeface="Times New Roman" charset="0"/>
              <a:ea typeface="Times New Roman" charset="0"/>
              <a:cs typeface="Times New Roman"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1238" y="1690688"/>
            <a:ext cx="7048500" cy="4178300"/>
          </a:xfrm>
        </p:spPr>
      </p:pic>
    </p:spTree>
    <p:extLst>
      <p:ext uri="{BB962C8B-B14F-4D97-AF65-F5344CB8AC3E}">
        <p14:creationId xmlns:p14="http://schemas.microsoft.com/office/powerpoint/2010/main" val="5752031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charset="0"/>
                <a:ea typeface="Times New Roman" charset="0"/>
                <a:cs typeface="Times New Roman" charset="0"/>
              </a:rPr>
              <a:t>How AWS Router53 Works ?</a:t>
            </a:r>
            <a:endParaRPr lang="en-US" dirty="0">
              <a:latin typeface="Times New Roman" charset="0"/>
              <a:ea typeface="Times New Roman" charset="0"/>
              <a:cs typeface="Times New Roman" charset="0"/>
            </a:endParaRPr>
          </a:p>
        </p:txBody>
      </p:sp>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0578" y="1554162"/>
            <a:ext cx="5074005" cy="4546600"/>
          </a:xfrm>
        </p:spPr>
      </p:pic>
    </p:spTree>
    <p:extLst>
      <p:ext uri="{BB962C8B-B14F-4D97-AF65-F5344CB8AC3E}">
        <p14:creationId xmlns:p14="http://schemas.microsoft.com/office/powerpoint/2010/main" val="39927138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0" y="0"/>
            <a:ext cx="9144000" cy="68580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24000" y="1524000"/>
            <a:ext cx="9144000" cy="1143000"/>
          </a:xfrm>
          <a:custGeom>
            <a:avLst/>
            <a:gdLst/>
            <a:ahLst/>
            <a:cxnLst/>
            <a:rect l="l" t="t" r="r" b="b"/>
            <a:pathLst>
              <a:path w="9144000" h="1143000">
                <a:moveTo>
                  <a:pt x="0" y="0"/>
                </a:moveTo>
                <a:lnTo>
                  <a:pt x="9144000" y="0"/>
                </a:lnTo>
                <a:lnTo>
                  <a:pt x="9144000" y="1143000"/>
                </a:lnTo>
                <a:lnTo>
                  <a:pt x="0" y="1143000"/>
                </a:lnTo>
                <a:lnTo>
                  <a:pt x="0" y="0"/>
                </a:lnTo>
                <a:close/>
              </a:path>
            </a:pathLst>
          </a:custGeom>
          <a:solidFill>
            <a:srgbClr val="FFFFFF"/>
          </a:solidFill>
        </p:spPr>
        <p:txBody>
          <a:bodyPr wrap="square" lIns="0" tIns="0" rIns="0" bIns="0" rtlCol="0"/>
          <a:lstStyle/>
          <a:p>
            <a:endParaRPr/>
          </a:p>
        </p:txBody>
      </p:sp>
      <p:sp>
        <p:nvSpPr>
          <p:cNvPr id="4" name="object 4"/>
          <p:cNvSpPr/>
          <p:nvPr/>
        </p:nvSpPr>
        <p:spPr>
          <a:xfrm>
            <a:off x="1524000" y="1600200"/>
            <a:ext cx="1295400" cy="990600"/>
          </a:xfrm>
          <a:custGeom>
            <a:avLst/>
            <a:gdLst/>
            <a:ahLst/>
            <a:cxnLst/>
            <a:rect l="l" t="t" r="r" b="b"/>
            <a:pathLst>
              <a:path w="1295400" h="990600">
                <a:moveTo>
                  <a:pt x="0" y="0"/>
                </a:moveTo>
                <a:lnTo>
                  <a:pt x="1295400" y="0"/>
                </a:lnTo>
                <a:lnTo>
                  <a:pt x="1295400" y="990600"/>
                </a:lnTo>
                <a:lnTo>
                  <a:pt x="0" y="990600"/>
                </a:lnTo>
                <a:lnTo>
                  <a:pt x="0" y="0"/>
                </a:lnTo>
                <a:close/>
              </a:path>
            </a:pathLst>
          </a:custGeom>
          <a:solidFill>
            <a:srgbClr val="DD8046"/>
          </a:solidFill>
        </p:spPr>
        <p:txBody>
          <a:bodyPr wrap="square" lIns="0" tIns="0" rIns="0" bIns="0" rtlCol="0"/>
          <a:lstStyle/>
          <a:p>
            <a:endParaRPr/>
          </a:p>
        </p:txBody>
      </p:sp>
      <p:sp>
        <p:nvSpPr>
          <p:cNvPr id="5" name="object 5"/>
          <p:cNvSpPr/>
          <p:nvPr/>
        </p:nvSpPr>
        <p:spPr>
          <a:xfrm>
            <a:off x="2895600" y="1600200"/>
            <a:ext cx="7772400" cy="990600"/>
          </a:xfrm>
          <a:custGeom>
            <a:avLst/>
            <a:gdLst/>
            <a:ahLst/>
            <a:cxnLst/>
            <a:rect l="l" t="t" r="r" b="b"/>
            <a:pathLst>
              <a:path w="7772400" h="990600">
                <a:moveTo>
                  <a:pt x="0" y="0"/>
                </a:moveTo>
                <a:lnTo>
                  <a:pt x="7772400" y="0"/>
                </a:lnTo>
                <a:lnTo>
                  <a:pt x="7772400" y="990600"/>
                </a:lnTo>
                <a:lnTo>
                  <a:pt x="0" y="990600"/>
                </a:lnTo>
                <a:lnTo>
                  <a:pt x="0" y="0"/>
                </a:lnTo>
                <a:close/>
              </a:path>
            </a:pathLst>
          </a:custGeom>
          <a:solidFill>
            <a:srgbClr val="93B6D2"/>
          </a:solidFill>
        </p:spPr>
        <p:txBody>
          <a:bodyPr wrap="square" lIns="0" tIns="0" rIns="0" bIns="0" rtlCol="0"/>
          <a:lstStyle/>
          <a:p>
            <a:endParaRPr/>
          </a:p>
        </p:txBody>
      </p:sp>
      <p:sp>
        <p:nvSpPr>
          <p:cNvPr id="7" name="object 7"/>
          <p:cNvSpPr txBox="1"/>
          <p:nvPr/>
        </p:nvSpPr>
        <p:spPr>
          <a:xfrm>
            <a:off x="6152515" y="4950724"/>
            <a:ext cx="3786504" cy="615315"/>
          </a:xfrm>
          <a:prstGeom prst="rect">
            <a:avLst/>
          </a:prstGeom>
        </p:spPr>
        <p:txBody>
          <a:bodyPr vert="horz" wrap="square" lIns="0" tIns="0" rIns="0" bIns="0" rtlCol="0">
            <a:spAutoFit/>
          </a:bodyPr>
          <a:lstStyle/>
          <a:p>
            <a:pPr marR="5080" algn="r"/>
            <a:endParaRPr sz="4000">
              <a:latin typeface="Cambria" panose="02040503050406030204"/>
              <a:cs typeface="Cambria" panose="02040503050406030204"/>
            </a:endParaRPr>
          </a:p>
        </p:txBody>
      </p:sp>
      <p:sp>
        <p:nvSpPr>
          <p:cNvPr id="8" name="object 8"/>
          <p:cNvSpPr txBox="1">
            <a:spLocks noGrp="1"/>
          </p:cNvSpPr>
          <p:nvPr>
            <p:ph type="title"/>
          </p:nvPr>
        </p:nvSpPr>
        <p:spPr>
          <a:xfrm>
            <a:off x="3993932" y="1787714"/>
            <a:ext cx="3659088" cy="677108"/>
          </a:xfrm>
          <a:prstGeom prst="rect">
            <a:avLst/>
          </a:prstGeom>
        </p:spPr>
        <p:txBody>
          <a:bodyPr vert="horz" wrap="square" lIns="0" tIns="0" rIns="0" bIns="0" rtlCol="0" anchor="ctr">
            <a:spAutoFit/>
          </a:bodyPr>
          <a:lstStyle/>
          <a:p>
            <a:pPr marL="12700">
              <a:lnSpc>
                <a:spcPct val="100000"/>
              </a:lnSpc>
            </a:pPr>
            <a:r>
              <a:rPr lang="en-US" spc="-5" dirty="0" smtClean="0">
                <a:solidFill>
                  <a:srgbClr val="FFFFFF"/>
                </a:solidFill>
                <a:latin typeface="Cambria" panose="02040503050406030204"/>
                <a:cs typeface="Cambria" panose="02040503050406030204"/>
              </a:rPr>
              <a:t>Virtualization</a:t>
            </a:r>
            <a:endParaRPr spc="-5" dirty="0">
              <a:solidFill>
                <a:srgbClr val="FFFFFF"/>
              </a:solidFill>
              <a:latin typeface="Cambria" panose="02040503050406030204"/>
              <a:cs typeface="Cambria" panose="02040503050406030204"/>
            </a:endParaRPr>
          </a:p>
        </p:txBody>
      </p:sp>
      <p:sp>
        <p:nvSpPr>
          <p:cNvPr id="9" name="object 9"/>
          <p:cNvSpPr txBox="1"/>
          <p:nvPr/>
        </p:nvSpPr>
        <p:spPr>
          <a:xfrm>
            <a:off x="2065655" y="1958598"/>
            <a:ext cx="211454" cy="369332"/>
          </a:xfrm>
          <a:prstGeom prst="rect">
            <a:avLst/>
          </a:prstGeom>
        </p:spPr>
        <p:txBody>
          <a:bodyPr vert="horz" wrap="square" lIns="0" tIns="0" rIns="0" bIns="0" rtlCol="0">
            <a:spAutoFit/>
          </a:bodyPr>
          <a:lstStyle/>
          <a:p>
            <a:pPr marL="12700"/>
            <a:r>
              <a:rPr sz="2400" b="1" dirty="0">
                <a:solidFill>
                  <a:srgbClr val="FFFFFF"/>
                </a:solidFill>
                <a:latin typeface="Comic Sans MS" panose="030F0702030302020204"/>
                <a:cs typeface="Comic Sans MS" panose="030F0702030302020204"/>
              </a:rPr>
              <a:t>2</a:t>
            </a:r>
            <a:endParaRPr sz="2400">
              <a:latin typeface="Comic Sans MS" panose="030F0702030302020204"/>
              <a:cs typeface="Comic Sans MS" panose="030F0702030302020204"/>
            </a:endParaRPr>
          </a:p>
        </p:txBody>
      </p:sp>
      <p:sp>
        <p:nvSpPr>
          <p:cNvPr id="10" name="object 10"/>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370868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545590">
              <a:lnSpc>
                <a:spcPct val="100000"/>
              </a:lnSpc>
            </a:pPr>
            <a:r>
              <a:rPr spc="-50" dirty="0"/>
              <a:t>V</a:t>
            </a:r>
            <a:r>
              <a:rPr spc="-5" dirty="0"/>
              <a:t>i</a:t>
            </a:r>
            <a:r>
              <a:rPr spc="204" dirty="0"/>
              <a:t>r</a:t>
            </a:r>
            <a:r>
              <a:rPr spc="-5" dirty="0"/>
              <a:t>tu</a:t>
            </a:r>
            <a:r>
              <a:rPr spc="-10" dirty="0"/>
              <a:t>a</a:t>
            </a:r>
            <a:r>
              <a:rPr spc="-5" dirty="0"/>
              <a:t>lis</a:t>
            </a:r>
            <a:r>
              <a:rPr spc="75" dirty="0"/>
              <a:t>a</a:t>
            </a:r>
            <a:r>
              <a:rPr spc="-5" dirty="0"/>
              <a:t>tion:</a:t>
            </a:r>
            <a:r>
              <a:rPr spc="70" dirty="0">
                <a:latin typeface="Times New Roman" panose="02020603050405020304"/>
                <a:cs typeface="Times New Roman" panose="02020603050405020304"/>
              </a:rPr>
              <a:t> </a:t>
            </a:r>
            <a:r>
              <a:rPr spc="-5" dirty="0"/>
              <a:t>Con</a:t>
            </a:r>
            <a:r>
              <a:rPr spc="-10" dirty="0"/>
              <a:t>c</a:t>
            </a:r>
            <a:r>
              <a:rPr dirty="0"/>
              <a:t>e</a:t>
            </a:r>
            <a:r>
              <a:rPr spc="-5" dirty="0"/>
              <a:t>pt</a:t>
            </a:r>
          </a:p>
        </p:txBody>
      </p:sp>
      <p:sp>
        <p:nvSpPr>
          <p:cNvPr id="3" name="object 3"/>
          <p:cNvSpPr txBox="1"/>
          <p:nvPr/>
        </p:nvSpPr>
        <p:spPr>
          <a:xfrm>
            <a:off x="1731645" y="1289496"/>
            <a:ext cx="8479790" cy="5042406"/>
          </a:xfrm>
          <a:prstGeom prst="rect">
            <a:avLst/>
          </a:prstGeom>
        </p:spPr>
        <p:txBody>
          <a:bodyPr vert="horz" wrap="square" lIns="0" tIns="0" rIns="0" bIns="0" rtlCol="0">
            <a:spAutoFit/>
          </a:bodyPr>
          <a:lstStyle/>
          <a:p>
            <a:pPr marL="12700"/>
            <a:r>
              <a:rPr sz="1200" b="1" dirty="0">
                <a:solidFill>
                  <a:srgbClr val="FFFFFF"/>
                </a:solidFill>
                <a:latin typeface="Comic Sans MS" panose="030F0702030302020204"/>
                <a:cs typeface="Comic Sans MS" panose="030F0702030302020204"/>
              </a:rPr>
              <a:t>3</a:t>
            </a:r>
            <a:endParaRPr sz="1200">
              <a:latin typeface="Comic Sans MS" panose="030F0702030302020204"/>
              <a:cs typeface="Comic Sans MS" panose="030F0702030302020204"/>
            </a:endParaRPr>
          </a:p>
          <a:p>
            <a:pPr>
              <a:spcBef>
                <a:spcPts val="55"/>
              </a:spcBef>
            </a:pPr>
            <a:endParaRPr sz="1150">
              <a:latin typeface="Times New Roman" panose="02020603050405020304"/>
              <a:cs typeface="Times New Roman" panose="02020603050405020304"/>
            </a:endParaRPr>
          </a:p>
          <a:p>
            <a:pPr marL="816610" marR="5080" indent="-320040" algn="just">
              <a:lnSpc>
                <a:spcPts val="2920"/>
              </a:lnSpc>
              <a:buClr>
                <a:srgbClr val="DD8046"/>
              </a:buClr>
              <a:buSzPct val="59000"/>
              <a:buFont typeface="Wingdings" panose="05000000000000000000"/>
              <a:buChar char=""/>
              <a:tabLst>
                <a:tab pos="816610" algn="l"/>
              </a:tabLst>
            </a:pPr>
            <a:r>
              <a:rPr sz="2700" spc="75" dirty="0">
                <a:latin typeface="Tw Cen MT" panose="020B0602020104020603"/>
                <a:cs typeface="Tw Cen MT" panose="020B0602020104020603"/>
              </a:rPr>
              <a:t>Vi</a:t>
            </a:r>
            <a:r>
              <a:rPr sz="2700" spc="130" dirty="0">
                <a:latin typeface="Tw Cen MT" panose="020B0602020104020603"/>
                <a:cs typeface="Tw Cen MT" panose="020B0602020104020603"/>
              </a:rPr>
              <a:t>r</a:t>
            </a:r>
            <a:r>
              <a:rPr sz="2700" spc="75" dirty="0">
                <a:latin typeface="Tw Cen MT" panose="020B0602020104020603"/>
                <a:cs typeface="Tw Cen MT" panose="020B0602020104020603"/>
              </a:rPr>
              <a:t>tualizati</a:t>
            </a:r>
            <a:r>
              <a:rPr sz="2700" spc="80" dirty="0">
                <a:latin typeface="Tw Cen MT" panose="020B0602020104020603"/>
                <a:cs typeface="Tw Cen MT" panose="020B0602020104020603"/>
              </a:rPr>
              <a:t>o</a:t>
            </a:r>
            <a:r>
              <a:rPr sz="2700" spc="-5" dirty="0">
                <a:latin typeface="Tw Cen MT" panose="020B0602020104020603"/>
                <a:cs typeface="Tw Cen MT" panose="020B0602020104020603"/>
              </a:rPr>
              <a:t>n</a:t>
            </a:r>
            <a:r>
              <a:rPr sz="2700" spc="160" dirty="0">
                <a:latin typeface="Tw Cen MT" panose="020B0602020104020603"/>
                <a:cs typeface="Tw Cen MT" panose="020B0602020104020603"/>
              </a:rPr>
              <a:t> </a:t>
            </a:r>
            <a:r>
              <a:rPr sz="2700" spc="75" dirty="0">
                <a:latin typeface="Tw Cen MT" panose="020B0602020104020603"/>
                <a:cs typeface="Tw Cen MT" panose="020B0602020104020603"/>
              </a:rPr>
              <a:t>i</a:t>
            </a:r>
            <a:r>
              <a:rPr sz="2700" dirty="0">
                <a:latin typeface="Tw Cen MT" panose="020B0602020104020603"/>
                <a:cs typeface="Tw Cen MT" panose="020B0602020104020603"/>
              </a:rPr>
              <a:t>s</a:t>
            </a:r>
            <a:r>
              <a:rPr sz="2700" spc="160" dirty="0">
                <a:latin typeface="Tw Cen MT" panose="020B0602020104020603"/>
                <a:cs typeface="Tw Cen MT" panose="020B0602020104020603"/>
              </a:rPr>
              <a:t> </a:t>
            </a:r>
            <a:r>
              <a:rPr sz="2700" spc="-5" dirty="0">
                <a:latin typeface="Tw Cen MT" panose="020B0602020104020603"/>
                <a:cs typeface="Tw Cen MT" panose="020B0602020104020603"/>
              </a:rPr>
              <a:t>a</a:t>
            </a:r>
            <a:r>
              <a:rPr sz="2700" spc="160" dirty="0">
                <a:latin typeface="Tw Cen MT" panose="020B0602020104020603"/>
                <a:cs typeface="Tw Cen MT" panose="020B0602020104020603"/>
              </a:rPr>
              <a:t> </a:t>
            </a:r>
            <a:r>
              <a:rPr sz="2700" spc="75" dirty="0">
                <a:latin typeface="Tw Cen MT" panose="020B0602020104020603"/>
                <a:cs typeface="Tw Cen MT" panose="020B0602020104020603"/>
              </a:rPr>
              <a:t>t</a:t>
            </a:r>
            <a:r>
              <a:rPr sz="2700" spc="80" dirty="0">
                <a:latin typeface="Tw Cen MT" panose="020B0602020104020603"/>
                <a:cs typeface="Tw Cen MT" panose="020B0602020104020603"/>
              </a:rPr>
              <a:t>e</a:t>
            </a:r>
            <a:r>
              <a:rPr sz="2700" spc="175" dirty="0">
                <a:latin typeface="Tw Cen MT" panose="020B0602020104020603"/>
                <a:cs typeface="Tw Cen MT" panose="020B0602020104020603"/>
              </a:rPr>
              <a:t>c</a:t>
            </a:r>
            <a:r>
              <a:rPr sz="2700" spc="80" dirty="0">
                <a:latin typeface="Tw Cen MT" panose="020B0602020104020603"/>
                <a:cs typeface="Tw Cen MT" panose="020B0602020104020603"/>
              </a:rPr>
              <a:t>hni</a:t>
            </a:r>
            <a:r>
              <a:rPr sz="2700" spc="75" dirty="0">
                <a:latin typeface="Tw Cen MT" panose="020B0602020104020603"/>
                <a:cs typeface="Tw Cen MT" panose="020B0602020104020603"/>
              </a:rPr>
              <a:t>q</a:t>
            </a:r>
            <a:r>
              <a:rPr sz="2700" spc="80" dirty="0">
                <a:latin typeface="Tw Cen MT" panose="020B0602020104020603"/>
                <a:cs typeface="Tw Cen MT" panose="020B0602020104020603"/>
              </a:rPr>
              <a:t>u</a:t>
            </a:r>
            <a:r>
              <a:rPr sz="2700" spc="-25" dirty="0">
                <a:latin typeface="Tw Cen MT" panose="020B0602020104020603"/>
                <a:cs typeface="Tw Cen MT" panose="020B0602020104020603"/>
              </a:rPr>
              <a:t>e</a:t>
            </a:r>
            <a:r>
              <a:rPr sz="2700" dirty="0">
                <a:latin typeface="Tw Cen MT" panose="020B0602020104020603"/>
                <a:cs typeface="Tw Cen MT" panose="020B0602020104020603"/>
              </a:rPr>
              <a:t>,</a:t>
            </a:r>
            <a:r>
              <a:rPr sz="2700" spc="165" dirty="0">
                <a:latin typeface="Tw Cen MT" panose="020B0602020104020603"/>
                <a:cs typeface="Tw Cen MT" panose="020B0602020104020603"/>
              </a:rPr>
              <a:t> </a:t>
            </a:r>
            <a:r>
              <a:rPr sz="2700" spc="75" dirty="0">
                <a:latin typeface="Tw Cen MT" panose="020B0602020104020603"/>
                <a:cs typeface="Tw Cen MT" panose="020B0602020104020603"/>
              </a:rPr>
              <a:t>w</a:t>
            </a:r>
            <a:r>
              <a:rPr sz="2700" spc="80" dirty="0">
                <a:latin typeface="Tw Cen MT" panose="020B0602020104020603"/>
                <a:cs typeface="Tw Cen MT" panose="020B0602020104020603"/>
              </a:rPr>
              <a:t>hi</a:t>
            </a:r>
            <a:r>
              <a:rPr sz="2700" spc="180" dirty="0">
                <a:latin typeface="Tw Cen MT" panose="020B0602020104020603"/>
                <a:cs typeface="Tw Cen MT" panose="020B0602020104020603"/>
              </a:rPr>
              <a:t>c</a:t>
            </a:r>
            <a:r>
              <a:rPr sz="2700" spc="-5" dirty="0">
                <a:latin typeface="Tw Cen MT" panose="020B0602020104020603"/>
                <a:cs typeface="Tw Cen MT" panose="020B0602020104020603"/>
              </a:rPr>
              <a:t>h</a:t>
            </a:r>
            <a:r>
              <a:rPr sz="2700" spc="170" dirty="0">
                <a:latin typeface="Tw Cen MT" panose="020B0602020104020603"/>
                <a:cs typeface="Tw Cen MT" panose="020B0602020104020603"/>
              </a:rPr>
              <a:t> </a:t>
            </a:r>
            <a:r>
              <a:rPr sz="2700" spc="75" dirty="0">
                <a:latin typeface="Tw Cen MT" panose="020B0602020104020603"/>
                <a:cs typeface="Tw Cen MT" panose="020B0602020104020603"/>
              </a:rPr>
              <a:t>a</a:t>
            </a:r>
            <a:r>
              <a:rPr sz="2700" spc="80" dirty="0">
                <a:latin typeface="Tw Cen MT" panose="020B0602020104020603"/>
                <a:cs typeface="Tw Cen MT" panose="020B0602020104020603"/>
              </a:rPr>
              <a:t>ll</a:t>
            </a:r>
            <a:r>
              <a:rPr sz="2700" dirty="0">
                <a:latin typeface="Tw Cen MT" panose="020B0602020104020603"/>
                <a:cs typeface="Tw Cen MT" panose="020B0602020104020603"/>
              </a:rPr>
              <a:t>o</a:t>
            </a:r>
            <a:r>
              <a:rPr sz="2700" spc="75" dirty="0">
                <a:latin typeface="Tw Cen MT" panose="020B0602020104020603"/>
                <a:cs typeface="Tw Cen MT" panose="020B0602020104020603"/>
              </a:rPr>
              <a:t>w</a:t>
            </a:r>
            <a:r>
              <a:rPr sz="2700" dirty="0">
                <a:latin typeface="Tw Cen MT" panose="020B0602020104020603"/>
                <a:cs typeface="Tw Cen MT" panose="020B0602020104020603"/>
              </a:rPr>
              <a:t>s</a:t>
            </a:r>
            <a:r>
              <a:rPr sz="2700" spc="170" dirty="0">
                <a:latin typeface="Tw Cen MT" panose="020B0602020104020603"/>
                <a:cs typeface="Tw Cen MT" panose="020B0602020104020603"/>
              </a:rPr>
              <a:t> </a:t>
            </a:r>
            <a:r>
              <a:rPr sz="2700" spc="75" dirty="0">
                <a:latin typeface="Tw Cen MT" panose="020B0602020104020603"/>
                <a:cs typeface="Tw Cen MT" panose="020B0602020104020603"/>
              </a:rPr>
              <a:t>t</a:t>
            </a:r>
            <a:r>
              <a:rPr sz="2700" dirty="0">
                <a:latin typeface="Tw Cen MT" panose="020B0602020104020603"/>
                <a:cs typeface="Tw Cen MT" panose="020B0602020104020603"/>
              </a:rPr>
              <a:t>o</a:t>
            </a:r>
            <a:r>
              <a:rPr sz="2700" spc="165" dirty="0">
                <a:latin typeface="Tw Cen MT" panose="020B0602020104020603"/>
                <a:cs typeface="Tw Cen MT" panose="020B0602020104020603"/>
              </a:rPr>
              <a:t> </a:t>
            </a:r>
            <a:r>
              <a:rPr sz="2700" spc="85" dirty="0">
                <a:solidFill>
                  <a:srgbClr val="FF0000"/>
                </a:solidFill>
                <a:latin typeface="Tw Cen MT" panose="020B0602020104020603"/>
                <a:cs typeface="Tw Cen MT" panose="020B0602020104020603"/>
              </a:rPr>
              <a:t>s</a:t>
            </a:r>
            <a:r>
              <a:rPr sz="2700" spc="80" dirty="0">
                <a:solidFill>
                  <a:srgbClr val="FF0000"/>
                </a:solidFill>
                <a:latin typeface="Tw Cen MT" panose="020B0602020104020603"/>
                <a:cs typeface="Tw Cen MT" panose="020B0602020104020603"/>
              </a:rPr>
              <a:t>h</a:t>
            </a:r>
            <a:r>
              <a:rPr sz="2700" spc="75" dirty="0">
                <a:solidFill>
                  <a:srgbClr val="FF0000"/>
                </a:solidFill>
                <a:latin typeface="Tw Cen MT" panose="020B0602020104020603"/>
                <a:cs typeface="Tw Cen MT" panose="020B0602020104020603"/>
              </a:rPr>
              <a:t>a</a:t>
            </a:r>
            <a:r>
              <a:rPr sz="2700" spc="85" dirty="0">
                <a:solidFill>
                  <a:srgbClr val="FF0000"/>
                </a:solidFill>
                <a:latin typeface="Tw Cen MT" panose="020B0602020104020603"/>
                <a:cs typeface="Tw Cen MT" panose="020B0602020104020603"/>
              </a:rPr>
              <a:t>r</a:t>
            </a:r>
            <a:r>
              <a:rPr sz="2700" dirty="0">
                <a:solidFill>
                  <a:srgbClr val="FF0000"/>
                </a:solidFill>
                <a:latin typeface="Tw Cen MT" panose="020B0602020104020603"/>
                <a:cs typeface="Tw Cen MT" panose="020B0602020104020603"/>
              </a:rPr>
              <a:t>e</a:t>
            </a:r>
            <a:r>
              <a:rPr sz="2700" spc="165" dirty="0">
                <a:solidFill>
                  <a:srgbClr val="FF0000"/>
                </a:solidFill>
                <a:latin typeface="Tw Cen MT" panose="020B0602020104020603"/>
                <a:cs typeface="Tw Cen MT" panose="020B0602020104020603"/>
              </a:rPr>
              <a:t> </a:t>
            </a:r>
            <a:r>
              <a:rPr sz="2700" spc="-5" dirty="0">
                <a:solidFill>
                  <a:srgbClr val="FF0000"/>
                </a:solidFill>
                <a:latin typeface="Tw Cen MT" panose="020B0602020104020603"/>
                <a:cs typeface="Tw Cen MT" panose="020B0602020104020603"/>
              </a:rPr>
              <a:t>a </a:t>
            </a:r>
            <a:r>
              <a:rPr sz="2700" spc="20" dirty="0">
                <a:solidFill>
                  <a:srgbClr val="FF0000"/>
                </a:solidFill>
                <a:latin typeface="Tw Cen MT" panose="020B0602020104020603"/>
                <a:cs typeface="Tw Cen MT" panose="020B0602020104020603"/>
              </a:rPr>
              <a:t>si</a:t>
            </a:r>
            <a:r>
              <a:rPr sz="2700" spc="25" dirty="0">
                <a:solidFill>
                  <a:srgbClr val="FF0000"/>
                </a:solidFill>
                <a:latin typeface="Tw Cen MT" panose="020B0602020104020603"/>
                <a:cs typeface="Tw Cen MT" panose="020B0602020104020603"/>
              </a:rPr>
              <a:t>n</a:t>
            </a:r>
            <a:r>
              <a:rPr sz="2700" spc="20" dirty="0">
                <a:solidFill>
                  <a:srgbClr val="FF0000"/>
                </a:solidFill>
                <a:latin typeface="Tw Cen MT" panose="020B0602020104020603"/>
                <a:cs typeface="Tw Cen MT" panose="020B0602020104020603"/>
              </a:rPr>
              <a:t>gl</a:t>
            </a:r>
            <a:r>
              <a:rPr sz="2700" dirty="0">
                <a:solidFill>
                  <a:srgbClr val="FF0000"/>
                </a:solidFill>
                <a:latin typeface="Tw Cen MT" panose="020B0602020104020603"/>
                <a:cs typeface="Tw Cen MT" panose="020B0602020104020603"/>
              </a:rPr>
              <a:t>e</a:t>
            </a:r>
            <a:r>
              <a:rPr sz="2700" spc="45" dirty="0">
                <a:solidFill>
                  <a:srgbClr val="FF0000"/>
                </a:solidFill>
                <a:latin typeface="Tw Cen MT" panose="020B0602020104020603"/>
                <a:cs typeface="Tw Cen MT" panose="020B0602020104020603"/>
              </a:rPr>
              <a:t> </a:t>
            </a:r>
            <a:r>
              <a:rPr sz="2700" spc="20" dirty="0">
                <a:solidFill>
                  <a:srgbClr val="FF0000"/>
                </a:solidFill>
                <a:latin typeface="Tw Cen MT" panose="020B0602020104020603"/>
                <a:cs typeface="Tw Cen MT" panose="020B0602020104020603"/>
              </a:rPr>
              <a:t>p</a:t>
            </a:r>
            <a:r>
              <a:rPr sz="2700" spc="-30" dirty="0">
                <a:solidFill>
                  <a:srgbClr val="FF0000"/>
                </a:solidFill>
                <a:latin typeface="Tw Cen MT" panose="020B0602020104020603"/>
                <a:cs typeface="Tw Cen MT" panose="020B0602020104020603"/>
              </a:rPr>
              <a:t>h</a:t>
            </a:r>
            <a:r>
              <a:rPr sz="2700" spc="25" dirty="0">
                <a:solidFill>
                  <a:srgbClr val="FF0000"/>
                </a:solidFill>
                <a:latin typeface="Tw Cen MT" panose="020B0602020104020603"/>
                <a:cs typeface="Tw Cen MT" panose="020B0602020104020603"/>
              </a:rPr>
              <a:t>ys</a:t>
            </a:r>
            <a:r>
              <a:rPr sz="2700" spc="20" dirty="0">
                <a:solidFill>
                  <a:srgbClr val="FF0000"/>
                </a:solidFill>
                <a:latin typeface="Tw Cen MT" panose="020B0602020104020603"/>
                <a:cs typeface="Tw Cen MT" panose="020B0602020104020603"/>
              </a:rPr>
              <a:t>ica</a:t>
            </a:r>
            <a:r>
              <a:rPr sz="2700" dirty="0">
                <a:solidFill>
                  <a:srgbClr val="FF0000"/>
                </a:solidFill>
                <a:latin typeface="Tw Cen MT" panose="020B0602020104020603"/>
                <a:cs typeface="Tw Cen MT" panose="020B0602020104020603"/>
              </a:rPr>
              <a:t>l</a:t>
            </a:r>
            <a:r>
              <a:rPr sz="2700" spc="45" dirty="0">
                <a:solidFill>
                  <a:srgbClr val="FF0000"/>
                </a:solidFill>
                <a:latin typeface="Tw Cen MT" panose="020B0602020104020603"/>
                <a:cs typeface="Tw Cen MT" panose="020B0602020104020603"/>
              </a:rPr>
              <a:t> </a:t>
            </a:r>
            <a:r>
              <a:rPr sz="2700" spc="20" dirty="0">
                <a:solidFill>
                  <a:srgbClr val="FF0000"/>
                </a:solidFill>
                <a:latin typeface="Tw Cen MT" panose="020B0602020104020603"/>
                <a:cs typeface="Tw Cen MT" panose="020B0602020104020603"/>
              </a:rPr>
              <a:t>i</a:t>
            </a:r>
            <a:r>
              <a:rPr sz="2700" spc="25" dirty="0">
                <a:solidFill>
                  <a:srgbClr val="FF0000"/>
                </a:solidFill>
                <a:latin typeface="Tw Cen MT" panose="020B0602020104020603"/>
                <a:cs typeface="Tw Cen MT" panose="020B0602020104020603"/>
              </a:rPr>
              <a:t>ns</a:t>
            </a:r>
            <a:r>
              <a:rPr sz="2700" spc="20" dirty="0">
                <a:solidFill>
                  <a:srgbClr val="FF0000"/>
                </a:solidFill>
                <a:latin typeface="Tw Cen MT" panose="020B0602020104020603"/>
                <a:cs typeface="Tw Cen MT" panose="020B0602020104020603"/>
              </a:rPr>
              <a:t>ta</a:t>
            </a:r>
            <a:r>
              <a:rPr sz="2700" spc="25" dirty="0">
                <a:solidFill>
                  <a:srgbClr val="FF0000"/>
                </a:solidFill>
                <a:latin typeface="Tw Cen MT" panose="020B0602020104020603"/>
                <a:cs typeface="Tw Cen MT" panose="020B0602020104020603"/>
              </a:rPr>
              <a:t>n</a:t>
            </a:r>
            <a:r>
              <a:rPr sz="2700" spc="20" dirty="0">
                <a:solidFill>
                  <a:srgbClr val="FF0000"/>
                </a:solidFill>
                <a:latin typeface="Tw Cen MT" panose="020B0602020104020603"/>
                <a:cs typeface="Tw Cen MT" panose="020B0602020104020603"/>
              </a:rPr>
              <a:t>c</a:t>
            </a:r>
            <a:r>
              <a:rPr sz="2700" dirty="0">
                <a:solidFill>
                  <a:srgbClr val="FF0000"/>
                </a:solidFill>
                <a:latin typeface="Tw Cen MT" panose="020B0602020104020603"/>
                <a:cs typeface="Tw Cen MT" panose="020B0602020104020603"/>
              </a:rPr>
              <a:t>e</a:t>
            </a:r>
            <a:r>
              <a:rPr sz="2700" spc="45" dirty="0">
                <a:solidFill>
                  <a:srgbClr val="FF0000"/>
                </a:solidFill>
                <a:latin typeface="Tw Cen MT" panose="020B0602020104020603"/>
                <a:cs typeface="Tw Cen MT" panose="020B0602020104020603"/>
              </a:rPr>
              <a:t> </a:t>
            </a:r>
            <a:r>
              <a:rPr sz="2700" spc="25" dirty="0">
                <a:solidFill>
                  <a:srgbClr val="00B050"/>
                </a:solidFill>
                <a:latin typeface="Tw Cen MT" panose="020B0602020104020603"/>
                <a:cs typeface="Tw Cen MT" panose="020B0602020104020603"/>
              </a:rPr>
              <a:t>o</a:t>
            </a:r>
            <a:r>
              <a:rPr sz="2700" dirty="0">
                <a:solidFill>
                  <a:srgbClr val="00B050"/>
                </a:solidFill>
                <a:latin typeface="Tw Cen MT" panose="020B0602020104020603"/>
                <a:cs typeface="Tw Cen MT" panose="020B0602020104020603"/>
              </a:rPr>
              <a:t>f</a:t>
            </a:r>
            <a:r>
              <a:rPr sz="2700" spc="130" dirty="0">
                <a:solidFill>
                  <a:srgbClr val="00B050"/>
                </a:solidFill>
                <a:latin typeface="Tw Cen MT" panose="020B0602020104020603"/>
                <a:cs typeface="Tw Cen MT" panose="020B0602020104020603"/>
              </a:rPr>
              <a:t> </a:t>
            </a:r>
            <a:r>
              <a:rPr sz="2700" spc="-5" dirty="0">
                <a:solidFill>
                  <a:srgbClr val="00B050"/>
                </a:solidFill>
                <a:latin typeface="Tw Cen MT" panose="020B0602020104020603"/>
                <a:cs typeface="Tw Cen MT" panose="020B0602020104020603"/>
              </a:rPr>
              <a:t>a</a:t>
            </a:r>
            <a:r>
              <a:rPr sz="2700" spc="50" dirty="0">
                <a:solidFill>
                  <a:srgbClr val="00B050"/>
                </a:solidFill>
                <a:latin typeface="Tw Cen MT" panose="020B0602020104020603"/>
                <a:cs typeface="Tw Cen MT" panose="020B0602020104020603"/>
              </a:rPr>
              <a:t> </a:t>
            </a:r>
            <a:r>
              <a:rPr sz="2700" spc="25" dirty="0">
                <a:solidFill>
                  <a:srgbClr val="00B050"/>
                </a:solidFill>
                <a:latin typeface="Tw Cen MT" panose="020B0602020104020603"/>
                <a:cs typeface="Tw Cen MT" panose="020B0602020104020603"/>
              </a:rPr>
              <a:t>resour</a:t>
            </a:r>
            <a:r>
              <a:rPr sz="2700" spc="20" dirty="0">
                <a:solidFill>
                  <a:srgbClr val="00B050"/>
                </a:solidFill>
                <a:latin typeface="Tw Cen MT" panose="020B0602020104020603"/>
                <a:cs typeface="Tw Cen MT" panose="020B0602020104020603"/>
              </a:rPr>
              <a:t>c</a:t>
            </a:r>
            <a:r>
              <a:rPr sz="2700" dirty="0">
                <a:solidFill>
                  <a:srgbClr val="00B050"/>
                </a:solidFill>
                <a:latin typeface="Tw Cen MT" panose="020B0602020104020603"/>
                <a:cs typeface="Tw Cen MT" panose="020B0602020104020603"/>
              </a:rPr>
              <a:t>e</a:t>
            </a:r>
            <a:r>
              <a:rPr sz="2700" spc="45" dirty="0">
                <a:solidFill>
                  <a:srgbClr val="00B050"/>
                </a:solidFill>
                <a:latin typeface="Tw Cen MT" panose="020B0602020104020603"/>
                <a:cs typeface="Tw Cen MT" panose="020B0602020104020603"/>
              </a:rPr>
              <a:t> </a:t>
            </a:r>
            <a:r>
              <a:rPr sz="2700" spc="25" dirty="0">
                <a:latin typeface="Tw Cen MT" panose="020B0602020104020603"/>
                <a:cs typeface="Tw Cen MT" panose="020B0602020104020603"/>
              </a:rPr>
              <a:t>o</a:t>
            </a:r>
            <a:r>
              <a:rPr sz="2700" dirty="0">
                <a:latin typeface="Tw Cen MT" panose="020B0602020104020603"/>
                <a:cs typeface="Tw Cen MT" panose="020B0602020104020603"/>
              </a:rPr>
              <a:t>r</a:t>
            </a:r>
            <a:r>
              <a:rPr sz="2700" spc="50" dirty="0">
                <a:latin typeface="Tw Cen MT" panose="020B0602020104020603"/>
                <a:cs typeface="Tw Cen MT" panose="020B0602020104020603"/>
              </a:rPr>
              <a:t> </a:t>
            </a:r>
            <a:r>
              <a:rPr sz="2700" spc="20" dirty="0">
                <a:latin typeface="Tw Cen MT" panose="020B0602020104020603"/>
                <a:cs typeface="Tw Cen MT" panose="020B0602020104020603"/>
              </a:rPr>
              <a:t>a</a:t>
            </a:r>
            <a:r>
              <a:rPr sz="2700" spc="-5" dirty="0">
                <a:latin typeface="Tw Cen MT" panose="020B0602020104020603"/>
                <a:cs typeface="Tw Cen MT" panose="020B0602020104020603"/>
              </a:rPr>
              <a:t>n</a:t>
            </a:r>
            <a:r>
              <a:rPr sz="2700" spc="50" dirty="0">
                <a:latin typeface="Tw Cen MT" panose="020B0602020104020603"/>
                <a:cs typeface="Tw Cen MT" panose="020B0602020104020603"/>
              </a:rPr>
              <a:t> </a:t>
            </a:r>
            <a:r>
              <a:rPr sz="2700" spc="20" dirty="0">
                <a:solidFill>
                  <a:srgbClr val="FF0000"/>
                </a:solidFill>
                <a:latin typeface="Tw Cen MT" panose="020B0602020104020603"/>
                <a:cs typeface="Tw Cen MT" panose="020B0602020104020603"/>
              </a:rPr>
              <a:t>applicati</a:t>
            </a:r>
            <a:r>
              <a:rPr sz="2700" spc="25" dirty="0">
                <a:solidFill>
                  <a:srgbClr val="FF0000"/>
                </a:solidFill>
                <a:latin typeface="Tw Cen MT" panose="020B0602020104020603"/>
                <a:cs typeface="Tw Cen MT" panose="020B0602020104020603"/>
              </a:rPr>
              <a:t>o</a:t>
            </a:r>
            <a:r>
              <a:rPr sz="2700" spc="-5" dirty="0">
                <a:solidFill>
                  <a:srgbClr val="FF0000"/>
                </a:solidFill>
                <a:latin typeface="Tw Cen MT" panose="020B0602020104020603"/>
                <a:cs typeface="Tw Cen MT" panose="020B0602020104020603"/>
              </a:rPr>
              <a:t>n </a:t>
            </a:r>
            <a:r>
              <a:rPr sz="2700" spc="5" dirty="0">
                <a:latin typeface="Tw Cen MT" panose="020B0602020104020603"/>
                <a:cs typeface="Tw Cen MT" panose="020B0602020104020603"/>
              </a:rPr>
              <a:t>am</a:t>
            </a:r>
            <a:r>
              <a:rPr sz="2700" spc="15" dirty="0">
                <a:latin typeface="Tw Cen MT" panose="020B0602020104020603"/>
                <a:cs typeface="Tw Cen MT" panose="020B0602020104020603"/>
              </a:rPr>
              <a:t>o</a:t>
            </a:r>
            <a:r>
              <a:rPr sz="2700" spc="10" dirty="0">
                <a:latin typeface="Tw Cen MT" panose="020B0602020104020603"/>
                <a:cs typeface="Tw Cen MT" panose="020B0602020104020603"/>
              </a:rPr>
              <a:t>n</a:t>
            </a:r>
            <a:r>
              <a:rPr sz="2700" spc="-5" dirty="0">
                <a:latin typeface="Tw Cen MT" panose="020B0602020104020603"/>
                <a:cs typeface="Tw Cen MT" panose="020B0602020104020603"/>
              </a:rPr>
              <a:t>g</a:t>
            </a:r>
            <a:r>
              <a:rPr sz="2700" spc="30" dirty="0">
                <a:latin typeface="Tw Cen MT" panose="020B0602020104020603"/>
                <a:cs typeface="Tw Cen MT" panose="020B0602020104020603"/>
              </a:rPr>
              <a:t> </a:t>
            </a:r>
            <a:r>
              <a:rPr sz="2700" spc="55" dirty="0">
                <a:solidFill>
                  <a:srgbClr val="00B050"/>
                </a:solidFill>
                <a:latin typeface="Tw Cen MT" panose="020B0602020104020603"/>
                <a:cs typeface="Tw Cen MT" panose="020B0602020104020603"/>
              </a:rPr>
              <a:t>m</a:t>
            </a:r>
            <a:r>
              <a:rPr sz="2700" spc="10" dirty="0">
                <a:solidFill>
                  <a:srgbClr val="00B050"/>
                </a:solidFill>
                <a:latin typeface="Tw Cen MT" panose="020B0602020104020603"/>
                <a:cs typeface="Tw Cen MT" panose="020B0602020104020603"/>
              </a:rPr>
              <a:t>ul</a:t>
            </a:r>
            <a:r>
              <a:rPr sz="2700" spc="5" dirty="0">
                <a:solidFill>
                  <a:srgbClr val="00B050"/>
                </a:solidFill>
                <a:latin typeface="Tw Cen MT" panose="020B0602020104020603"/>
                <a:cs typeface="Tw Cen MT" panose="020B0602020104020603"/>
              </a:rPr>
              <a:t>t</a:t>
            </a:r>
            <a:r>
              <a:rPr sz="2700" spc="10" dirty="0">
                <a:solidFill>
                  <a:srgbClr val="00B050"/>
                </a:solidFill>
                <a:latin typeface="Tw Cen MT" panose="020B0602020104020603"/>
                <a:cs typeface="Tw Cen MT" panose="020B0602020104020603"/>
              </a:rPr>
              <a:t>i</a:t>
            </a:r>
            <a:r>
              <a:rPr sz="2700" spc="5" dirty="0">
                <a:solidFill>
                  <a:srgbClr val="00B050"/>
                </a:solidFill>
                <a:latin typeface="Tw Cen MT" panose="020B0602020104020603"/>
                <a:cs typeface="Tw Cen MT" panose="020B0602020104020603"/>
              </a:rPr>
              <a:t>p</a:t>
            </a:r>
            <a:r>
              <a:rPr sz="2700" spc="10" dirty="0">
                <a:solidFill>
                  <a:srgbClr val="00B050"/>
                </a:solidFill>
                <a:latin typeface="Tw Cen MT" panose="020B0602020104020603"/>
                <a:cs typeface="Tw Cen MT" panose="020B0602020104020603"/>
              </a:rPr>
              <a:t>l</a:t>
            </a:r>
            <a:r>
              <a:rPr sz="2700" dirty="0">
                <a:solidFill>
                  <a:srgbClr val="00B050"/>
                </a:solidFill>
                <a:latin typeface="Tw Cen MT" panose="020B0602020104020603"/>
                <a:cs typeface="Tw Cen MT" panose="020B0602020104020603"/>
              </a:rPr>
              <a:t>e</a:t>
            </a:r>
            <a:r>
              <a:rPr sz="2700" spc="25" dirty="0">
                <a:solidFill>
                  <a:srgbClr val="00B050"/>
                </a:solidFill>
                <a:latin typeface="Tw Cen MT" panose="020B0602020104020603"/>
                <a:cs typeface="Tw Cen MT" panose="020B0602020104020603"/>
              </a:rPr>
              <a:t> </a:t>
            </a:r>
            <a:r>
              <a:rPr sz="2700" spc="5" dirty="0">
                <a:solidFill>
                  <a:srgbClr val="00B050"/>
                </a:solidFill>
                <a:latin typeface="Tw Cen MT" panose="020B0602020104020603"/>
                <a:cs typeface="Tw Cen MT" panose="020B0602020104020603"/>
              </a:rPr>
              <a:t>c</a:t>
            </a:r>
            <a:r>
              <a:rPr sz="2700" spc="10" dirty="0">
                <a:solidFill>
                  <a:srgbClr val="00B050"/>
                </a:solidFill>
                <a:latin typeface="Tw Cen MT" panose="020B0602020104020603"/>
                <a:cs typeface="Tw Cen MT" panose="020B0602020104020603"/>
              </a:rPr>
              <a:t>u</a:t>
            </a:r>
            <a:r>
              <a:rPr sz="2700" spc="15" dirty="0">
                <a:solidFill>
                  <a:srgbClr val="00B050"/>
                </a:solidFill>
                <a:latin typeface="Tw Cen MT" panose="020B0602020104020603"/>
                <a:cs typeface="Tw Cen MT" panose="020B0602020104020603"/>
              </a:rPr>
              <a:t>s</a:t>
            </a:r>
            <a:r>
              <a:rPr sz="2700" spc="5" dirty="0">
                <a:solidFill>
                  <a:srgbClr val="00B050"/>
                </a:solidFill>
                <a:latin typeface="Tw Cen MT" panose="020B0602020104020603"/>
                <a:cs typeface="Tw Cen MT" panose="020B0602020104020603"/>
              </a:rPr>
              <a:t>t</a:t>
            </a:r>
            <a:r>
              <a:rPr sz="2700" spc="15" dirty="0">
                <a:solidFill>
                  <a:srgbClr val="00B050"/>
                </a:solidFill>
                <a:latin typeface="Tw Cen MT" panose="020B0602020104020603"/>
                <a:cs typeface="Tw Cen MT" panose="020B0602020104020603"/>
              </a:rPr>
              <a:t>o</a:t>
            </a:r>
            <a:r>
              <a:rPr sz="2700" spc="10" dirty="0">
                <a:solidFill>
                  <a:srgbClr val="00B050"/>
                </a:solidFill>
                <a:latin typeface="Tw Cen MT" panose="020B0602020104020603"/>
                <a:cs typeface="Tw Cen MT" panose="020B0602020104020603"/>
              </a:rPr>
              <a:t>m</a:t>
            </a:r>
            <a:r>
              <a:rPr sz="2700" spc="20" dirty="0">
                <a:solidFill>
                  <a:srgbClr val="00B050"/>
                </a:solidFill>
                <a:latin typeface="Tw Cen MT" panose="020B0602020104020603"/>
                <a:cs typeface="Tw Cen MT" panose="020B0602020104020603"/>
              </a:rPr>
              <a:t>er</a:t>
            </a:r>
            <a:r>
              <a:rPr sz="2700" dirty="0">
                <a:solidFill>
                  <a:srgbClr val="00B050"/>
                </a:solidFill>
                <a:latin typeface="Tw Cen MT" panose="020B0602020104020603"/>
                <a:cs typeface="Tw Cen MT" panose="020B0602020104020603"/>
              </a:rPr>
              <a:t>s</a:t>
            </a:r>
            <a:r>
              <a:rPr sz="2700" spc="40" dirty="0">
                <a:solidFill>
                  <a:srgbClr val="00B050"/>
                </a:solidFill>
                <a:latin typeface="Tw Cen MT" panose="020B0602020104020603"/>
                <a:cs typeface="Tw Cen MT" panose="020B0602020104020603"/>
              </a:rPr>
              <a:t> </a:t>
            </a:r>
            <a:r>
              <a:rPr sz="2700" spc="10" dirty="0">
                <a:solidFill>
                  <a:srgbClr val="00B050"/>
                </a:solidFill>
                <a:latin typeface="Tw Cen MT" panose="020B0602020104020603"/>
                <a:cs typeface="Tw Cen MT" panose="020B0602020104020603"/>
              </a:rPr>
              <a:t>a</a:t>
            </a:r>
            <a:r>
              <a:rPr sz="2700" spc="20" dirty="0">
                <a:solidFill>
                  <a:srgbClr val="00B050"/>
                </a:solidFill>
                <a:latin typeface="Tw Cen MT" panose="020B0602020104020603"/>
                <a:cs typeface="Tw Cen MT" panose="020B0602020104020603"/>
              </a:rPr>
              <a:t>n</a:t>
            </a:r>
            <a:r>
              <a:rPr sz="2700" spc="-5" dirty="0">
                <a:solidFill>
                  <a:srgbClr val="00B050"/>
                </a:solidFill>
                <a:latin typeface="Tw Cen MT" panose="020B0602020104020603"/>
                <a:cs typeface="Tw Cen MT" panose="020B0602020104020603"/>
              </a:rPr>
              <a:t>d</a:t>
            </a:r>
            <a:r>
              <a:rPr sz="2700" spc="40" dirty="0">
                <a:solidFill>
                  <a:srgbClr val="00B050"/>
                </a:solidFill>
                <a:latin typeface="Tw Cen MT" panose="020B0602020104020603"/>
                <a:cs typeface="Tw Cen MT" panose="020B0602020104020603"/>
              </a:rPr>
              <a:t> </a:t>
            </a:r>
            <a:r>
              <a:rPr sz="2700" spc="20" dirty="0">
                <a:solidFill>
                  <a:srgbClr val="00B050"/>
                </a:solidFill>
                <a:latin typeface="Tw Cen MT" panose="020B0602020104020603"/>
                <a:cs typeface="Tw Cen MT" panose="020B0602020104020603"/>
              </a:rPr>
              <a:t>or</a:t>
            </a:r>
            <a:r>
              <a:rPr sz="2700" spc="-40" dirty="0">
                <a:solidFill>
                  <a:srgbClr val="00B050"/>
                </a:solidFill>
                <a:latin typeface="Tw Cen MT" panose="020B0602020104020603"/>
                <a:cs typeface="Tw Cen MT" panose="020B0602020104020603"/>
              </a:rPr>
              <a:t>g</a:t>
            </a:r>
            <a:r>
              <a:rPr sz="2700" spc="10" dirty="0">
                <a:solidFill>
                  <a:srgbClr val="00B050"/>
                </a:solidFill>
                <a:latin typeface="Tw Cen MT" panose="020B0602020104020603"/>
                <a:cs typeface="Tw Cen MT" panose="020B0602020104020603"/>
              </a:rPr>
              <a:t>a</a:t>
            </a:r>
            <a:r>
              <a:rPr sz="2700" spc="20" dirty="0">
                <a:solidFill>
                  <a:srgbClr val="00B050"/>
                </a:solidFill>
                <a:latin typeface="Tw Cen MT" panose="020B0602020104020603"/>
                <a:cs typeface="Tw Cen MT" panose="020B0602020104020603"/>
              </a:rPr>
              <a:t>n</a:t>
            </a:r>
            <a:r>
              <a:rPr sz="2700" spc="15" dirty="0">
                <a:solidFill>
                  <a:srgbClr val="00B050"/>
                </a:solidFill>
                <a:latin typeface="Tw Cen MT" panose="020B0602020104020603"/>
                <a:cs typeface="Tw Cen MT" panose="020B0602020104020603"/>
              </a:rPr>
              <a:t>i</a:t>
            </a:r>
            <a:r>
              <a:rPr sz="2700" spc="20" dirty="0">
                <a:solidFill>
                  <a:srgbClr val="00B050"/>
                </a:solidFill>
                <a:latin typeface="Tw Cen MT" panose="020B0602020104020603"/>
                <a:cs typeface="Tw Cen MT" panose="020B0602020104020603"/>
              </a:rPr>
              <a:t>z</a:t>
            </a:r>
            <a:r>
              <a:rPr sz="2700" spc="10" dirty="0">
                <a:solidFill>
                  <a:srgbClr val="00B050"/>
                </a:solidFill>
                <a:latin typeface="Tw Cen MT" panose="020B0602020104020603"/>
                <a:cs typeface="Tw Cen MT" panose="020B0602020104020603"/>
              </a:rPr>
              <a:t>at</a:t>
            </a:r>
            <a:r>
              <a:rPr sz="2700" spc="15" dirty="0">
                <a:solidFill>
                  <a:srgbClr val="00B050"/>
                </a:solidFill>
                <a:latin typeface="Tw Cen MT" panose="020B0602020104020603"/>
                <a:cs typeface="Tw Cen MT" panose="020B0602020104020603"/>
              </a:rPr>
              <a:t>i</a:t>
            </a:r>
            <a:r>
              <a:rPr sz="2700" spc="20" dirty="0">
                <a:solidFill>
                  <a:srgbClr val="00B050"/>
                </a:solidFill>
                <a:latin typeface="Tw Cen MT" panose="020B0602020104020603"/>
                <a:cs typeface="Tw Cen MT" panose="020B0602020104020603"/>
              </a:rPr>
              <a:t>on</a:t>
            </a:r>
            <a:r>
              <a:rPr sz="2700" spc="-10" dirty="0">
                <a:solidFill>
                  <a:srgbClr val="00B050"/>
                </a:solidFill>
                <a:latin typeface="Tw Cen MT" panose="020B0602020104020603"/>
                <a:cs typeface="Tw Cen MT" panose="020B0602020104020603"/>
              </a:rPr>
              <a:t>s</a:t>
            </a:r>
            <a:r>
              <a:rPr sz="2700">
                <a:latin typeface="Tw Cen MT" panose="020B0602020104020603"/>
                <a:cs typeface="Tw Cen MT" panose="020B0602020104020603"/>
              </a:rPr>
              <a:t>.</a:t>
            </a:r>
            <a:r>
              <a:rPr sz="2700" spc="35">
                <a:latin typeface="Tw Cen MT" panose="020B0602020104020603"/>
                <a:cs typeface="Tw Cen MT" panose="020B0602020104020603"/>
              </a:rPr>
              <a:t> </a:t>
            </a:r>
            <a:endParaRPr lang="en-US" sz="2700" spc="35" dirty="0">
              <a:latin typeface="Tw Cen MT" panose="020B0602020104020603"/>
              <a:cs typeface="Tw Cen MT" panose="020B0602020104020603"/>
            </a:endParaRPr>
          </a:p>
          <a:p>
            <a:pPr marL="816610" marR="5080" indent="-320040" algn="just">
              <a:lnSpc>
                <a:spcPts val="2920"/>
              </a:lnSpc>
              <a:buClr>
                <a:srgbClr val="DD8046"/>
              </a:buClr>
              <a:buSzPct val="59000"/>
              <a:buFont typeface="Wingdings" panose="05000000000000000000"/>
              <a:buChar char=""/>
              <a:tabLst>
                <a:tab pos="816610" algn="l"/>
              </a:tabLst>
            </a:pPr>
            <a:endParaRPr lang="en-US" sz="2700" spc="35" dirty="0">
              <a:latin typeface="Tw Cen MT" panose="020B0602020104020603"/>
              <a:cs typeface="Tw Cen MT" panose="020B0602020104020603"/>
            </a:endParaRPr>
          </a:p>
          <a:p>
            <a:pPr marL="816610" marR="5080" indent="-320040" algn="just">
              <a:lnSpc>
                <a:spcPts val="2920"/>
              </a:lnSpc>
              <a:buClr>
                <a:srgbClr val="DD8046"/>
              </a:buClr>
              <a:buSzPct val="59000"/>
              <a:buFont typeface="Wingdings" panose="05000000000000000000"/>
              <a:buChar char=""/>
              <a:tabLst>
                <a:tab pos="816610" algn="l"/>
              </a:tabLst>
            </a:pPr>
            <a:r>
              <a:rPr sz="2700" spc="15">
                <a:latin typeface="Tw Cen MT" panose="020B0602020104020603"/>
                <a:cs typeface="Tw Cen MT" panose="020B0602020104020603"/>
              </a:rPr>
              <a:t>I</a:t>
            </a:r>
            <a:r>
              <a:rPr sz="2700" spc="-5">
                <a:latin typeface="Tw Cen MT" panose="020B0602020104020603"/>
                <a:cs typeface="Tw Cen MT" panose="020B0602020104020603"/>
              </a:rPr>
              <a:t>t</a:t>
            </a:r>
            <a:r>
              <a:rPr sz="2700" spc="40">
                <a:latin typeface="Tw Cen MT" panose="020B0602020104020603"/>
                <a:cs typeface="Tw Cen MT" panose="020B0602020104020603"/>
              </a:rPr>
              <a:t> </a:t>
            </a:r>
            <a:r>
              <a:rPr sz="2700" spc="10" dirty="0">
                <a:latin typeface="Tw Cen MT" panose="020B0602020104020603"/>
                <a:cs typeface="Tw Cen MT" panose="020B0602020104020603"/>
              </a:rPr>
              <a:t>d</a:t>
            </a:r>
            <a:r>
              <a:rPr sz="2700" spc="20" dirty="0">
                <a:latin typeface="Tw Cen MT" panose="020B0602020104020603"/>
                <a:cs typeface="Tw Cen MT" panose="020B0602020104020603"/>
              </a:rPr>
              <a:t>oe</a:t>
            </a:r>
            <a:r>
              <a:rPr sz="2700" dirty="0">
                <a:latin typeface="Tw Cen MT" panose="020B0602020104020603"/>
                <a:cs typeface="Tw Cen MT" panose="020B0602020104020603"/>
              </a:rPr>
              <a:t>s</a:t>
            </a:r>
            <a:r>
              <a:rPr sz="2700" spc="40" dirty="0">
                <a:latin typeface="Tw Cen MT" panose="020B0602020104020603"/>
                <a:cs typeface="Tw Cen MT" panose="020B0602020104020603"/>
              </a:rPr>
              <a:t> </a:t>
            </a:r>
            <a:r>
              <a:rPr sz="2700" spc="-120" dirty="0">
                <a:latin typeface="Tw Cen MT" panose="020B0602020104020603"/>
                <a:cs typeface="Tw Cen MT" panose="020B0602020104020603"/>
              </a:rPr>
              <a:t>b</a:t>
            </a:r>
            <a:r>
              <a:rPr sz="2700" dirty="0">
                <a:latin typeface="Tw Cen MT" panose="020B0602020104020603"/>
                <a:cs typeface="Tw Cen MT" panose="020B0602020104020603"/>
              </a:rPr>
              <a:t>y </a:t>
            </a:r>
            <a:r>
              <a:rPr sz="2700" spc="100" dirty="0">
                <a:solidFill>
                  <a:srgbClr val="0070C0"/>
                </a:solidFill>
                <a:latin typeface="Tw Cen MT" panose="020B0602020104020603"/>
                <a:cs typeface="Tw Cen MT" panose="020B0602020104020603"/>
              </a:rPr>
              <a:t>a</a:t>
            </a:r>
            <a:r>
              <a:rPr sz="2700" spc="110" dirty="0">
                <a:solidFill>
                  <a:srgbClr val="0070C0"/>
                </a:solidFill>
                <a:latin typeface="Tw Cen MT" panose="020B0602020104020603"/>
                <a:cs typeface="Tw Cen MT" panose="020B0602020104020603"/>
              </a:rPr>
              <a:t>ss</a:t>
            </a:r>
            <a:r>
              <a:rPr sz="2700" spc="105" dirty="0">
                <a:solidFill>
                  <a:srgbClr val="0070C0"/>
                </a:solidFill>
                <a:latin typeface="Tw Cen MT" panose="020B0602020104020603"/>
                <a:cs typeface="Tw Cen MT" panose="020B0602020104020603"/>
              </a:rPr>
              <a:t>i</a:t>
            </a:r>
            <a:r>
              <a:rPr sz="2700" spc="100" dirty="0">
                <a:solidFill>
                  <a:srgbClr val="0070C0"/>
                </a:solidFill>
                <a:latin typeface="Tw Cen MT" panose="020B0602020104020603"/>
                <a:cs typeface="Tw Cen MT" panose="020B0602020104020603"/>
              </a:rPr>
              <a:t>g</a:t>
            </a:r>
            <a:r>
              <a:rPr sz="2700" spc="105" dirty="0">
                <a:solidFill>
                  <a:srgbClr val="0070C0"/>
                </a:solidFill>
                <a:latin typeface="Tw Cen MT" panose="020B0602020104020603"/>
                <a:cs typeface="Tw Cen MT" panose="020B0602020104020603"/>
              </a:rPr>
              <a:t>nin</a:t>
            </a:r>
            <a:r>
              <a:rPr sz="2700" spc="-5" dirty="0">
                <a:solidFill>
                  <a:srgbClr val="0070C0"/>
                </a:solidFill>
                <a:latin typeface="Tw Cen MT" panose="020B0602020104020603"/>
                <a:cs typeface="Tw Cen MT" panose="020B0602020104020603"/>
              </a:rPr>
              <a:t>g</a:t>
            </a:r>
            <a:r>
              <a:rPr sz="2700" spc="220" dirty="0">
                <a:solidFill>
                  <a:srgbClr val="0070C0"/>
                </a:solidFill>
                <a:latin typeface="Tw Cen MT" panose="020B0602020104020603"/>
                <a:cs typeface="Tw Cen MT" panose="020B0602020104020603"/>
              </a:rPr>
              <a:t> </a:t>
            </a:r>
            <a:r>
              <a:rPr sz="2700" spc="-5" dirty="0">
                <a:solidFill>
                  <a:srgbClr val="0070C0"/>
                </a:solidFill>
                <a:latin typeface="Tw Cen MT" panose="020B0602020104020603"/>
                <a:cs typeface="Tw Cen MT" panose="020B0602020104020603"/>
              </a:rPr>
              <a:t>a</a:t>
            </a:r>
            <a:r>
              <a:rPr sz="2700" spc="220" dirty="0">
                <a:solidFill>
                  <a:srgbClr val="0070C0"/>
                </a:solidFill>
                <a:latin typeface="Tw Cen MT" panose="020B0602020104020603"/>
                <a:cs typeface="Tw Cen MT" panose="020B0602020104020603"/>
              </a:rPr>
              <a:t> </a:t>
            </a:r>
            <a:r>
              <a:rPr sz="2700" spc="105" dirty="0">
                <a:solidFill>
                  <a:srgbClr val="0070C0"/>
                </a:solidFill>
                <a:latin typeface="Tw Cen MT" panose="020B0602020104020603"/>
                <a:cs typeface="Tw Cen MT" panose="020B0602020104020603"/>
              </a:rPr>
              <a:t>l</a:t>
            </a:r>
            <a:r>
              <a:rPr sz="2700" spc="110" dirty="0">
                <a:solidFill>
                  <a:srgbClr val="0070C0"/>
                </a:solidFill>
                <a:latin typeface="Tw Cen MT" panose="020B0602020104020603"/>
                <a:cs typeface="Tw Cen MT" panose="020B0602020104020603"/>
              </a:rPr>
              <a:t>o</a:t>
            </a:r>
            <a:r>
              <a:rPr sz="2700" spc="105" dirty="0">
                <a:solidFill>
                  <a:srgbClr val="0070C0"/>
                </a:solidFill>
                <a:latin typeface="Tw Cen MT" panose="020B0602020104020603"/>
                <a:cs typeface="Tw Cen MT" panose="020B0602020104020603"/>
              </a:rPr>
              <a:t>g</a:t>
            </a:r>
            <a:r>
              <a:rPr sz="2700" spc="110" dirty="0">
                <a:solidFill>
                  <a:srgbClr val="0070C0"/>
                </a:solidFill>
                <a:latin typeface="Tw Cen MT" panose="020B0602020104020603"/>
                <a:cs typeface="Tw Cen MT" panose="020B0602020104020603"/>
              </a:rPr>
              <a:t>i</a:t>
            </a:r>
            <a:r>
              <a:rPr sz="2700" spc="105" dirty="0">
                <a:solidFill>
                  <a:srgbClr val="0070C0"/>
                </a:solidFill>
                <a:latin typeface="Tw Cen MT" panose="020B0602020104020603"/>
                <a:cs typeface="Tw Cen MT" panose="020B0602020104020603"/>
              </a:rPr>
              <a:t>ca</a:t>
            </a:r>
            <a:r>
              <a:rPr sz="2700" dirty="0">
                <a:solidFill>
                  <a:srgbClr val="0070C0"/>
                </a:solidFill>
                <a:latin typeface="Tw Cen MT" panose="020B0602020104020603"/>
                <a:cs typeface="Tw Cen MT" panose="020B0602020104020603"/>
              </a:rPr>
              <a:t>l</a:t>
            </a:r>
            <a:r>
              <a:rPr sz="2700" spc="225" dirty="0">
                <a:solidFill>
                  <a:srgbClr val="0070C0"/>
                </a:solidFill>
                <a:latin typeface="Tw Cen MT" panose="020B0602020104020603"/>
                <a:cs typeface="Tw Cen MT" panose="020B0602020104020603"/>
              </a:rPr>
              <a:t> </a:t>
            </a:r>
            <a:r>
              <a:rPr sz="2700" spc="110" dirty="0">
                <a:solidFill>
                  <a:srgbClr val="0070C0"/>
                </a:solidFill>
                <a:latin typeface="Tw Cen MT" panose="020B0602020104020603"/>
                <a:cs typeface="Tw Cen MT" panose="020B0602020104020603"/>
              </a:rPr>
              <a:t>n</a:t>
            </a:r>
            <a:r>
              <a:rPr sz="2700" spc="105" dirty="0">
                <a:solidFill>
                  <a:srgbClr val="0070C0"/>
                </a:solidFill>
                <a:latin typeface="Tw Cen MT" panose="020B0602020104020603"/>
                <a:cs typeface="Tw Cen MT" panose="020B0602020104020603"/>
              </a:rPr>
              <a:t>am</a:t>
            </a:r>
            <a:r>
              <a:rPr sz="2700" dirty="0">
                <a:solidFill>
                  <a:srgbClr val="0070C0"/>
                </a:solidFill>
                <a:latin typeface="Tw Cen MT" panose="020B0602020104020603"/>
                <a:cs typeface="Tw Cen MT" panose="020B0602020104020603"/>
              </a:rPr>
              <a:t>e</a:t>
            </a:r>
            <a:r>
              <a:rPr sz="2700" spc="225" dirty="0">
                <a:solidFill>
                  <a:srgbClr val="0070C0"/>
                </a:solidFill>
                <a:latin typeface="Tw Cen MT" panose="020B0602020104020603"/>
                <a:cs typeface="Tw Cen MT" panose="020B0602020104020603"/>
              </a:rPr>
              <a:t> </a:t>
            </a:r>
            <a:r>
              <a:rPr sz="2700" spc="105" dirty="0">
                <a:latin typeface="Tw Cen MT" panose="020B0602020104020603"/>
                <a:cs typeface="Tw Cen MT" panose="020B0602020104020603"/>
              </a:rPr>
              <a:t>t</a:t>
            </a:r>
            <a:r>
              <a:rPr sz="2700" dirty="0">
                <a:latin typeface="Tw Cen MT" panose="020B0602020104020603"/>
                <a:cs typeface="Tw Cen MT" panose="020B0602020104020603"/>
              </a:rPr>
              <a:t>o</a:t>
            </a:r>
            <a:r>
              <a:rPr sz="2700" spc="225" dirty="0">
                <a:latin typeface="Tw Cen MT" panose="020B0602020104020603"/>
                <a:cs typeface="Tw Cen MT" panose="020B0602020104020603"/>
              </a:rPr>
              <a:t> </a:t>
            </a:r>
            <a:r>
              <a:rPr sz="2700" spc="-5" dirty="0">
                <a:latin typeface="Tw Cen MT" panose="020B0602020104020603"/>
                <a:cs typeface="Tw Cen MT" panose="020B0602020104020603"/>
              </a:rPr>
              <a:t>a</a:t>
            </a:r>
            <a:r>
              <a:rPr sz="2700" spc="229" dirty="0">
                <a:latin typeface="Tw Cen MT" panose="020B0602020104020603"/>
                <a:cs typeface="Tw Cen MT" panose="020B0602020104020603"/>
              </a:rPr>
              <a:t> </a:t>
            </a:r>
            <a:r>
              <a:rPr sz="2700" spc="105" dirty="0">
                <a:solidFill>
                  <a:srgbClr val="FFC000"/>
                </a:solidFill>
                <a:latin typeface="Tw Cen MT" panose="020B0602020104020603"/>
                <a:cs typeface="Tw Cen MT" panose="020B0602020104020603"/>
              </a:rPr>
              <a:t>p</a:t>
            </a:r>
            <a:r>
              <a:rPr sz="2700" spc="55" dirty="0">
                <a:solidFill>
                  <a:srgbClr val="FFC000"/>
                </a:solidFill>
                <a:latin typeface="Tw Cen MT" panose="020B0602020104020603"/>
                <a:cs typeface="Tw Cen MT" panose="020B0602020104020603"/>
              </a:rPr>
              <a:t>h</a:t>
            </a:r>
            <a:r>
              <a:rPr sz="2700" spc="114" dirty="0">
                <a:solidFill>
                  <a:srgbClr val="FFC000"/>
                </a:solidFill>
                <a:latin typeface="Tw Cen MT" panose="020B0602020104020603"/>
                <a:cs typeface="Tw Cen MT" panose="020B0602020104020603"/>
              </a:rPr>
              <a:t>ys</a:t>
            </a:r>
            <a:r>
              <a:rPr sz="2700" spc="110" dirty="0">
                <a:solidFill>
                  <a:srgbClr val="FFC000"/>
                </a:solidFill>
                <a:latin typeface="Tw Cen MT" panose="020B0602020104020603"/>
                <a:cs typeface="Tw Cen MT" panose="020B0602020104020603"/>
              </a:rPr>
              <a:t>i</a:t>
            </a:r>
            <a:r>
              <a:rPr sz="2700" spc="105" dirty="0">
                <a:solidFill>
                  <a:srgbClr val="FFC000"/>
                </a:solidFill>
                <a:latin typeface="Tw Cen MT" panose="020B0602020104020603"/>
                <a:cs typeface="Tw Cen MT" panose="020B0602020104020603"/>
              </a:rPr>
              <a:t>ca</a:t>
            </a:r>
            <a:r>
              <a:rPr sz="2700" dirty="0">
                <a:solidFill>
                  <a:srgbClr val="FFC000"/>
                </a:solidFill>
                <a:latin typeface="Tw Cen MT" panose="020B0602020104020603"/>
                <a:cs typeface="Tw Cen MT" panose="020B0602020104020603"/>
              </a:rPr>
              <a:t>l</a:t>
            </a:r>
            <a:r>
              <a:rPr sz="2700" spc="225" dirty="0">
                <a:solidFill>
                  <a:srgbClr val="FFC000"/>
                </a:solidFill>
                <a:latin typeface="Tw Cen MT" panose="020B0602020104020603"/>
                <a:cs typeface="Tw Cen MT" panose="020B0602020104020603"/>
              </a:rPr>
              <a:t> </a:t>
            </a:r>
            <a:r>
              <a:rPr sz="2700" spc="114" dirty="0">
                <a:solidFill>
                  <a:srgbClr val="FFC000"/>
                </a:solidFill>
                <a:latin typeface="Tw Cen MT" panose="020B0602020104020603"/>
                <a:cs typeface="Tw Cen MT" panose="020B0602020104020603"/>
              </a:rPr>
              <a:t>s</a:t>
            </a:r>
            <a:r>
              <a:rPr sz="2700" spc="105" dirty="0">
                <a:solidFill>
                  <a:srgbClr val="FFC000"/>
                </a:solidFill>
                <a:latin typeface="Tw Cen MT" panose="020B0602020104020603"/>
                <a:cs typeface="Tw Cen MT" panose="020B0602020104020603"/>
              </a:rPr>
              <a:t>t</a:t>
            </a:r>
            <a:r>
              <a:rPr sz="2700" spc="114" dirty="0">
                <a:solidFill>
                  <a:srgbClr val="FFC000"/>
                </a:solidFill>
                <a:latin typeface="Tw Cen MT" panose="020B0602020104020603"/>
                <a:cs typeface="Tw Cen MT" panose="020B0602020104020603"/>
              </a:rPr>
              <a:t>o</a:t>
            </a:r>
            <a:r>
              <a:rPr sz="2700" spc="85" dirty="0">
                <a:solidFill>
                  <a:srgbClr val="FFC000"/>
                </a:solidFill>
                <a:latin typeface="Tw Cen MT" panose="020B0602020104020603"/>
                <a:cs typeface="Tw Cen MT" panose="020B0602020104020603"/>
              </a:rPr>
              <a:t>r</a:t>
            </a:r>
            <a:r>
              <a:rPr sz="2700" spc="105" dirty="0">
                <a:solidFill>
                  <a:srgbClr val="FFC000"/>
                </a:solidFill>
                <a:latin typeface="Tw Cen MT" panose="020B0602020104020603"/>
                <a:cs typeface="Tw Cen MT" panose="020B0602020104020603"/>
              </a:rPr>
              <a:t>a</a:t>
            </a:r>
            <a:r>
              <a:rPr sz="2700" spc="50" dirty="0">
                <a:solidFill>
                  <a:srgbClr val="FFC000"/>
                </a:solidFill>
                <a:latin typeface="Tw Cen MT" panose="020B0602020104020603"/>
                <a:cs typeface="Tw Cen MT" panose="020B0602020104020603"/>
              </a:rPr>
              <a:t>g</a:t>
            </a:r>
            <a:r>
              <a:rPr sz="2700" dirty="0">
                <a:solidFill>
                  <a:srgbClr val="FFC000"/>
                </a:solidFill>
                <a:latin typeface="Tw Cen MT" panose="020B0602020104020603"/>
                <a:cs typeface="Tw Cen MT" panose="020B0602020104020603"/>
              </a:rPr>
              <a:t>e</a:t>
            </a:r>
            <a:r>
              <a:rPr sz="2700" spc="225" dirty="0">
                <a:latin typeface="Tw Cen MT" panose="020B0602020104020603"/>
                <a:cs typeface="Tw Cen MT" panose="020B0602020104020603"/>
              </a:rPr>
              <a:t> </a:t>
            </a:r>
            <a:r>
              <a:rPr sz="2700" spc="105" dirty="0">
                <a:latin typeface="Tw Cen MT" panose="020B0602020104020603"/>
                <a:cs typeface="Tw Cen MT" panose="020B0602020104020603"/>
              </a:rPr>
              <a:t>a</a:t>
            </a:r>
            <a:r>
              <a:rPr sz="2700" spc="110" dirty="0">
                <a:latin typeface="Tw Cen MT" panose="020B0602020104020603"/>
                <a:cs typeface="Tw Cen MT" panose="020B0602020104020603"/>
              </a:rPr>
              <a:t>n</a:t>
            </a:r>
            <a:r>
              <a:rPr sz="2700" spc="-5" dirty="0">
                <a:latin typeface="Tw Cen MT" panose="020B0602020104020603"/>
                <a:cs typeface="Tw Cen MT" panose="020B0602020104020603"/>
              </a:rPr>
              <a:t>d </a:t>
            </a:r>
            <a:r>
              <a:rPr sz="2700" spc="125" dirty="0">
                <a:solidFill>
                  <a:srgbClr val="FF0000"/>
                </a:solidFill>
                <a:latin typeface="Tw Cen MT" panose="020B0602020104020603"/>
                <a:cs typeface="Tw Cen MT" panose="020B0602020104020603"/>
              </a:rPr>
              <a:t>p</a:t>
            </a:r>
            <a:r>
              <a:rPr sz="2700" spc="75" dirty="0">
                <a:solidFill>
                  <a:srgbClr val="FF0000"/>
                </a:solidFill>
                <a:latin typeface="Tw Cen MT" panose="020B0602020104020603"/>
                <a:cs typeface="Tw Cen MT" panose="020B0602020104020603"/>
              </a:rPr>
              <a:t>r</a:t>
            </a:r>
            <a:r>
              <a:rPr sz="2700" spc="130" dirty="0">
                <a:solidFill>
                  <a:srgbClr val="FF0000"/>
                </a:solidFill>
                <a:latin typeface="Tw Cen MT" panose="020B0602020104020603"/>
                <a:cs typeface="Tw Cen MT" panose="020B0602020104020603"/>
              </a:rPr>
              <a:t>o</a:t>
            </a:r>
            <a:r>
              <a:rPr sz="2700" spc="125" dirty="0">
                <a:solidFill>
                  <a:srgbClr val="FF0000"/>
                </a:solidFill>
                <a:latin typeface="Tw Cen MT" panose="020B0602020104020603"/>
                <a:cs typeface="Tw Cen MT" panose="020B0602020104020603"/>
              </a:rPr>
              <a:t>vidin</a:t>
            </a:r>
            <a:r>
              <a:rPr sz="2700" spc="-5" dirty="0">
                <a:solidFill>
                  <a:srgbClr val="FF0000"/>
                </a:solidFill>
                <a:latin typeface="Tw Cen MT" panose="020B0602020104020603"/>
                <a:cs typeface="Tw Cen MT" panose="020B0602020104020603"/>
              </a:rPr>
              <a:t>g</a:t>
            </a:r>
            <a:r>
              <a:rPr sz="2700" spc="260" dirty="0">
                <a:solidFill>
                  <a:srgbClr val="FF0000"/>
                </a:solidFill>
                <a:latin typeface="Tw Cen MT" panose="020B0602020104020603"/>
                <a:cs typeface="Tw Cen MT" panose="020B0602020104020603"/>
              </a:rPr>
              <a:t> </a:t>
            </a:r>
            <a:r>
              <a:rPr sz="2700" spc="-5" dirty="0">
                <a:solidFill>
                  <a:srgbClr val="FF0000"/>
                </a:solidFill>
                <a:latin typeface="Tw Cen MT" panose="020B0602020104020603"/>
                <a:cs typeface="Tw Cen MT" panose="020B0602020104020603"/>
              </a:rPr>
              <a:t>a</a:t>
            </a:r>
            <a:r>
              <a:rPr sz="2700" spc="260" dirty="0">
                <a:solidFill>
                  <a:srgbClr val="FF0000"/>
                </a:solidFill>
                <a:latin typeface="Tw Cen MT" panose="020B0602020104020603"/>
                <a:cs typeface="Tw Cen MT" panose="020B0602020104020603"/>
              </a:rPr>
              <a:t> </a:t>
            </a:r>
            <a:r>
              <a:rPr sz="2700" spc="125" dirty="0">
                <a:solidFill>
                  <a:srgbClr val="FF0000"/>
                </a:solidFill>
                <a:latin typeface="Tw Cen MT" panose="020B0602020104020603"/>
                <a:cs typeface="Tw Cen MT" panose="020B0602020104020603"/>
              </a:rPr>
              <a:t>p</a:t>
            </a:r>
            <a:r>
              <a:rPr sz="2700" spc="130" dirty="0">
                <a:solidFill>
                  <a:srgbClr val="FF0000"/>
                </a:solidFill>
                <a:latin typeface="Tw Cen MT" panose="020B0602020104020603"/>
                <a:cs typeface="Tw Cen MT" panose="020B0602020104020603"/>
              </a:rPr>
              <a:t>o</a:t>
            </a:r>
            <a:r>
              <a:rPr sz="2700" spc="125" dirty="0">
                <a:solidFill>
                  <a:srgbClr val="FF0000"/>
                </a:solidFill>
                <a:latin typeface="Tw Cen MT" panose="020B0602020104020603"/>
                <a:cs typeface="Tw Cen MT" panose="020B0602020104020603"/>
              </a:rPr>
              <a:t>int</a:t>
            </a:r>
            <a:r>
              <a:rPr sz="2700" spc="130" dirty="0">
                <a:solidFill>
                  <a:srgbClr val="FF0000"/>
                </a:solidFill>
                <a:latin typeface="Tw Cen MT" panose="020B0602020104020603"/>
                <a:cs typeface="Tw Cen MT" panose="020B0602020104020603"/>
              </a:rPr>
              <a:t>e</a:t>
            </a:r>
            <a:r>
              <a:rPr sz="2700" dirty="0">
                <a:solidFill>
                  <a:srgbClr val="FF0000"/>
                </a:solidFill>
                <a:latin typeface="Tw Cen MT" panose="020B0602020104020603"/>
                <a:cs typeface="Tw Cen MT" panose="020B0602020104020603"/>
              </a:rPr>
              <a:t>r</a:t>
            </a:r>
            <a:r>
              <a:rPr sz="2700" spc="260" dirty="0">
                <a:solidFill>
                  <a:srgbClr val="FF0000"/>
                </a:solidFill>
                <a:latin typeface="Tw Cen MT" panose="020B0602020104020603"/>
                <a:cs typeface="Tw Cen MT" panose="020B0602020104020603"/>
              </a:rPr>
              <a:t> </a:t>
            </a:r>
            <a:r>
              <a:rPr sz="2700" spc="125" dirty="0">
                <a:latin typeface="Tw Cen MT" panose="020B0602020104020603"/>
                <a:cs typeface="Tw Cen MT" panose="020B0602020104020603"/>
              </a:rPr>
              <a:t>t</a:t>
            </a:r>
            <a:r>
              <a:rPr sz="2700" dirty="0">
                <a:latin typeface="Tw Cen MT" panose="020B0602020104020603"/>
                <a:cs typeface="Tw Cen MT" panose="020B0602020104020603"/>
              </a:rPr>
              <a:t>o</a:t>
            </a:r>
            <a:r>
              <a:rPr sz="2700" spc="254" dirty="0">
                <a:latin typeface="Tw Cen MT" panose="020B0602020104020603"/>
                <a:cs typeface="Tw Cen MT" panose="020B0602020104020603"/>
              </a:rPr>
              <a:t> </a:t>
            </a:r>
            <a:r>
              <a:rPr sz="2700" spc="125" dirty="0">
                <a:latin typeface="Tw Cen MT" panose="020B0602020104020603"/>
                <a:cs typeface="Tw Cen MT" panose="020B0602020104020603"/>
              </a:rPr>
              <a:t>tha</a:t>
            </a:r>
            <a:r>
              <a:rPr sz="2700" spc="-5" dirty="0">
                <a:latin typeface="Tw Cen MT" panose="020B0602020104020603"/>
                <a:cs typeface="Tw Cen MT" panose="020B0602020104020603"/>
              </a:rPr>
              <a:t>t</a:t>
            </a:r>
            <a:r>
              <a:rPr sz="2700" spc="260" dirty="0">
                <a:latin typeface="Tw Cen MT" panose="020B0602020104020603"/>
                <a:cs typeface="Tw Cen MT" panose="020B0602020104020603"/>
              </a:rPr>
              <a:t> </a:t>
            </a:r>
            <a:r>
              <a:rPr sz="2700" spc="125" dirty="0">
                <a:latin typeface="Tw Cen MT" panose="020B0602020104020603"/>
                <a:cs typeface="Tw Cen MT" panose="020B0602020104020603"/>
              </a:rPr>
              <a:t>p</a:t>
            </a:r>
            <a:r>
              <a:rPr sz="2700" spc="75" dirty="0">
                <a:latin typeface="Tw Cen MT" panose="020B0602020104020603"/>
                <a:cs typeface="Tw Cen MT" panose="020B0602020104020603"/>
              </a:rPr>
              <a:t>h</a:t>
            </a:r>
            <a:r>
              <a:rPr sz="2700" spc="130" dirty="0">
                <a:latin typeface="Tw Cen MT" panose="020B0602020104020603"/>
                <a:cs typeface="Tw Cen MT" panose="020B0602020104020603"/>
              </a:rPr>
              <a:t>ys</a:t>
            </a:r>
            <a:r>
              <a:rPr sz="2700" spc="125" dirty="0">
                <a:latin typeface="Tw Cen MT" panose="020B0602020104020603"/>
                <a:cs typeface="Tw Cen MT" panose="020B0602020104020603"/>
              </a:rPr>
              <a:t>ica</a:t>
            </a:r>
            <a:r>
              <a:rPr sz="2700" dirty="0">
                <a:latin typeface="Tw Cen MT" panose="020B0602020104020603"/>
                <a:cs typeface="Tw Cen MT" panose="020B0602020104020603"/>
              </a:rPr>
              <a:t>l</a:t>
            </a:r>
            <a:r>
              <a:rPr sz="2700" spc="260" dirty="0">
                <a:latin typeface="Tw Cen MT" panose="020B0602020104020603"/>
                <a:cs typeface="Tw Cen MT" panose="020B0602020104020603"/>
              </a:rPr>
              <a:t> </a:t>
            </a:r>
            <a:r>
              <a:rPr sz="2700" spc="135" dirty="0">
                <a:latin typeface="Tw Cen MT" panose="020B0602020104020603"/>
                <a:cs typeface="Tw Cen MT" panose="020B0602020104020603"/>
              </a:rPr>
              <a:t>reso</a:t>
            </a:r>
            <a:r>
              <a:rPr sz="2700" spc="130" dirty="0">
                <a:latin typeface="Tw Cen MT" panose="020B0602020104020603"/>
                <a:cs typeface="Tw Cen MT" panose="020B0602020104020603"/>
              </a:rPr>
              <a:t>u</a:t>
            </a:r>
            <a:r>
              <a:rPr sz="2700" spc="135" dirty="0">
                <a:latin typeface="Tw Cen MT" panose="020B0602020104020603"/>
                <a:cs typeface="Tw Cen MT" panose="020B0602020104020603"/>
              </a:rPr>
              <a:t>r</a:t>
            </a:r>
            <a:r>
              <a:rPr sz="2700" spc="125" dirty="0">
                <a:latin typeface="Tw Cen MT" panose="020B0602020104020603"/>
                <a:cs typeface="Tw Cen MT" panose="020B0602020104020603"/>
              </a:rPr>
              <a:t>c</a:t>
            </a:r>
            <a:r>
              <a:rPr sz="2700" dirty="0">
                <a:latin typeface="Tw Cen MT" panose="020B0602020104020603"/>
                <a:cs typeface="Tw Cen MT" panose="020B0602020104020603"/>
              </a:rPr>
              <a:t>e</a:t>
            </a:r>
            <a:r>
              <a:rPr sz="2700" spc="265" dirty="0">
                <a:latin typeface="Tw Cen MT" panose="020B0602020104020603"/>
                <a:cs typeface="Tw Cen MT" panose="020B0602020104020603"/>
              </a:rPr>
              <a:t> </a:t>
            </a:r>
            <a:r>
              <a:rPr sz="2700" spc="125" dirty="0">
                <a:latin typeface="Tw Cen MT" panose="020B0602020104020603"/>
                <a:cs typeface="Tw Cen MT" panose="020B0602020104020603"/>
              </a:rPr>
              <a:t>w</a:t>
            </a:r>
            <a:r>
              <a:rPr sz="2700" spc="130" dirty="0">
                <a:latin typeface="Tw Cen MT" panose="020B0602020104020603"/>
                <a:cs typeface="Tw Cen MT" panose="020B0602020104020603"/>
              </a:rPr>
              <a:t>h</a:t>
            </a:r>
            <a:r>
              <a:rPr sz="2700" spc="135" dirty="0">
                <a:latin typeface="Tw Cen MT" panose="020B0602020104020603"/>
                <a:cs typeface="Tw Cen MT" panose="020B0602020104020603"/>
              </a:rPr>
              <a:t>e</a:t>
            </a:r>
            <a:r>
              <a:rPr sz="2700" spc="-5" dirty="0">
                <a:latin typeface="Tw Cen MT" panose="020B0602020104020603"/>
                <a:cs typeface="Tw Cen MT" panose="020B0602020104020603"/>
              </a:rPr>
              <a:t>n d</a:t>
            </a:r>
            <a:r>
              <a:rPr sz="2700" dirty="0">
                <a:latin typeface="Tw Cen MT" panose="020B0602020104020603"/>
                <a:cs typeface="Tw Cen MT" panose="020B0602020104020603"/>
              </a:rPr>
              <a:t>e</a:t>
            </a:r>
            <a:r>
              <a:rPr sz="2700" spc="-5" dirty="0">
                <a:latin typeface="Tw Cen MT" panose="020B0602020104020603"/>
                <a:cs typeface="Tw Cen MT" panose="020B0602020104020603"/>
              </a:rPr>
              <a:t>ma</a:t>
            </a:r>
            <a:r>
              <a:rPr sz="2700" dirty="0">
                <a:latin typeface="Tw Cen MT" panose="020B0602020104020603"/>
                <a:cs typeface="Tw Cen MT" panose="020B0602020104020603"/>
              </a:rPr>
              <a:t>n</a:t>
            </a:r>
            <a:r>
              <a:rPr sz="2700" spc="-5" dirty="0">
                <a:latin typeface="Tw Cen MT" panose="020B0602020104020603"/>
                <a:cs typeface="Tw Cen MT" panose="020B0602020104020603"/>
              </a:rPr>
              <a:t>d</a:t>
            </a:r>
            <a:r>
              <a:rPr sz="2700" dirty="0">
                <a:latin typeface="Tw Cen MT" panose="020B0602020104020603"/>
                <a:cs typeface="Tw Cen MT" panose="020B0602020104020603"/>
              </a:rPr>
              <a:t>e</a:t>
            </a:r>
            <a:r>
              <a:rPr sz="2700" spc="-5" dirty="0">
                <a:latin typeface="Tw Cen MT" panose="020B0602020104020603"/>
                <a:cs typeface="Tw Cen MT" panose="020B0602020104020603"/>
              </a:rPr>
              <a:t>d</a:t>
            </a:r>
            <a:r>
              <a:rPr sz="2700" dirty="0">
                <a:latin typeface="Tw Cen MT" panose="020B0602020104020603"/>
                <a:cs typeface="Tw Cen MT" panose="020B0602020104020603"/>
              </a:rPr>
              <a:t>.</a:t>
            </a:r>
            <a:endParaRPr sz="2700">
              <a:latin typeface="Tw Cen MT" panose="020B0602020104020603"/>
              <a:cs typeface="Tw Cen MT" panose="020B0602020104020603"/>
            </a:endParaRPr>
          </a:p>
          <a:p>
            <a:pPr>
              <a:spcBef>
                <a:spcPts val="5"/>
              </a:spcBef>
              <a:buClr>
                <a:srgbClr val="DD8046"/>
              </a:buClr>
              <a:buFont typeface="Wingdings" panose="05000000000000000000"/>
              <a:buChar char=""/>
            </a:pPr>
            <a:endParaRPr sz="3750">
              <a:latin typeface="Times New Roman" panose="02020603050405020304"/>
              <a:cs typeface="Times New Roman" panose="02020603050405020304"/>
            </a:endParaRPr>
          </a:p>
          <a:p>
            <a:pPr marL="816610" marR="5080" indent="-320040" algn="just">
              <a:lnSpc>
                <a:spcPts val="2910"/>
              </a:lnSpc>
              <a:buClr>
                <a:srgbClr val="DD8046"/>
              </a:buClr>
              <a:buSzPct val="59000"/>
              <a:buFont typeface="Wingdings" panose="05000000000000000000"/>
              <a:buChar char=""/>
              <a:tabLst>
                <a:tab pos="816610" algn="l"/>
              </a:tabLst>
            </a:pPr>
            <a:r>
              <a:rPr sz="2700" spc="125" dirty="0">
                <a:latin typeface="Tw Cen MT" panose="020B0602020104020603"/>
                <a:cs typeface="Tw Cen MT" panose="020B0602020104020603"/>
              </a:rPr>
              <a:t>Vi</a:t>
            </a:r>
            <a:r>
              <a:rPr sz="2700" spc="180" dirty="0">
                <a:latin typeface="Tw Cen MT" panose="020B0602020104020603"/>
                <a:cs typeface="Tw Cen MT" panose="020B0602020104020603"/>
              </a:rPr>
              <a:t>r</a:t>
            </a:r>
            <a:r>
              <a:rPr sz="2700" spc="125" dirty="0">
                <a:latin typeface="Tw Cen MT" panose="020B0602020104020603"/>
                <a:cs typeface="Tw Cen MT" panose="020B0602020104020603"/>
              </a:rPr>
              <a:t>tualizati</a:t>
            </a:r>
            <a:r>
              <a:rPr sz="2700" spc="130" dirty="0">
                <a:latin typeface="Tw Cen MT" panose="020B0602020104020603"/>
                <a:cs typeface="Tw Cen MT" panose="020B0602020104020603"/>
              </a:rPr>
              <a:t>o</a:t>
            </a:r>
            <a:r>
              <a:rPr sz="2700" spc="-5" dirty="0">
                <a:latin typeface="Tw Cen MT" panose="020B0602020104020603"/>
                <a:cs typeface="Tw Cen MT" panose="020B0602020104020603"/>
              </a:rPr>
              <a:t>n</a:t>
            </a:r>
            <a:r>
              <a:rPr sz="2700" spc="260" dirty="0">
                <a:latin typeface="Tw Cen MT" panose="020B0602020104020603"/>
                <a:cs typeface="Tw Cen MT" panose="020B0602020104020603"/>
              </a:rPr>
              <a:t> </a:t>
            </a:r>
            <a:r>
              <a:rPr sz="2700" spc="125" dirty="0">
                <a:latin typeface="Tw Cen MT" panose="020B0602020104020603"/>
                <a:cs typeface="Tw Cen MT" panose="020B0602020104020603"/>
              </a:rPr>
              <a:t>i</a:t>
            </a:r>
            <a:r>
              <a:rPr sz="2700" spc="-5" dirty="0">
                <a:latin typeface="Tw Cen MT" panose="020B0602020104020603"/>
                <a:cs typeface="Tw Cen MT" panose="020B0602020104020603"/>
              </a:rPr>
              <a:t>n</a:t>
            </a:r>
            <a:r>
              <a:rPr sz="2700" spc="260" dirty="0">
                <a:latin typeface="Tw Cen MT" panose="020B0602020104020603"/>
                <a:cs typeface="Tw Cen MT" panose="020B0602020104020603"/>
              </a:rPr>
              <a:t> </a:t>
            </a:r>
            <a:r>
              <a:rPr sz="2700" spc="125" dirty="0">
                <a:latin typeface="Tw Cen MT" panose="020B0602020104020603"/>
                <a:cs typeface="Tw Cen MT" panose="020B0602020104020603"/>
              </a:rPr>
              <a:t>cl</a:t>
            </a:r>
            <a:r>
              <a:rPr sz="2700" spc="130" dirty="0">
                <a:latin typeface="Tw Cen MT" panose="020B0602020104020603"/>
                <a:cs typeface="Tw Cen MT" panose="020B0602020104020603"/>
              </a:rPr>
              <a:t>o</a:t>
            </a:r>
            <a:r>
              <a:rPr sz="2700" spc="125" dirty="0">
                <a:latin typeface="Tw Cen MT" panose="020B0602020104020603"/>
                <a:cs typeface="Tw Cen MT" panose="020B0602020104020603"/>
              </a:rPr>
              <a:t>u</a:t>
            </a:r>
            <a:r>
              <a:rPr sz="2700" spc="-5" dirty="0">
                <a:latin typeface="Tw Cen MT" panose="020B0602020104020603"/>
                <a:cs typeface="Tw Cen MT" panose="020B0602020104020603"/>
              </a:rPr>
              <a:t>d</a:t>
            </a:r>
            <a:r>
              <a:rPr sz="2700" spc="260" dirty="0">
                <a:latin typeface="Tw Cen MT" panose="020B0602020104020603"/>
                <a:cs typeface="Tw Cen MT" panose="020B0602020104020603"/>
              </a:rPr>
              <a:t> </a:t>
            </a:r>
            <a:r>
              <a:rPr sz="2700" spc="125" dirty="0">
                <a:latin typeface="Tw Cen MT" panose="020B0602020104020603"/>
                <a:cs typeface="Tw Cen MT" panose="020B0602020104020603"/>
              </a:rPr>
              <a:t>c</a:t>
            </a:r>
            <a:r>
              <a:rPr sz="2700" spc="130" dirty="0">
                <a:latin typeface="Tw Cen MT" panose="020B0602020104020603"/>
                <a:cs typeface="Tw Cen MT" panose="020B0602020104020603"/>
              </a:rPr>
              <a:t>o</a:t>
            </a:r>
            <a:r>
              <a:rPr sz="2700" spc="125" dirty="0">
                <a:latin typeface="Tw Cen MT" panose="020B0602020104020603"/>
                <a:cs typeface="Tw Cen MT" panose="020B0602020104020603"/>
              </a:rPr>
              <a:t>mp</a:t>
            </a:r>
            <a:r>
              <a:rPr sz="2700" spc="130" dirty="0">
                <a:latin typeface="Tw Cen MT" panose="020B0602020104020603"/>
                <a:cs typeface="Tw Cen MT" panose="020B0602020104020603"/>
              </a:rPr>
              <a:t>u</a:t>
            </a:r>
            <a:r>
              <a:rPr sz="2700" spc="125" dirty="0">
                <a:latin typeface="Tw Cen MT" panose="020B0602020104020603"/>
                <a:cs typeface="Tw Cen MT" panose="020B0602020104020603"/>
              </a:rPr>
              <a:t>t</a:t>
            </a:r>
            <a:r>
              <a:rPr sz="2700" spc="130" dirty="0">
                <a:latin typeface="Tw Cen MT" panose="020B0602020104020603"/>
                <a:cs typeface="Tw Cen MT" panose="020B0602020104020603"/>
              </a:rPr>
              <a:t>in</a:t>
            </a:r>
            <a:r>
              <a:rPr sz="2700" spc="-5" dirty="0">
                <a:latin typeface="Tw Cen MT" panose="020B0602020104020603"/>
                <a:cs typeface="Tw Cen MT" panose="020B0602020104020603"/>
              </a:rPr>
              <a:t>g</a:t>
            </a:r>
            <a:r>
              <a:rPr sz="2700" spc="270" dirty="0">
                <a:latin typeface="Tw Cen MT" panose="020B0602020104020603"/>
                <a:cs typeface="Tw Cen MT" panose="020B0602020104020603"/>
              </a:rPr>
              <a:t> </a:t>
            </a:r>
            <a:r>
              <a:rPr sz="2700" spc="125" dirty="0">
                <a:latin typeface="Tw Cen MT" panose="020B0602020104020603"/>
                <a:cs typeface="Tw Cen MT" panose="020B0602020104020603"/>
              </a:rPr>
              <a:t>a</a:t>
            </a:r>
            <a:r>
              <a:rPr sz="2700" spc="130" dirty="0">
                <a:latin typeface="Tw Cen MT" panose="020B0602020104020603"/>
                <a:cs typeface="Tw Cen MT" panose="020B0602020104020603"/>
              </a:rPr>
              <a:t>ll</a:t>
            </a:r>
            <a:r>
              <a:rPr sz="2700" spc="50" dirty="0">
                <a:latin typeface="Tw Cen MT" panose="020B0602020104020603"/>
                <a:cs typeface="Tw Cen MT" panose="020B0602020104020603"/>
              </a:rPr>
              <a:t>o</a:t>
            </a:r>
            <a:r>
              <a:rPr sz="2700" spc="125" dirty="0">
                <a:latin typeface="Tw Cen MT" panose="020B0602020104020603"/>
                <a:cs typeface="Tw Cen MT" panose="020B0602020104020603"/>
              </a:rPr>
              <a:t>w</a:t>
            </a:r>
            <a:r>
              <a:rPr sz="2700" dirty="0">
                <a:latin typeface="Tw Cen MT" panose="020B0602020104020603"/>
                <a:cs typeface="Tw Cen MT" panose="020B0602020104020603"/>
              </a:rPr>
              <a:t>s</a:t>
            </a:r>
            <a:r>
              <a:rPr sz="2700" spc="270" dirty="0">
                <a:latin typeface="Tw Cen MT" panose="020B0602020104020603"/>
                <a:cs typeface="Tw Cen MT" panose="020B0602020104020603"/>
              </a:rPr>
              <a:t> </a:t>
            </a:r>
            <a:r>
              <a:rPr sz="2700" spc="50" dirty="0">
                <a:latin typeface="Tw Cen MT" panose="020B0602020104020603"/>
                <a:cs typeface="Tw Cen MT" panose="020B0602020104020603"/>
              </a:rPr>
              <a:t>y</a:t>
            </a:r>
            <a:r>
              <a:rPr sz="2700" spc="135" dirty="0">
                <a:latin typeface="Tw Cen MT" panose="020B0602020104020603"/>
                <a:cs typeface="Tw Cen MT" panose="020B0602020104020603"/>
              </a:rPr>
              <a:t>o</a:t>
            </a:r>
            <a:r>
              <a:rPr sz="2700" spc="-5" dirty="0">
                <a:latin typeface="Tw Cen MT" panose="020B0602020104020603"/>
                <a:cs typeface="Tw Cen MT" panose="020B0602020104020603"/>
              </a:rPr>
              <a:t>u</a:t>
            </a:r>
            <a:r>
              <a:rPr sz="2700" spc="270" dirty="0">
                <a:latin typeface="Tw Cen MT" panose="020B0602020104020603"/>
                <a:cs typeface="Tw Cen MT" panose="020B0602020104020603"/>
              </a:rPr>
              <a:t> </a:t>
            </a:r>
            <a:r>
              <a:rPr sz="2700" spc="125" dirty="0">
                <a:latin typeface="Tw Cen MT" panose="020B0602020104020603"/>
                <a:cs typeface="Tw Cen MT" panose="020B0602020104020603"/>
              </a:rPr>
              <a:t>t</a:t>
            </a:r>
            <a:r>
              <a:rPr sz="2700" dirty="0">
                <a:latin typeface="Tw Cen MT" panose="020B0602020104020603"/>
                <a:cs typeface="Tw Cen MT" panose="020B0602020104020603"/>
              </a:rPr>
              <a:t>o</a:t>
            </a:r>
            <a:r>
              <a:rPr sz="2700" spc="265" dirty="0">
                <a:latin typeface="Tw Cen MT" panose="020B0602020104020603"/>
                <a:cs typeface="Tw Cen MT" panose="020B0602020104020603"/>
              </a:rPr>
              <a:t> </a:t>
            </a:r>
            <a:r>
              <a:rPr sz="2700" spc="185" dirty="0">
                <a:solidFill>
                  <a:srgbClr val="00B0F0"/>
                </a:solidFill>
                <a:latin typeface="Tw Cen MT" panose="020B0602020104020603"/>
                <a:cs typeface="Tw Cen MT" panose="020B0602020104020603"/>
              </a:rPr>
              <a:t>r</a:t>
            </a:r>
            <a:r>
              <a:rPr sz="2700" spc="130" dirty="0">
                <a:solidFill>
                  <a:srgbClr val="00B0F0"/>
                </a:solidFill>
                <a:latin typeface="Tw Cen MT" panose="020B0602020104020603"/>
                <a:cs typeface="Tw Cen MT" panose="020B0602020104020603"/>
              </a:rPr>
              <a:t>u</a:t>
            </a:r>
            <a:r>
              <a:rPr sz="2700" spc="-5" dirty="0">
                <a:solidFill>
                  <a:srgbClr val="00B0F0"/>
                </a:solidFill>
                <a:latin typeface="Tw Cen MT" panose="020B0602020104020603"/>
                <a:cs typeface="Tw Cen MT" panose="020B0602020104020603"/>
              </a:rPr>
              <a:t>n </a:t>
            </a:r>
            <a:r>
              <a:rPr sz="2700" spc="160" dirty="0">
                <a:solidFill>
                  <a:srgbClr val="00B0F0"/>
                </a:solidFill>
                <a:latin typeface="Tw Cen MT" panose="020B0602020104020603"/>
                <a:cs typeface="Tw Cen MT" panose="020B0602020104020603"/>
              </a:rPr>
              <a:t>m</a:t>
            </a:r>
            <a:r>
              <a:rPr sz="2700" spc="120" dirty="0">
                <a:solidFill>
                  <a:srgbClr val="00B0F0"/>
                </a:solidFill>
                <a:latin typeface="Tw Cen MT" panose="020B0602020104020603"/>
                <a:cs typeface="Tw Cen MT" panose="020B0602020104020603"/>
              </a:rPr>
              <a:t>u</a:t>
            </a:r>
            <a:r>
              <a:rPr sz="2700" spc="114" dirty="0">
                <a:solidFill>
                  <a:srgbClr val="00B0F0"/>
                </a:solidFill>
                <a:latin typeface="Tw Cen MT" panose="020B0602020104020603"/>
                <a:cs typeface="Tw Cen MT" panose="020B0602020104020603"/>
              </a:rPr>
              <a:t>l</a:t>
            </a:r>
            <a:r>
              <a:rPr sz="2700" spc="110" dirty="0">
                <a:solidFill>
                  <a:srgbClr val="00B0F0"/>
                </a:solidFill>
                <a:latin typeface="Tw Cen MT" panose="020B0602020104020603"/>
                <a:cs typeface="Tw Cen MT" panose="020B0602020104020603"/>
              </a:rPr>
              <a:t>t</a:t>
            </a:r>
            <a:r>
              <a:rPr sz="2700" spc="114" dirty="0">
                <a:solidFill>
                  <a:srgbClr val="00B0F0"/>
                </a:solidFill>
                <a:latin typeface="Tw Cen MT" panose="020B0602020104020603"/>
                <a:cs typeface="Tw Cen MT" panose="020B0602020104020603"/>
              </a:rPr>
              <a:t>i</a:t>
            </a:r>
            <a:r>
              <a:rPr sz="2700" spc="110" dirty="0">
                <a:solidFill>
                  <a:srgbClr val="00B0F0"/>
                </a:solidFill>
                <a:latin typeface="Tw Cen MT" panose="020B0602020104020603"/>
                <a:cs typeface="Tw Cen MT" panose="020B0602020104020603"/>
              </a:rPr>
              <a:t>p</a:t>
            </a:r>
            <a:r>
              <a:rPr sz="2700" spc="114" dirty="0">
                <a:solidFill>
                  <a:srgbClr val="00B0F0"/>
                </a:solidFill>
                <a:latin typeface="Tw Cen MT" panose="020B0602020104020603"/>
                <a:cs typeface="Tw Cen MT" panose="020B0602020104020603"/>
              </a:rPr>
              <a:t>l</a:t>
            </a:r>
            <a:r>
              <a:rPr sz="2700" dirty="0">
                <a:solidFill>
                  <a:srgbClr val="00B0F0"/>
                </a:solidFill>
                <a:latin typeface="Tw Cen MT" panose="020B0602020104020603"/>
                <a:cs typeface="Tw Cen MT" panose="020B0602020104020603"/>
              </a:rPr>
              <a:t>e</a:t>
            </a:r>
            <a:r>
              <a:rPr sz="2700" spc="235" dirty="0">
                <a:solidFill>
                  <a:srgbClr val="00B0F0"/>
                </a:solidFill>
                <a:latin typeface="Tw Cen MT" panose="020B0602020104020603"/>
                <a:cs typeface="Tw Cen MT" panose="020B0602020104020603"/>
              </a:rPr>
              <a:t> </a:t>
            </a:r>
            <a:r>
              <a:rPr sz="2700" spc="110" dirty="0">
                <a:solidFill>
                  <a:srgbClr val="00B0F0"/>
                </a:solidFill>
                <a:latin typeface="Tw Cen MT" panose="020B0602020104020603"/>
                <a:cs typeface="Tw Cen MT" panose="020B0602020104020603"/>
              </a:rPr>
              <a:t>app</a:t>
            </a:r>
            <a:r>
              <a:rPr sz="2700" spc="114" dirty="0">
                <a:solidFill>
                  <a:srgbClr val="00B0F0"/>
                </a:solidFill>
                <a:latin typeface="Tw Cen MT" panose="020B0602020104020603"/>
                <a:cs typeface="Tw Cen MT" panose="020B0602020104020603"/>
              </a:rPr>
              <a:t>li</a:t>
            </a:r>
            <a:r>
              <a:rPr sz="2700" spc="110" dirty="0">
                <a:solidFill>
                  <a:srgbClr val="00B0F0"/>
                </a:solidFill>
                <a:latin typeface="Tw Cen MT" panose="020B0602020104020603"/>
                <a:cs typeface="Tw Cen MT" panose="020B0602020104020603"/>
              </a:rPr>
              <a:t>cat</a:t>
            </a:r>
            <a:r>
              <a:rPr sz="2700" spc="114" dirty="0">
                <a:solidFill>
                  <a:srgbClr val="00B0F0"/>
                </a:solidFill>
                <a:latin typeface="Tw Cen MT" panose="020B0602020104020603"/>
                <a:cs typeface="Tw Cen MT" panose="020B0602020104020603"/>
              </a:rPr>
              <a:t>i</a:t>
            </a:r>
            <a:r>
              <a:rPr sz="2700" spc="120" dirty="0">
                <a:solidFill>
                  <a:srgbClr val="00B0F0"/>
                </a:solidFill>
                <a:latin typeface="Tw Cen MT" panose="020B0602020104020603"/>
                <a:cs typeface="Tw Cen MT" panose="020B0602020104020603"/>
              </a:rPr>
              <a:t>on</a:t>
            </a:r>
            <a:r>
              <a:rPr sz="2700" dirty="0">
                <a:solidFill>
                  <a:srgbClr val="00B0F0"/>
                </a:solidFill>
                <a:latin typeface="Tw Cen MT" panose="020B0602020104020603"/>
                <a:cs typeface="Tw Cen MT" panose="020B0602020104020603"/>
              </a:rPr>
              <a:t>s</a:t>
            </a:r>
            <a:r>
              <a:rPr sz="2700" spc="245" dirty="0">
                <a:solidFill>
                  <a:srgbClr val="00B0F0"/>
                </a:solidFill>
                <a:latin typeface="Tw Cen MT" panose="020B0602020104020603"/>
                <a:cs typeface="Tw Cen MT" panose="020B0602020104020603"/>
              </a:rPr>
              <a:t> </a:t>
            </a:r>
            <a:r>
              <a:rPr sz="2700" spc="120">
                <a:solidFill>
                  <a:srgbClr val="00B0F0"/>
                </a:solidFill>
                <a:latin typeface="Tw Cen MT" panose="020B0602020104020603"/>
                <a:cs typeface="Tw Cen MT" panose="020B0602020104020603"/>
              </a:rPr>
              <a:t>a</a:t>
            </a:r>
            <a:r>
              <a:rPr sz="2700" spc="125">
                <a:solidFill>
                  <a:srgbClr val="00B0F0"/>
                </a:solidFill>
                <a:latin typeface="Tw Cen MT" panose="020B0602020104020603"/>
                <a:cs typeface="Tw Cen MT" panose="020B0602020104020603"/>
              </a:rPr>
              <a:t>n</a:t>
            </a:r>
            <a:r>
              <a:rPr sz="2700" spc="-5">
                <a:solidFill>
                  <a:srgbClr val="00B0F0"/>
                </a:solidFill>
                <a:latin typeface="Tw Cen MT" panose="020B0602020104020603"/>
                <a:cs typeface="Tw Cen MT" panose="020B0602020104020603"/>
              </a:rPr>
              <a:t>d</a:t>
            </a:r>
            <a:r>
              <a:rPr sz="2700" spc="250">
                <a:solidFill>
                  <a:srgbClr val="00B0F0"/>
                </a:solidFill>
                <a:latin typeface="Tw Cen MT" panose="020B0602020104020603"/>
                <a:cs typeface="Tw Cen MT" panose="020B0602020104020603"/>
              </a:rPr>
              <a:t> </a:t>
            </a:r>
            <a:r>
              <a:rPr lang="en-US" sz="2700" spc="125" dirty="0">
                <a:solidFill>
                  <a:srgbClr val="00B0F0"/>
                </a:solidFill>
                <a:latin typeface="Tw Cen MT" panose="020B0602020104020603"/>
                <a:cs typeface="Tw Cen MT" panose="020B0602020104020603"/>
              </a:rPr>
              <a:t>OS </a:t>
            </a:r>
            <a:r>
              <a:rPr sz="2700" spc="125">
                <a:solidFill>
                  <a:srgbClr val="00B0F0"/>
                </a:solidFill>
                <a:latin typeface="Tw Cen MT" panose="020B0602020104020603"/>
                <a:cs typeface="Tw Cen MT" panose="020B0602020104020603"/>
              </a:rPr>
              <a:t>o</a:t>
            </a:r>
            <a:r>
              <a:rPr sz="2700" spc="-5">
                <a:solidFill>
                  <a:srgbClr val="00B0F0"/>
                </a:solidFill>
                <a:latin typeface="Tw Cen MT" panose="020B0602020104020603"/>
                <a:cs typeface="Tw Cen MT" panose="020B0602020104020603"/>
              </a:rPr>
              <a:t>n</a:t>
            </a:r>
            <a:r>
              <a:rPr sz="2700" spc="250">
                <a:solidFill>
                  <a:srgbClr val="00B0F0"/>
                </a:solidFill>
                <a:latin typeface="Tw Cen MT" panose="020B0602020104020603"/>
                <a:cs typeface="Tw Cen MT" panose="020B0602020104020603"/>
              </a:rPr>
              <a:t> </a:t>
            </a:r>
            <a:r>
              <a:rPr sz="2700" spc="120" dirty="0">
                <a:solidFill>
                  <a:srgbClr val="00B0F0"/>
                </a:solidFill>
                <a:latin typeface="Tw Cen MT" panose="020B0602020104020603"/>
                <a:cs typeface="Tw Cen MT" panose="020B0602020104020603"/>
              </a:rPr>
              <a:t>t</a:t>
            </a:r>
            <a:r>
              <a:rPr sz="2700" spc="125" dirty="0">
                <a:solidFill>
                  <a:srgbClr val="00B0F0"/>
                </a:solidFill>
                <a:latin typeface="Tw Cen MT" panose="020B0602020104020603"/>
                <a:cs typeface="Tw Cen MT" panose="020B0602020104020603"/>
              </a:rPr>
              <a:t>h</a:t>
            </a:r>
            <a:r>
              <a:rPr sz="2700" dirty="0">
                <a:solidFill>
                  <a:srgbClr val="00B0F0"/>
                </a:solidFill>
                <a:latin typeface="Tw Cen MT" panose="020B0602020104020603"/>
                <a:cs typeface="Tw Cen MT" panose="020B0602020104020603"/>
              </a:rPr>
              <a:t>e </a:t>
            </a:r>
            <a:r>
              <a:rPr sz="2700" spc="75" dirty="0">
                <a:solidFill>
                  <a:srgbClr val="00B0F0"/>
                </a:solidFill>
                <a:latin typeface="Tw Cen MT" panose="020B0602020104020603"/>
                <a:cs typeface="Tw Cen MT" panose="020B0602020104020603"/>
              </a:rPr>
              <a:t>s</a:t>
            </a:r>
            <a:r>
              <a:rPr sz="2700" spc="70" dirty="0">
                <a:solidFill>
                  <a:srgbClr val="00B0F0"/>
                </a:solidFill>
                <a:latin typeface="Tw Cen MT" panose="020B0602020104020603"/>
                <a:cs typeface="Tw Cen MT" panose="020B0602020104020603"/>
              </a:rPr>
              <a:t>am</a:t>
            </a:r>
            <a:r>
              <a:rPr sz="2700" dirty="0">
                <a:solidFill>
                  <a:srgbClr val="00B0F0"/>
                </a:solidFill>
                <a:latin typeface="Tw Cen MT" panose="020B0602020104020603"/>
                <a:cs typeface="Tw Cen MT" panose="020B0602020104020603"/>
              </a:rPr>
              <a:t>e</a:t>
            </a:r>
            <a:r>
              <a:rPr sz="2700" spc="145" dirty="0">
                <a:solidFill>
                  <a:srgbClr val="00B0F0"/>
                </a:solidFill>
                <a:latin typeface="Tw Cen MT" panose="020B0602020104020603"/>
                <a:cs typeface="Tw Cen MT" panose="020B0602020104020603"/>
              </a:rPr>
              <a:t> </a:t>
            </a:r>
            <a:r>
              <a:rPr sz="2700" spc="75" dirty="0">
                <a:solidFill>
                  <a:srgbClr val="00B0F0"/>
                </a:solidFill>
                <a:latin typeface="Tw Cen MT" panose="020B0602020104020603"/>
                <a:cs typeface="Tw Cen MT" panose="020B0602020104020603"/>
              </a:rPr>
              <a:t>se</a:t>
            </a:r>
            <a:r>
              <a:rPr sz="2700" spc="180" dirty="0">
                <a:solidFill>
                  <a:srgbClr val="00B0F0"/>
                </a:solidFill>
                <a:latin typeface="Tw Cen MT" panose="020B0602020104020603"/>
                <a:cs typeface="Tw Cen MT" panose="020B0602020104020603"/>
              </a:rPr>
              <a:t>r</a:t>
            </a:r>
            <a:r>
              <a:rPr sz="2700" spc="20" dirty="0">
                <a:solidFill>
                  <a:srgbClr val="00B0F0"/>
                </a:solidFill>
                <a:latin typeface="Tw Cen MT" panose="020B0602020104020603"/>
                <a:cs typeface="Tw Cen MT" panose="020B0602020104020603"/>
              </a:rPr>
              <a:t>v</a:t>
            </a:r>
            <a:r>
              <a:rPr sz="2700" spc="75" dirty="0">
                <a:solidFill>
                  <a:srgbClr val="00B0F0"/>
                </a:solidFill>
                <a:latin typeface="Tw Cen MT" panose="020B0602020104020603"/>
                <a:cs typeface="Tw Cen MT" panose="020B0602020104020603"/>
              </a:rPr>
              <a:t>e</a:t>
            </a:r>
            <a:r>
              <a:rPr sz="2700" spc="-110" dirty="0">
                <a:solidFill>
                  <a:srgbClr val="00B0F0"/>
                </a:solidFill>
                <a:latin typeface="Tw Cen MT" panose="020B0602020104020603"/>
                <a:cs typeface="Tw Cen MT" panose="020B0602020104020603"/>
              </a:rPr>
              <a:t>r</a:t>
            </a:r>
            <a:r>
              <a:rPr sz="2700" dirty="0">
                <a:latin typeface="Tw Cen MT" panose="020B0602020104020603"/>
                <a:cs typeface="Tw Cen MT" panose="020B0602020104020603"/>
              </a:rPr>
              <a:t>,</a:t>
            </a:r>
            <a:r>
              <a:rPr sz="2700" spc="155" dirty="0">
                <a:latin typeface="Tw Cen MT" panose="020B0602020104020603"/>
                <a:cs typeface="Tw Cen MT" panose="020B0602020104020603"/>
              </a:rPr>
              <a:t> </a:t>
            </a:r>
            <a:r>
              <a:rPr sz="2700" spc="75" dirty="0">
                <a:latin typeface="Tw Cen MT" panose="020B0602020104020603"/>
                <a:cs typeface="Tw Cen MT" panose="020B0602020104020603"/>
              </a:rPr>
              <a:t>th</a:t>
            </a:r>
            <a:r>
              <a:rPr sz="2700" spc="80" dirty="0">
                <a:latin typeface="Tw Cen MT" panose="020B0602020104020603"/>
                <a:cs typeface="Tw Cen MT" panose="020B0602020104020603"/>
              </a:rPr>
              <a:t>er</a:t>
            </a:r>
            <a:r>
              <a:rPr sz="2700" spc="25" dirty="0">
                <a:latin typeface="Tw Cen MT" panose="020B0602020104020603"/>
                <a:cs typeface="Tw Cen MT" panose="020B0602020104020603"/>
              </a:rPr>
              <a:t>e</a:t>
            </a:r>
            <a:r>
              <a:rPr sz="2700" spc="-60" dirty="0">
                <a:latin typeface="Tw Cen MT" panose="020B0602020104020603"/>
                <a:cs typeface="Tw Cen MT" panose="020B0602020104020603"/>
              </a:rPr>
              <a:t>b</a:t>
            </a:r>
            <a:r>
              <a:rPr sz="2700" dirty="0">
                <a:latin typeface="Tw Cen MT" panose="020B0602020104020603"/>
                <a:cs typeface="Tw Cen MT" panose="020B0602020104020603"/>
              </a:rPr>
              <a:t>y</a:t>
            </a:r>
            <a:r>
              <a:rPr sz="2700" spc="155" dirty="0">
                <a:latin typeface="Tw Cen MT" panose="020B0602020104020603"/>
                <a:cs typeface="Tw Cen MT" panose="020B0602020104020603"/>
              </a:rPr>
              <a:t> </a:t>
            </a:r>
            <a:r>
              <a:rPr sz="2700" spc="75" dirty="0">
                <a:latin typeface="Tw Cen MT" panose="020B0602020104020603"/>
                <a:cs typeface="Tw Cen MT" panose="020B0602020104020603"/>
              </a:rPr>
              <a:t>p</a:t>
            </a:r>
            <a:r>
              <a:rPr sz="2700" spc="25" dirty="0">
                <a:latin typeface="Tw Cen MT" panose="020B0602020104020603"/>
                <a:cs typeface="Tw Cen MT" panose="020B0602020104020603"/>
              </a:rPr>
              <a:t>r</a:t>
            </a:r>
            <a:r>
              <a:rPr sz="2700" spc="80" dirty="0">
                <a:latin typeface="Tw Cen MT" panose="020B0602020104020603"/>
                <a:cs typeface="Tw Cen MT" panose="020B0602020104020603"/>
              </a:rPr>
              <a:t>o</a:t>
            </a:r>
            <a:r>
              <a:rPr sz="2700" spc="75" dirty="0">
                <a:latin typeface="Tw Cen MT" panose="020B0602020104020603"/>
                <a:cs typeface="Tw Cen MT" panose="020B0602020104020603"/>
              </a:rPr>
              <a:t>vidin</a:t>
            </a:r>
            <a:r>
              <a:rPr sz="2700" spc="-5" dirty="0">
                <a:latin typeface="Tw Cen MT" panose="020B0602020104020603"/>
                <a:cs typeface="Tw Cen MT" panose="020B0602020104020603"/>
              </a:rPr>
              <a:t>g</a:t>
            </a:r>
            <a:r>
              <a:rPr sz="2700" spc="160" dirty="0">
                <a:latin typeface="Tw Cen MT" panose="020B0602020104020603"/>
                <a:cs typeface="Tw Cen MT" panose="020B0602020104020603"/>
              </a:rPr>
              <a:t> </a:t>
            </a:r>
            <a:r>
              <a:rPr sz="2700" spc="25" dirty="0">
                <a:latin typeface="Tw Cen MT" panose="020B0602020104020603"/>
                <a:cs typeface="Tw Cen MT" panose="020B0602020104020603"/>
              </a:rPr>
              <a:t>f</a:t>
            </a:r>
            <a:r>
              <a:rPr sz="2700" spc="80" dirty="0">
                <a:latin typeface="Tw Cen MT" panose="020B0602020104020603"/>
                <a:cs typeface="Tw Cen MT" panose="020B0602020104020603"/>
              </a:rPr>
              <a:t>o</a:t>
            </a:r>
            <a:r>
              <a:rPr sz="2700" dirty="0">
                <a:latin typeface="Tw Cen MT" panose="020B0602020104020603"/>
                <a:cs typeface="Tw Cen MT" panose="020B0602020104020603"/>
              </a:rPr>
              <a:t>r</a:t>
            </a:r>
            <a:r>
              <a:rPr sz="2700" spc="160" dirty="0">
                <a:latin typeface="Tw Cen MT" panose="020B0602020104020603"/>
                <a:cs typeface="Tw Cen MT" panose="020B0602020104020603"/>
              </a:rPr>
              <a:t> </a:t>
            </a:r>
            <a:r>
              <a:rPr sz="2700" spc="80" dirty="0">
                <a:solidFill>
                  <a:srgbClr val="FF0000"/>
                </a:solidFill>
                <a:latin typeface="Tw Cen MT" panose="020B0602020104020603"/>
                <a:cs typeface="Tw Cen MT" panose="020B0602020104020603"/>
              </a:rPr>
              <a:t>eff</a:t>
            </a:r>
            <a:r>
              <a:rPr sz="2700" spc="75" dirty="0">
                <a:solidFill>
                  <a:srgbClr val="FF0000"/>
                </a:solidFill>
                <a:latin typeface="Tw Cen MT" panose="020B0602020104020603"/>
                <a:cs typeface="Tw Cen MT" panose="020B0602020104020603"/>
              </a:rPr>
              <a:t>ici</a:t>
            </a:r>
            <a:r>
              <a:rPr sz="2700" spc="80" dirty="0">
                <a:solidFill>
                  <a:srgbClr val="FF0000"/>
                </a:solidFill>
                <a:latin typeface="Tw Cen MT" panose="020B0602020104020603"/>
                <a:cs typeface="Tw Cen MT" panose="020B0602020104020603"/>
              </a:rPr>
              <a:t>e</a:t>
            </a:r>
            <a:r>
              <a:rPr sz="2700" spc="75" dirty="0">
                <a:solidFill>
                  <a:srgbClr val="FF0000"/>
                </a:solidFill>
                <a:latin typeface="Tw Cen MT" panose="020B0602020104020603"/>
                <a:cs typeface="Tw Cen MT" panose="020B0602020104020603"/>
              </a:rPr>
              <a:t>n</a:t>
            </a:r>
            <a:r>
              <a:rPr sz="2700" spc="-5" dirty="0">
                <a:solidFill>
                  <a:srgbClr val="FF0000"/>
                </a:solidFill>
                <a:latin typeface="Tw Cen MT" panose="020B0602020104020603"/>
                <a:cs typeface="Tw Cen MT" panose="020B0602020104020603"/>
              </a:rPr>
              <a:t>t</a:t>
            </a:r>
            <a:r>
              <a:rPr sz="2700" spc="160" dirty="0">
                <a:solidFill>
                  <a:srgbClr val="FF0000"/>
                </a:solidFill>
                <a:latin typeface="Tw Cen MT" panose="020B0602020104020603"/>
                <a:cs typeface="Tw Cen MT" panose="020B0602020104020603"/>
              </a:rPr>
              <a:t> </a:t>
            </a:r>
            <a:r>
              <a:rPr sz="2700" spc="80" dirty="0">
                <a:solidFill>
                  <a:srgbClr val="FF0000"/>
                </a:solidFill>
                <a:latin typeface="Tw Cen MT" panose="020B0602020104020603"/>
                <a:cs typeface="Tw Cen MT" panose="020B0602020104020603"/>
              </a:rPr>
              <a:t>reso</a:t>
            </a:r>
            <a:r>
              <a:rPr sz="2700" spc="75" dirty="0">
                <a:solidFill>
                  <a:srgbClr val="FF0000"/>
                </a:solidFill>
                <a:latin typeface="Tw Cen MT" panose="020B0602020104020603"/>
                <a:cs typeface="Tw Cen MT" panose="020B0602020104020603"/>
              </a:rPr>
              <a:t>u</a:t>
            </a:r>
            <a:r>
              <a:rPr sz="2700" spc="80" dirty="0">
                <a:solidFill>
                  <a:srgbClr val="FF0000"/>
                </a:solidFill>
                <a:latin typeface="Tw Cen MT" panose="020B0602020104020603"/>
                <a:cs typeface="Tw Cen MT" panose="020B0602020104020603"/>
              </a:rPr>
              <a:t>r</a:t>
            </a:r>
            <a:r>
              <a:rPr sz="2700" spc="75" dirty="0">
                <a:solidFill>
                  <a:srgbClr val="FF0000"/>
                </a:solidFill>
                <a:latin typeface="Tw Cen MT" panose="020B0602020104020603"/>
                <a:cs typeface="Tw Cen MT" panose="020B0602020104020603"/>
              </a:rPr>
              <a:t>c</a:t>
            </a:r>
            <a:r>
              <a:rPr sz="2700" dirty="0">
                <a:solidFill>
                  <a:srgbClr val="FF0000"/>
                </a:solidFill>
                <a:latin typeface="Tw Cen MT" panose="020B0602020104020603"/>
                <a:cs typeface="Tw Cen MT" panose="020B0602020104020603"/>
              </a:rPr>
              <a:t>e u</a:t>
            </a:r>
            <a:r>
              <a:rPr sz="2700" spc="-5" dirty="0">
                <a:solidFill>
                  <a:srgbClr val="FF0000"/>
                </a:solidFill>
                <a:latin typeface="Tw Cen MT" panose="020B0602020104020603"/>
                <a:cs typeface="Tw Cen MT" panose="020B0602020104020603"/>
              </a:rPr>
              <a:t>tili</a:t>
            </a:r>
            <a:r>
              <a:rPr sz="2700" dirty="0">
                <a:solidFill>
                  <a:srgbClr val="FF0000"/>
                </a:solidFill>
                <a:latin typeface="Tw Cen MT" panose="020B0602020104020603"/>
                <a:cs typeface="Tw Cen MT" panose="020B0602020104020603"/>
              </a:rPr>
              <a:t>z</a:t>
            </a:r>
            <a:r>
              <a:rPr sz="2700" spc="-5" dirty="0">
                <a:solidFill>
                  <a:srgbClr val="FF0000"/>
                </a:solidFill>
                <a:latin typeface="Tw Cen MT" panose="020B0602020104020603"/>
                <a:cs typeface="Tw Cen MT" panose="020B0602020104020603"/>
              </a:rPr>
              <a:t>ati</a:t>
            </a:r>
            <a:r>
              <a:rPr sz="2700" dirty="0">
                <a:solidFill>
                  <a:srgbClr val="FF0000"/>
                </a:solidFill>
                <a:latin typeface="Tw Cen MT" panose="020B0602020104020603"/>
                <a:cs typeface="Tw Cen MT" panose="020B0602020104020603"/>
              </a:rPr>
              <a:t>o</a:t>
            </a:r>
            <a:r>
              <a:rPr sz="2700" spc="-5" dirty="0">
                <a:solidFill>
                  <a:srgbClr val="FF0000"/>
                </a:solidFill>
                <a:latin typeface="Tw Cen MT" panose="020B0602020104020603"/>
                <a:cs typeface="Tw Cen MT" panose="020B0602020104020603"/>
              </a:rPr>
              <a:t>n</a:t>
            </a:r>
            <a:r>
              <a:rPr sz="2700" dirty="0">
                <a:solidFill>
                  <a:srgbClr val="FF0000"/>
                </a:solidFill>
                <a:latin typeface="Tw Cen MT" panose="020B0602020104020603"/>
                <a:cs typeface="Tw Cen MT" panose="020B0602020104020603"/>
              </a:rPr>
              <a:t> </a:t>
            </a:r>
            <a:r>
              <a:rPr sz="2700" spc="-5" dirty="0">
                <a:solidFill>
                  <a:srgbClr val="FF0000"/>
                </a:solidFill>
                <a:latin typeface="Tw Cen MT" panose="020B0602020104020603"/>
                <a:cs typeface="Tw Cen MT" panose="020B0602020104020603"/>
              </a:rPr>
              <a:t>a</a:t>
            </a:r>
            <a:r>
              <a:rPr sz="2700" dirty="0">
                <a:solidFill>
                  <a:srgbClr val="FF0000"/>
                </a:solidFill>
                <a:latin typeface="Tw Cen MT" panose="020B0602020104020603"/>
                <a:cs typeface="Tw Cen MT" panose="020B0602020104020603"/>
              </a:rPr>
              <a:t>n</a:t>
            </a:r>
            <a:r>
              <a:rPr sz="2700" spc="-5" dirty="0">
                <a:solidFill>
                  <a:srgbClr val="FF0000"/>
                </a:solidFill>
                <a:latin typeface="Tw Cen MT" panose="020B0602020104020603"/>
                <a:cs typeface="Tw Cen MT" panose="020B0602020104020603"/>
              </a:rPr>
              <a:t>d</a:t>
            </a:r>
            <a:r>
              <a:rPr sz="2700" dirty="0">
                <a:solidFill>
                  <a:srgbClr val="FF0000"/>
                </a:solidFill>
                <a:latin typeface="Tw Cen MT" panose="020B0602020104020603"/>
                <a:cs typeface="Tw Cen MT" panose="020B0602020104020603"/>
              </a:rPr>
              <a:t> re</a:t>
            </a:r>
            <a:r>
              <a:rPr sz="2700" spc="-5" dirty="0">
                <a:solidFill>
                  <a:srgbClr val="FF0000"/>
                </a:solidFill>
                <a:latin typeface="Tw Cen MT" panose="020B0602020104020603"/>
                <a:cs typeface="Tw Cen MT" panose="020B0602020104020603"/>
              </a:rPr>
              <a:t>d</a:t>
            </a:r>
            <a:r>
              <a:rPr sz="2700" dirty="0">
                <a:solidFill>
                  <a:srgbClr val="FF0000"/>
                </a:solidFill>
                <a:latin typeface="Tw Cen MT" panose="020B0602020104020603"/>
                <a:cs typeface="Tw Cen MT" panose="020B0602020104020603"/>
              </a:rPr>
              <a:t>u</a:t>
            </a:r>
            <a:r>
              <a:rPr sz="2700" spc="-5" dirty="0">
                <a:solidFill>
                  <a:srgbClr val="FF0000"/>
                </a:solidFill>
                <a:latin typeface="Tw Cen MT" panose="020B0602020104020603"/>
                <a:cs typeface="Tw Cen MT" panose="020B0602020104020603"/>
              </a:rPr>
              <a:t>ci</a:t>
            </a:r>
            <a:r>
              <a:rPr sz="2700" dirty="0">
                <a:solidFill>
                  <a:srgbClr val="FF0000"/>
                </a:solidFill>
                <a:latin typeface="Tw Cen MT" panose="020B0602020104020603"/>
                <a:cs typeface="Tw Cen MT" panose="020B0602020104020603"/>
              </a:rPr>
              <a:t>n</a:t>
            </a:r>
            <a:r>
              <a:rPr sz="2700" spc="-5" dirty="0">
                <a:solidFill>
                  <a:srgbClr val="FF0000"/>
                </a:solidFill>
                <a:latin typeface="Tw Cen MT" panose="020B0602020104020603"/>
                <a:cs typeface="Tw Cen MT" panose="020B0602020104020603"/>
              </a:rPr>
              <a:t>g</a:t>
            </a:r>
            <a:r>
              <a:rPr sz="2700" dirty="0">
                <a:solidFill>
                  <a:srgbClr val="FF0000"/>
                </a:solidFill>
                <a:latin typeface="Tw Cen MT" panose="020B0602020104020603"/>
                <a:cs typeface="Tw Cen MT" panose="020B0602020104020603"/>
              </a:rPr>
              <a:t> </a:t>
            </a:r>
            <a:r>
              <a:rPr sz="2700" spc="-5" dirty="0">
                <a:solidFill>
                  <a:srgbClr val="FF0000"/>
                </a:solidFill>
                <a:latin typeface="Tw Cen MT" panose="020B0602020104020603"/>
                <a:cs typeface="Tw Cen MT" panose="020B0602020104020603"/>
              </a:rPr>
              <a:t>c</a:t>
            </a:r>
            <a:r>
              <a:rPr sz="2700" dirty="0">
                <a:solidFill>
                  <a:srgbClr val="FF0000"/>
                </a:solidFill>
                <a:latin typeface="Tw Cen MT" panose="020B0602020104020603"/>
                <a:cs typeface="Tw Cen MT" panose="020B0602020104020603"/>
              </a:rPr>
              <a:t>os</a:t>
            </a:r>
            <a:r>
              <a:rPr sz="2700" spc="-5" dirty="0">
                <a:solidFill>
                  <a:srgbClr val="FF0000"/>
                </a:solidFill>
                <a:latin typeface="Tw Cen MT" panose="020B0602020104020603"/>
                <a:cs typeface="Tw Cen MT" panose="020B0602020104020603"/>
              </a:rPr>
              <a:t>t</a:t>
            </a:r>
            <a:r>
              <a:rPr sz="2700" spc="-30" dirty="0">
                <a:solidFill>
                  <a:srgbClr val="FF0000"/>
                </a:solidFill>
                <a:latin typeface="Tw Cen MT" panose="020B0602020104020603"/>
                <a:cs typeface="Tw Cen MT" panose="020B0602020104020603"/>
              </a:rPr>
              <a:t>s</a:t>
            </a:r>
            <a:r>
              <a:rPr sz="2700" dirty="0">
                <a:solidFill>
                  <a:srgbClr val="FF0000"/>
                </a:solidFill>
                <a:latin typeface="Tw Cen MT" panose="020B0602020104020603"/>
                <a:cs typeface="Tw Cen MT" panose="020B0602020104020603"/>
              </a:rPr>
              <a:t>.</a:t>
            </a:r>
            <a:endParaRPr sz="2700">
              <a:solidFill>
                <a:srgbClr val="FF0000"/>
              </a:solidFill>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3374404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150620">
              <a:lnSpc>
                <a:spcPct val="100000"/>
              </a:lnSpc>
            </a:pPr>
            <a:r>
              <a:rPr spc="-50" dirty="0"/>
              <a:t>V</a:t>
            </a:r>
            <a:r>
              <a:rPr spc="-5" dirty="0"/>
              <a:t>i</a:t>
            </a:r>
            <a:r>
              <a:rPr spc="204" dirty="0"/>
              <a:t>r</a:t>
            </a:r>
            <a:r>
              <a:rPr spc="-5" dirty="0"/>
              <a:t>tu</a:t>
            </a:r>
            <a:r>
              <a:rPr spc="-10" dirty="0"/>
              <a:t>a</a:t>
            </a:r>
            <a:r>
              <a:rPr spc="-5" dirty="0"/>
              <a:t>li</a:t>
            </a:r>
            <a:r>
              <a:rPr dirty="0"/>
              <a:t>z</a:t>
            </a:r>
            <a:r>
              <a:rPr spc="75" dirty="0"/>
              <a:t>a</a:t>
            </a:r>
            <a:r>
              <a:rPr spc="-5" dirty="0"/>
              <a:t>tion</a:t>
            </a:r>
            <a:r>
              <a:rPr spc="65" dirty="0">
                <a:latin typeface="Times New Roman" panose="02020603050405020304"/>
                <a:cs typeface="Times New Roman" panose="02020603050405020304"/>
              </a:rPr>
              <a:t> </a:t>
            </a:r>
            <a:r>
              <a:rPr spc="-10" dirty="0"/>
              <a:t>A</a:t>
            </a:r>
            <a:r>
              <a:rPr spc="-5" dirty="0"/>
              <a:t>r</a:t>
            </a:r>
            <a:r>
              <a:rPr spc="-10" dirty="0"/>
              <a:t>c</a:t>
            </a:r>
            <a:r>
              <a:rPr spc="-5" dirty="0"/>
              <a:t>hit</a:t>
            </a:r>
            <a:r>
              <a:rPr dirty="0"/>
              <a:t>e</a:t>
            </a:r>
            <a:r>
              <a:rPr spc="-10" dirty="0"/>
              <a:t>c</a:t>
            </a:r>
            <a:r>
              <a:rPr spc="-5" dirty="0"/>
              <a:t>tu</a:t>
            </a:r>
            <a:r>
              <a:rPr spc="75" dirty="0"/>
              <a:t>r</a:t>
            </a:r>
            <a:r>
              <a:rPr dirty="0"/>
              <a:t>e</a:t>
            </a:r>
          </a:p>
        </p:txBody>
      </p:sp>
      <p:sp>
        <p:nvSpPr>
          <p:cNvPr id="3" name="object 3"/>
          <p:cNvSpPr/>
          <p:nvPr/>
        </p:nvSpPr>
        <p:spPr>
          <a:xfrm>
            <a:off x="2063495" y="1700783"/>
            <a:ext cx="8353044" cy="4320540"/>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1731646" y="1289496"/>
            <a:ext cx="118745" cy="184666"/>
          </a:xfrm>
          <a:prstGeom prst="rect">
            <a:avLst/>
          </a:prstGeom>
        </p:spPr>
        <p:txBody>
          <a:bodyPr vert="horz" wrap="square" lIns="0" tIns="0" rIns="0" bIns="0" rtlCol="0">
            <a:spAutoFit/>
          </a:bodyPr>
          <a:lstStyle/>
          <a:p>
            <a:pPr marL="12700"/>
            <a:r>
              <a:rPr sz="1200" b="1" dirty="0">
                <a:solidFill>
                  <a:srgbClr val="FFFFFF"/>
                </a:solidFill>
                <a:latin typeface="Comic Sans MS" panose="030F0702030302020204"/>
                <a:cs typeface="Comic Sans MS" panose="030F0702030302020204"/>
              </a:rPr>
              <a:t>4</a:t>
            </a:r>
            <a:endParaRPr sz="1200">
              <a:latin typeface="Comic Sans MS" panose="030F0702030302020204"/>
              <a:cs typeface="Comic Sans MS" panose="030F0702030302020204"/>
            </a:endParaRPr>
          </a:p>
        </p:txBody>
      </p:sp>
      <p:sp>
        <p:nvSpPr>
          <p:cNvPr id="5" name="object 5"/>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880763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294967295"/>
          </p:nvPr>
        </p:nvSpPr>
        <p:spPr>
          <a:xfrm>
            <a:off x="1905001" y="1600200"/>
            <a:ext cx="8457565" cy="3569970"/>
          </a:xfrm>
        </p:spPr>
        <p:txBody>
          <a:bodyPr wrap="square"/>
          <a:lstStyle/>
          <a:p>
            <a:r>
              <a:rPr lang="en-US"/>
              <a:t>With the help of Virtualization multiple operating systems and applications can run on same Machine and its same hardware at the same time increasing the utilization and flexibility of hardware.</a:t>
            </a:r>
          </a:p>
          <a:p>
            <a:endParaRPr lang="en-US"/>
          </a:p>
          <a:p>
            <a:r>
              <a:rPr lang="en-US" b="1">
                <a:solidFill>
                  <a:srgbClr val="FF0000"/>
                </a:solidFill>
              </a:rPr>
              <a:t>The machine on which the virtual machine is going to be build is known as Host Machine and that virtual machine is referred as a Guest Machine.</a:t>
            </a:r>
          </a:p>
        </p:txBody>
      </p:sp>
    </p:spTree>
    <p:extLst>
      <p:ext uri="{BB962C8B-B14F-4D97-AF65-F5344CB8AC3E}">
        <p14:creationId xmlns:p14="http://schemas.microsoft.com/office/powerpoint/2010/main" val="1964484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2919095">
              <a:lnSpc>
                <a:spcPct val="100000"/>
              </a:lnSpc>
            </a:pPr>
            <a:r>
              <a:rPr spc="-5" dirty="0"/>
              <a:t>Hyp</a:t>
            </a:r>
            <a:r>
              <a:rPr dirty="0"/>
              <a:t>e</a:t>
            </a:r>
            <a:r>
              <a:rPr spc="75" dirty="0"/>
              <a:t>r</a:t>
            </a:r>
            <a:r>
              <a:rPr spc="-5" dirty="0"/>
              <a:t>visor</a:t>
            </a:r>
          </a:p>
        </p:txBody>
      </p:sp>
      <p:sp>
        <p:nvSpPr>
          <p:cNvPr id="3" name="object 3"/>
          <p:cNvSpPr txBox="1"/>
          <p:nvPr/>
        </p:nvSpPr>
        <p:spPr>
          <a:xfrm>
            <a:off x="1731646" y="1289497"/>
            <a:ext cx="8480425" cy="5170805"/>
          </a:xfrm>
          <a:prstGeom prst="rect">
            <a:avLst/>
          </a:prstGeom>
        </p:spPr>
        <p:txBody>
          <a:bodyPr vert="horz" wrap="square" lIns="0" tIns="0" rIns="0" bIns="0" rtlCol="0">
            <a:spAutoFit/>
          </a:bodyPr>
          <a:lstStyle/>
          <a:p>
            <a:pPr marL="12700"/>
            <a:r>
              <a:rPr sz="2400" b="1" dirty="0">
                <a:solidFill>
                  <a:srgbClr val="FFFFFF"/>
                </a:solidFill>
                <a:latin typeface="Comic Sans MS" panose="030F0702030302020204"/>
                <a:cs typeface="Comic Sans MS" panose="030F0702030302020204"/>
              </a:rPr>
              <a:t>5</a:t>
            </a:r>
            <a:endParaRPr sz="2400">
              <a:latin typeface="Times New Roman" panose="02020603050405020304"/>
              <a:cs typeface="Times New Roman" panose="02020603050405020304"/>
            </a:endParaRPr>
          </a:p>
          <a:p>
            <a:pPr marL="815340" marR="5080" indent="-319405" algn="just">
              <a:buClr>
                <a:srgbClr val="DD8046"/>
              </a:buClr>
              <a:buSzPct val="60000"/>
              <a:buFont typeface="Wingdings" panose="05000000000000000000"/>
              <a:buChar char=""/>
              <a:tabLst>
                <a:tab pos="815975" algn="l"/>
              </a:tabLst>
            </a:pPr>
            <a:r>
              <a:rPr sz="2400" spc="25" dirty="0">
                <a:latin typeface="Tw Cen MT" panose="020B0602020104020603"/>
                <a:cs typeface="Tw Cen MT" panose="020B0602020104020603"/>
              </a:rPr>
              <a:t>Th</a:t>
            </a:r>
            <a:r>
              <a:rPr sz="2400" dirty="0">
                <a:latin typeface="Tw Cen MT" panose="020B0602020104020603"/>
                <a:cs typeface="Tw Cen MT" panose="020B0602020104020603"/>
              </a:rPr>
              <a:t>e</a:t>
            </a:r>
            <a:r>
              <a:rPr sz="2400" spc="55" dirty="0">
                <a:latin typeface="Tw Cen MT" panose="020B0602020104020603"/>
                <a:cs typeface="Tw Cen MT" panose="020B0602020104020603"/>
              </a:rPr>
              <a:t> </a:t>
            </a:r>
            <a:r>
              <a:rPr sz="2400" b="1" spc="-35" dirty="0">
                <a:latin typeface="Tw Cen MT" panose="020B0602020104020603"/>
                <a:cs typeface="Tw Cen MT" panose="020B0602020104020603"/>
              </a:rPr>
              <a:t>h</a:t>
            </a:r>
            <a:r>
              <a:rPr sz="2400" b="1" spc="25" dirty="0">
                <a:latin typeface="Tw Cen MT" panose="020B0602020104020603"/>
                <a:cs typeface="Tw Cen MT" panose="020B0602020104020603"/>
              </a:rPr>
              <a:t>ype</a:t>
            </a:r>
            <a:r>
              <a:rPr sz="2400" b="1" spc="75" dirty="0">
                <a:latin typeface="Tw Cen MT" panose="020B0602020104020603"/>
                <a:cs typeface="Tw Cen MT" panose="020B0602020104020603"/>
              </a:rPr>
              <a:t>r</a:t>
            </a:r>
            <a:r>
              <a:rPr sz="2400" b="1" spc="25" dirty="0">
                <a:latin typeface="Tw Cen MT" panose="020B0602020104020603"/>
                <a:cs typeface="Tw Cen MT" panose="020B0602020104020603"/>
              </a:rPr>
              <a:t>viso</a:t>
            </a:r>
            <a:r>
              <a:rPr sz="2400" b="1" spc="-5" dirty="0">
                <a:latin typeface="Tw Cen MT" panose="020B0602020104020603"/>
                <a:cs typeface="Tw Cen MT" panose="020B0602020104020603"/>
              </a:rPr>
              <a:t>r</a:t>
            </a:r>
            <a:r>
              <a:rPr sz="2400" b="1" spc="90" dirty="0">
                <a:latin typeface="Tw Cen MT" panose="020B0602020104020603"/>
                <a:cs typeface="Tw Cen MT" panose="020B0602020104020603"/>
              </a:rPr>
              <a:t> </a:t>
            </a:r>
            <a:r>
              <a:rPr sz="2400" spc="25" dirty="0">
                <a:latin typeface="Tw Cen MT" panose="020B0602020104020603"/>
                <a:cs typeface="Tw Cen MT" panose="020B0602020104020603"/>
              </a:rPr>
              <a:t>i</a:t>
            </a:r>
            <a:r>
              <a:rPr sz="2400" dirty="0">
                <a:latin typeface="Tw Cen MT" panose="020B0602020104020603"/>
                <a:cs typeface="Tw Cen MT" panose="020B0602020104020603"/>
              </a:rPr>
              <a:t>s</a:t>
            </a:r>
            <a:r>
              <a:rPr sz="2400" spc="55" dirty="0">
                <a:latin typeface="Tw Cen MT" panose="020B0602020104020603"/>
                <a:cs typeface="Tw Cen MT" panose="020B0602020104020603"/>
              </a:rPr>
              <a:t> </a:t>
            </a:r>
            <a:r>
              <a:rPr sz="2400" dirty="0">
                <a:latin typeface="Tw Cen MT" panose="020B0602020104020603"/>
                <a:cs typeface="Tw Cen MT" panose="020B0602020104020603"/>
              </a:rPr>
              <a:t>a</a:t>
            </a:r>
            <a:r>
              <a:rPr sz="2400" spc="55" dirty="0">
                <a:latin typeface="Tw Cen MT" panose="020B0602020104020603"/>
                <a:cs typeface="Tw Cen MT" panose="020B0602020104020603"/>
              </a:rPr>
              <a:t> </a:t>
            </a:r>
            <a:r>
              <a:rPr sz="2400" spc="25" dirty="0">
                <a:solidFill>
                  <a:srgbClr val="FF0000"/>
                </a:solidFill>
                <a:latin typeface="Tw Cen MT" panose="020B0602020104020603"/>
                <a:cs typeface="Tw Cen MT" panose="020B0602020104020603"/>
              </a:rPr>
              <a:t>fi</a:t>
            </a:r>
            <a:r>
              <a:rPr sz="2400" spc="80" dirty="0">
                <a:solidFill>
                  <a:srgbClr val="FF0000"/>
                </a:solidFill>
                <a:latin typeface="Tw Cen MT" panose="020B0602020104020603"/>
                <a:cs typeface="Tw Cen MT" panose="020B0602020104020603"/>
              </a:rPr>
              <a:t>r</a:t>
            </a:r>
            <a:r>
              <a:rPr sz="2400" spc="30" dirty="0">
                <a:solidFill>
                  <a:srgbClr val="FF0000"/>
                </a:solidFill>
                <a:latin typeface="Tw Cen MT" panose="020B0602020104020603"/>
                <a:cs typeface="Tw Cen MT" panose="020B0602020104020603"/>
              </a:rPr>
              <a:t>m</a:t>
            </a:r>
            <a:r>
              <a:rPr sz="2400" spc="-90" dirty="0">
                <a:solidFill>
                  <a:srgbClr val="FF0000"/>
                </a:solidFill>
                <a:latin typeface="Tw Cen MT" panose="020B0602020104020603"/>
                <a:cs typeface="Tw Cen MT" panose="020B0602020104020603"/>
              </a:rPr>
              <a:t>w</a:t>
            </a:r>
            <a:r>
              <a:rPr sz="2400" spc="20" dirty="0">
                <a:solidFill>
                  <a:srgbClr val="FF0000"/>
                </a:solidFill>
                <a:latin typeface="Tw Cen MT" panose="020B0602020104020603"/>
                <a:cs typeface="Tw Cen MT" panose="020B0602020104020603"/>
              </a:rPr>
              <a:t>a</a:t>
            </a:r>
            <a:r>
              <a:rPr sz="2400" spc="25" dirty="0">
                <a:solidFill>
                  <a:srgbClr val="FF0000"/>
                </a:solidFill>
                <a:latin typeface="Tw Cen MT" panose="020B0602020104020603"/>
                <a:cs typeface="Tw Cen MT" panose="020B0602020104020603"/>
              </a:rPr>
              <a:t>r</a:t>
            </a:r>
            <a:r>
              <a:rPr sz="2400" dirty="0">
                <a:solidFill>
                  <a:srgbClr val="FF0000"/>
                </a:solidFill>
                <a:latin typeface="Tw Cen MT" panose="020B0602020104020603"/>
                <a:cs typeface="Tw Cen MT" panose="020B0602020104020603"/>
              </a:rPr>
              <a:t>e</a:t>
            </a:r>
            <a:r>
              <a:rPr sz="2400" spc="55" dirty="0">
                <a:latin typeface="Tw Cen MT" panose="020B0602020104020603"/>
                <a:cs typeface="Tw Cen MT" panose="020B0602020104020603"/>
              </a:rPr>
              <a:t> </a:t>
            </a:r>
            <a:r>
              <a:rPr sz="2400" spc="25" dirty="0">
                <a:latin typeface="Tw Cen MT" panose="020B0602020104020603"/>
                <a:cs typeface="Tw Cen MT" panose="020B0602020104020603"/>
              </a:rPr>
              <a:t>o</a:t>
            </a:r>
            <a:r>
              <a:rPr sz="2400" dirty="0">
                <a:latin typeface="Tw Cen MT" panose="020B0602020104020603"/>
                <a:cs typeface="Tw Cen MT" panose="020B0602020104020603"/>
              </a:rPr>
              <a:t>r</a:t>
            </a:r>
            <a:r>
              <a:rPr sz="2400" spc="55" dirty="0">
                <a:latin typeface="Tw Cen MT" panose="020B0602020104020603"/>
                <a:cs typeface="Tw Cen MT" panose="020B0602020104020603"/>
              </a:rPr>
              <a:t> </a:t>
            </a:r>
            <a:r>
              <a:rPr sz="2400" spc="25" dirty="0">
                <a:latin typeface="Tw Cen MT" panose="020B0602020104020603"/>
                <a:cs typeface="Tw Cen MT" panose="020B0602020104020603"/>
              </a:rPr>
              <a:t>l</a:t>
            </a:r>
            <a:r>
              <a:rPr sz="2400" spc="-65" dirty="0">
                <a:latin typeface="Tw Cen MT" panose="020B0602020104020603"/>
                <a:cs typeface="Tw Cen MT" panose="020B0602020104020603"/>
              </a:rPr>
              <a:t>o</a:t>
            </a:r>
            <a:r>
              <a:rPr sz="2400" spc="30" dirty="0">
                <a:latin typeface="Tw Cen MT" panose="020B0602020104020603"/>
                <a:cs typeface="Tw Cen MT" panose="020B0602020104020603"/>
              </a:rPr>
              <a:t>w</a:t>
            </a:r>
            <a:r>
              <a:rPr sz="2400" spc="25" dirty="0">
                <a:latin typeface="Tw Cen MT" panose="020B0602020104020603"/>
                <a:cs typeface="Tw Cen MT" panose="020B0602020104020603"/>
              </a:rPr>
              <a:t>-le</a:t>
            </a:r>
            <a:r>
              <a:rPr sz="2400" spc="-35" dirty="0">
                <a:latin typeface="Tw Cen MT" panose="020B0602020104020603"/>
                <a:cs typeface="Tw Cen MT" panose="020B0602020104020603"/>
              </a:rPr>
              <a:t>v</a:t>
            </a:r>
            <a:r>
              <a:rPr sz="2400" spc="25" dirty="0">
                <a:latin typeface="Tw Cen MT" panose="020B0602020104020603"/>
                <a:cs typeface="Tw Cen MT" panose="020B0602020104020603"/>
              </a:rPr>
              <a:t>e</a:t>
            </a:r>
            <a:r>
              <a:rPr sz="2400" dirty="0">
                <a:latin typeface="Tw Cen MT" panose="020B0602020104020603"/>
                <a:cs typeface="Tw Cen MT" panose="020B0602020104020603"/>
              </a:rPr>
              <a:t>l</a:t>
            </a:r>
            <a:r>
              <a:rPr sz="2400" spc="55" dirty="0">
                <a:latin typeface="Tw Cen MT" panose="020B0602020104020603"/>
                <a:cs typeface="Tw Cen MT" panose="020B0602020104020603"/>
              </a:rPr>
              <a:t> </a:t>
            </a:r>
            <a:r>
              <a:rPr sz="2400" spc="25" dirty="0">
                <a:latin typeface="Tw Cen MT" panose="020B0602020104020603"/>
                <a:cs typeface="Tw Cen MT" panose="020B0602020104020603"/>
              </a:rPr>
              <a:t>p</a:t>
            </a:r>
            <a:r>
              <a:rPr sz="2400" spc="-35" dirty="0">
                <a:latin typeface="Tw Cen MT" panose="020B0602020104020603"/>
                <a:cs typeface="Tw Cen MT" panose="020B0602020104020603"/>
              </a:rPr>
              <a:t>r</a:t>
            </a:r>
            <a:r>
              <a:rPr sz="2400" spc="25" dirty="0">
                <a:latin typeface="Tw Cen MT" panose="020B0602020104020603"/>
                <a:cs typeface="Tw Cen MT" panose="020B0602020104020603"/>
              </a:rPr>
              <a:t>og</a:t>
            </a:r>
            <a:r>
              <a:rPr sz="2400" dirty="0">
                <a:latin typeface="Tw Cen MT" panose="020B0602020104020603"/>
                <a:cs typeface="Tw Cen MT" panose="020B0602020104020603"/>
              </a:rPr>
              <a:t>r</a:t>
            </a:r>
            <a:r>
              <a:rPr sz="2400" spc="25" dirty="0">
                <a:latin typeface="Tw Cen MT" panose="020B0602020104020603"/>
                <a:cs typeface="Tw Cen MT" panose="020B0602020104020603"/>
              </a:rPr>
              <a:t>a</a:t>
            </a:r>
            <a:r>
              <a:rPr sz="2400" dirty="0">
                <a:latin typeface="Tw Cen MT" panose="020B0602020104020603"/>
                <a:cs typeface="Tw Cen MT" panose="020B0602020104020603"/>
              </a:rPr>
              <a:t>m </a:t>
            </a:r>
            <a:r>
              <a:rPr sz="2400" spc="25" dirty="0">
                <a:latin typeface="Tw Cen MT" panose="020B0602020104020603"/>
                <a:cs typeface="Tw Cen MT" panose="020B0602020104020603"/>
              </a:rPr>
              <a:t>tha</a:t>
            </a:r>
            <a:r>
              <a:rPr sz="2400" spc="-5" dirty="0">
                <a:latin typeface="Tw Cen MT" panose="020B0602020104020603"/>
                <a:cs typeface="Tw Cen MT" panose="020B0602020104020603"/>
              </a:rPr>
              <a:t>t</a:t>
            </a:r>
            <a:r>
              <a:rPr sz="2400" spc="70" dirty="0">
                <a:latin typeface="Tw Cen MT" panose="020B0602020104020603"/>
                <a:cs typeface="Tw Cen MT" panose="020B0602020104020603"/>
              </a:rPr>
              <a:t> </a:t>
            </a:r>
            <a:r>
              <a:rPr sz="2400" spc="30" dirty="0">
                <a:latin typeface="Tw Cen MT" panose="020B0602020104020603"/>
                <a:cs typeface="Tw Cen MT" panose="020B0602020104020603"/>
              </a:rPr>
              <a:t>a</a:t>
            </a:r>
            <a:r>
              <a:rPr sz="2400" spc="25" dirty="0">
                <a:latin typeface="Tw Cen MT" panose="020B0602020104020603"/>
                <a:cs typeface="Tw Cen MT" panose="020B0602020104020603"/>
              </a:rPr>
              <a:t>ct</a:t>
            </a:r>
            <a:r>
              <a:rPr sz="2400" dirty="0">
                <a:latin typeface="Tw Cen MT" panose="020B0602020104020603"/>
                <a:cs typeface="Tw Cen MT" panose="020B0602020104020603"/>
              </a:rPr>
              <a:t>s</a:t>
            </a:r>
            <a:r>
              <a:rPr sz="2400" spc="75" dirty="0">
                <a:latin typeface="Tw Cen MT" panose="020B0602020104020603"/>
                <a:cs typeface="Tw Cen MT" panose="020B0602020104020603"/>
              </a:rPr>
              <a:t> </a:t>
            </a:r>
            <a:r>
              <a:rPr sz="2400" spc="35" dirty="0">
                <a:latin typeface="Tw Cen MT" panose="020B0602020104020603"/>
                <a:cs typeface="Tw Cen MT" panose="020B0602020104020603"/>
              </a:rPr>
              <a:t>a</a:t>
            </a:r>
            <a:r>
              <a:rPr sz="2400" dirty="0">
                <a:latin typeface="Tw Cen MT" panose="020B0602020104020603"/>
                <a:cs typeface="Tw Cen MT" panose="020B0602020104020603"/>
              </a:rPr>
              <a:t>s</a:t>
            </a:r>
            <a:r>
              <a:rPr sz="2400" spc="75" dirty="0">
                <a:latin typeface="Tw Cen MT" panose="020B0602020104020603"/>
                <a:cs typeface="Tw Cen MT" panose="020B0602020104020603"/>
              </a:rPr>
              <a:t> </a:t>
            </a:r>
            <a:r>
              <a:rPr sz="2400" dirty="0">
                <a:latin typeface="Tw Cen MT" panose="020B0602020104020603"/>
                <a:cs typeface="Tw Cen MT" panose="020B0602020104020603"/>
              </a:rPr>
              <a:t>a</a:t>
            </a:r>
            <a:r>
              <a:rPr sz="2400" spc="75" dirty="0">
                <a:latin typeface="Tw Cen MT" panose="020B0602020104020603"/>
                <a:cs typeface="Tw Cen MT" panose="020B0602020104020603"/>
              </a:rPr>
              <a:t> </a:t>
            </a:r>
            <a:r>
              <a:rPr sz="2400" spc="35" dirty="0">
                <a:solidFill>
                  <a:srgbClr val="00B050"/>
                </a:solidFill>
                <a:latin typeface="Tw Cen MT" panose="020B0602020104020603"/>
                <a:cs typeface="Tw Cen MT" panose="020B0602020104020603"/>
              </a:rPr>
              <a:t>Vi</a:t>
            </a:r>
            <a:r>
              <a:rPr sz="2400" spc="90" dirty="0">
                <a:solidFill>
                  <a:srgbClr val="00B050"/>
                </a:solidFill>
                <a:latin typeface="Tw Cen MT" panose="020B0602020104020603"/>
                <a:cs typeface="Tw Cen MT" panose="020B0602020104020603"/>
              </a:rPr>
              <a:t>r</a:t>
            </a:r>
            <a:r>
              <a:rPr sz="2400" spc="30" dirty="0">
                <a:solidFill>
                  <a:srgbClr val="00B050"/>
                </a:solidFill>
                <a:latin typeface="Tw Cen MT" panose="020B0602020104020603"/>
                <a:cs typeface="Tw Cen MT" panose="020B0602020104020603"/>
              </a:rPr>
              <a:t>tu</a:t>
            </a:r>
            <a:r>
              <a:rPr sz="2400" spc="25" dirty="0">
                <a:solidFill>
                  <a:srgbClr val="00B050"/>
                </a:solidFill>
                <a:latin typeface="Tw Cen MT" panose="020B0602020104020603"/>
                <a:cs typeface="Tw Cen MT" panose="020B0602020104020603"/>
              </a:rPr>
              <a:t>a</a:t>
            </a:r>
            <a:r>
              <a:rPr sz="2400" dirty="0">
                <a:solidFill>
                  <a:srgbClr val="00B050"/>
                </a:solidFill>
                <a:latin typeface="Tw Cen MT" panose="020B0602020104020603"/>
                <a:cs typeface="Tw Cen MT" panose="020B0602020104020603"/>
              </a:rPr>
              <a:t>l</a:t>
            </a:r>
            <a:r>
              <a:rPr sz="2400" spc="75" dirty="0">
                <a:solidFill>
                  <a:srgbClr val="00B050"/>
                </a:solidFill>
                <a:latin typeface="Tw Cen MT" panose="020B0602020104020603"/>
                <a:cs typeface="Tw Cen MT" panose="020B0602020104020603"/>
              </a:rPr>
              <a:t> </a:t>
            </a:r>
            <a:r>
              <a:rPr sz="2400" spc="35" dirty="0">
                <a:solidFill>
                  <a:srgbClr val="00B050"/>
                </a:solidFill>
                <a:latin typeface="Tw Cen MT" panose="020B0602020104020603"/>
                <a:cs typeface="Tw Cen MT" panose="020B0602020104020603"/>
              </a:rPr>
              <a:t>M</a:t>
            </a:r>
            <a:r>
              <a:rPr sz="2400" spc="25" dirty="0">
                <a:solidFill>
                  <a:srgbClr val="00B050"/>
                </a:solidFill>
                <a:latin typeface="Tw Cen MT" panose="020B0602020104020603"/>
                <a:cs typeface="Tw Cen MT" panose="020B0602020104020603"/>
              </a:rPr>
              <a:t>a</a:t>
            </a:r>
            <a:r>
              <a:rPr sz="2400" spc="145" dirty="0">
                <a:solidFill>
                  <a:srgbClr val="00B050"/>
                </a:solidFill>
                <a:latin typeface="Tw Cen MT" panose="020B0602020104020603"/>
                <a:cs typeface="Tw Cen MT" panose="020B0602020104020603"/>
              </a:rPr>
              <a:t>c</a:t>
            </a:r>
            <a:r>
              <a:rPr sz="2400" spc="30" dirty="0">
                <a:solidFill>
                  <a:srgbClr val="00B050"/>
                </a:solidFill>
                <a:latin typeface="Tw Cen MT" panose="020B0602020104020603"/>
                <a:cs typeface="Tw Cen MT" panose="020B0602020104020603"/>
              </a:rPr>
              <a:t>h</a:t>
            </a:r>
            <a:r>
              <a:rPr sz="2400" spc="35" dirty="0">
                <a:solidFill>
                  <a:srgbClr val="00B050"/>
                </a:solidFill>
                <a:latin typeface="Tw Cen MT" panose="020B0602020104020603"/>
                <a:cs typeface="Tw Cen MT" panose="020B0602020104020603"/>
              </a:rPr>
              <a:t>i</a:t>
            </a:r>
            <a:r>
              <a:rPr sz="2400" spc="30" dirty="0">
                <a:solidFill>
                  <a:srgbClr val="00B050"/>
                </a:solidFill>
                <a:latin typeface="Tw Cen MT" panose="020B0602020104020603"/>
                <a:cs typeface="Tw Cen MT" panose="020B0602020104020603"/>
              </a:rPr>
              <a:t>n</a:t>
            </a:r>
            <a:r>
              <a:rPr sz="2400" dirty="0">
                <a:solidFill>
                  <a:srgbClr val="00B050"/>
                </a:solidFill>
                <a:latin typeface="Tw Cen MT" panose="020B0602020104020603"/>
                <a:cs typeface="Tw Cen MT" panose="020B0602020104020603"/>
              </a:rPr>
              <a:t>e</a:t>
            </a:r>
            <a:r>
              <a:rPr sz="2400" spc="75" dirty="0">
                <a:solidFill>
                  <a:srgbClr val="00B050"/>
                </a:solidFill>
                <a:latin typeface="Tw Cen MT" panose="020B0602020104020603"/>
                <a:cs typeface="Tw Cen MT" panose="020B0602020104020603"/>
              </a:rPr>
              <a:t> </a:t>
            </a:r>
            <a:r>
              <a:rPr sz="2400" spc="35" dirty="0">
                <a:solidFill>
                  <a:srgbClr val="00B050"/>
                </a:solidFill>
                <a:latin typeface="Tw Cen MT" panose="020B0602020104020603"/>
                <a:cs typeface="Tw Cen MT" panose="020B0602020104020603"/>
              </a:rPr>
              <a:t>M</a:t>
            </a:r>
            <a:r>
              <a:rPr sz="2400" spc="25" dirty="0">
                <a:solidFill>
                  <a:srgbClr val="00B050"/>
                </a:solidFill>
                <a:latin typeface="Tw Cen MT" panose="020B0602020104020603"/>
                <a:cs typeface="Tw Cen MT" panose="020B0602020104020603"/>
              </a:rPr>
              <a:t>a</a:t>
            </a:r>
            <a:r>
              <a:rPr sz="2400" spc="30" dirty="0">
                <a:solidFill>
                  <a:srgbClr val="00B050"/>
                </a:solidFill>
                <a:latin typeface="Tw Cen MT" panose="020B0602020104020603"/>
                <a:cs typeface="Tw Cen MT" panose="020B0602020104020603"/>
              </a:rPr>
              <a:t>n</a:t>
            </a:r>
            <a:r>
              <a:rPr sz="2400" spc="25" dirty="0">
                <a:solidFill>
                  <a:srgbClr val="00B050"/>
                </a:solidFill>
                <a:latin typeface="Tw Cen MT" panose="020B0602020104020603"/>
                <a:cs typeface="Tw Cen MT" panose="020B0602020104020603"/>
              </a:rPr>
              <a:t>a</a:t>
            </a:r>
            <a:r>
              <a:rPr sz="2400" spc="-30" dirty="0">
                <a:solidFill>
                  <a:srgbClr val="00B050"/>
                </a:solidFill>
                <a:latin typeface="Tw Cen MT" panose="020B0602020104020603"/>
                <a:cs typeface="Tw Cen MT" panose="020B0602020104020603"/>
              </a:rPr>
              <a:t>g</a:t>
            </a:r>
            <a:r>
              <a:rPr sz="2400" spc="35" dirty="0">
                <a:solidFill>
                  <a:srgbClr val="00B050"/>
                </a:solidFill>
                <a:latin typeface="Tw Cen MT" panose="020B0602020104020603"/>
                <a:cs typeface="Tw Cen MT" panose="020B0602020104020603"/>
              </a:rPr>
              <a:t>e</a:t>
            </a:r>
            <a:r>
              <a:rPr sz="2400" spc="-170" dirty="0">
                <a:solidFill>
                  <a:srgbClr val="00B050"/>
                </a:solidFill>
                <a:latin typeface="Tw Cen MT" panose="020B0602020104020603"/>
                <a:cs typeface="Tw Cen MT" panose="020B0602020104020603"/>
              </a:rPr>
              <a:t>r</a:t>
            </a:r>
            <a:r>
              <a:rPr sz="2400">
                <a:solidFill>
                  <a:srgbClr val="00B050"/>
                </a:solidFill>
                <a:latin typeface="Tw Cen MT" panose="020B0602020104020603"/>
                <a:cs typeface="Tw Cen MT" panose="020B0602020104020603"/>
              </a:rPr>
              <a:t>.</a:t>
            </a:r>
            <a:r>
              <a:rPr sz="2400" spc="75">
                <a:solidFill>
                  <a:srgbClr val="00B050"/>
                </a:solidFill>
                <a:latin typeface="Tw Cen MT" panose="020B0602020104020603"/>
                <a:cs typeface="Tw Cen MT" panose="020B0602020104020603"/>
              </a:rPr>
              <a:t> </a:t>
            </a:r>
          </a:p>
          <a:p>
            <a:pPr marL="815340" marR="5080" indent="-319405" algn="just">
              <a:buClr>
                <a:srgbClr val="DD8046"/>
              </a:buClr>
              <a:buSzPct val="60000"/>
              <a:buFont typeface="Wingdings" panose="05000000000000000000"/>
              <a:buChar char=""/>
              <a:tabLst>
                <a:tab pos="815975" algn="l"/>
              </a:tabLst>
            </a:pPr>
            <a:r>
              <a:rPr lang="en-US" sz="2400" spc="75" dirty="0">
                <a:latin typeface="Tw Cen MT" panose="020B0602020104020603"/>
                <a:cs typeface="Tw Cen MT" panose="020B0602020104020603"/>
              </a:rPr>
              <a:t>Hypervisor is a form of virtualization software used in Cloud hosting to </a:t>
            </a:r>
            <a:r>
              <a:rPr lang="en-US" sz="2400" b="1" spc="75" dirty="0">
                <a:latin typeface="Tw Cen MT" panose="020B0602020104020603"/>
                <a:cs typeface="Tw Cen MT" panose="020B0602020104020603"/>
              </a:rPr>
              <a:t>divide and allocate the resources on various pieces of hardware</a:t>
            </a:r>
            <a:r>
              <a:rPr lang="en-US" sz="2400" spc="75" dirty="0">
                <a:latin typeface="Tw Cen MT" panose="020B0602020104020603"/>
                <a:cs typeface="Tw Cen MT" panose="020B0602020104020603"/>
              </a:rPr>
              <a:t>.The program which provide partitioning, isolation or abstraction is called virtualization hypervisor. </a:t>
            </a:r>
          </a:p>
          <a:p>
            <a:pPr marL="815340" marR="5080" indent="-319405" algn="just">
              <a:buClr>
                <a:srgbClr val="DD8046"/>
              </a:buClr>
              <a:buSzPct val="60000"/>
              <a:buFont typeface="Wingdings" panose="05000000000000000000"/>
              <a:buChar char=""/>
              <a:tabLst>
                <a:tab pos="815975" algn="l"/>
              </a:tabLst>
            </a:pPr>
            <a:r>
              <a:rPr lang="en-US" sz="2400" spc="75" dirty="0">
                <a:latin typeface="Tw Cen MT" panose="020B0602020104020603"/>
                <a:cs typeface="Tw Cen MT" panose="020B0602020104020603"/>
              </a:rPr>
              <a:t>Hypervisor is a hardware virtualization technique that allows multiple guest operating systems (OS) to run on a single host system at the same time. A hypervisor is sometimes also called a virtual machine manager(VMM).</a:t>
            </a:r>
          </a:p>
          <a:p>
            <a:pPr marL="815340" marR="5080" indent="-319405" algn="just">
              <a:buClr>
                <a:srgbClr val="DD8046"/>
              </a:buClr>
              <a:buSzPct val="60000"/>
              <a:buFont typeface="Wingdings" panose="05000000000000000000"/>
              <a:buChar char=""/>
              <a:tabLst>
                <a:tab pos="815975" algn="l"/>
              </a:tabLst>
            </a:pPr>
            <a:r>
              <a:rPr sz="2400" spc="30">
                <a:latin typeface="Tw Cen MT" panose="020B0602020104020603"/>
                <a:cs typeface="Tw Cen MT" panose="020B0602020104020603"/>
              </a:rPr>
              <a:t>Th</a:t>
            </a:r>
            <a:r>
              <a:rPr sz="2400" spc="35">
                <a:latin typeface="Tw Cen MT" panose="020B0602020104020603"/>
                <a:cs typeface="Tw Cen MT" panose="020B0602020104020603"/>
              </a:rPr>
              <a:t>er</a:t>
            </a:r>
            <a:r>
              <a:rPr sz="2400">
                <a:latin typeface="Tw Cen MT" panose="020B0602020104020603"/>
                <a:cs typeface="Tw Cen MT" panose="020B0602020104020603"/>
              </a:rPr>
              <a:t>e</a:t>
            </a:r>
            <a:r>
              <a:rPr sz="2400" spc="75">
                <a:latin typeface="Tw Cen MT" panose="020B0602020104020603"/>
                <a:cs typeface="Tw Cen MT" panose="020B0602020104020603"/>
              </a:rPr>
              <a:t> </a:t>
            </a:r>
            <a:r>
              <a:rPr sz="2400" spc="35" dirty="0">
                <a:latin typeface="Tw Cen MT" panose="020B0602020104020603"/>
                <a:cs typeface="Tw Cen MT" panose="020B0602020104020603"/>
              </a:rPr>
              <a:t>ar</a:t>
            </a:r>
            <a:r>
              <a:rPr sz="2400" dirty="0">
                <a:latin typeface="Tw Cen MT" panose="020B0602020104020603"/>
                <a:cs typeface="Tw Cen MT" panose="020B0602020104020603"/>
              </a:rPr>
              <a:t>e </a:t>
            </a:r>
            <a:r>
              <a:rPr sz="2400" spc="-5" dirty="0">
                <a:latin typeface="Tw Cen MT" panose="020B0602020104020603"/>
                <a:cs typeface="Tw Cen MT" panose="020B0602020104020603"/>
              </a:rPr>
              <a:t>t</a:t>
            </a:r>
            <a:r>
              <a:rPr sz="2400" spc="-60" dirty="0">
                <a:latin typeface="Tw Cen MT" panose="020B0602020104020603"/>
                <a:cs typeface="Tw Cen MT" panose="020B0602020104020603"/>
              </a:rPr>
              <a:t>w</a:t>
            </a:r>
            <a:r>
              <a:rPr sz="2400" dirty="0">
                <a:latin typeface="Tw Cen MT" panose="020B0602020104020603"/>
                <a:cs typeface="Tw Cen MT" panose="020B0602020104020603"/>
              </a:rPr>
              <a:t>o</a:t>
            </a:r>
            <a:r>
              <a:rPr sz="2400" spc="-5" dirty="0">
                <a:latin typeface="Tw Cen MT" panose="020B0602020104020603"/>
                <a:cs typeface="Tw Cen MT" panose="020B0602020104020603"/>
              </a:rPr>
              <a:t> ty</a:t>
            </a:r>
            <a:r>
              <a:rPr sz="2400" spc="-10" dirty="0">
                <a:latin typeface="Tw Cen MT" panose="020B0602020104020603"/>
                <a:cs typeface="Tw Cen MT" panose="020B0602020104020603"/>
              </a:rPr>
              <a:t>p</a:t>
            </a:r>
            <a:r>
              <a:rPr sz="2400" spc="-5" dirty="0">
                <a:latin typeface="Tw Cen MT" panose="020B0602020104020603"/>
                <a:cs typeface="Tw Cen MT" panose="020B0602020104020603"/>
              </a:rPr>
              <a:t>e</a:t>
            </a:r>
            <a:r>
              <a:rPr sz="2400" dirty="0">
                <a:latin typeface="Tw Cen MT" panose="020B0602020104020603"/>
                <a:cs typeface="Tw Cen MT" panose="020B0602020104020603"/>
              </a:rPr>
              <a:t>s</a:t>
            </a:r>
            <a:r>
              <a:rPr sz="2400" spc="-5" dirty="0">
                <a:latin typeface="Tw Cen MT" panose="020B0602020104020603"/>
                <a:cs typeface="Tw Cen MT" panose="020B0602020104020603"/>
              </a:rPr>
              <a:t> o</a:t>
            </a:r>
            <a:r>
              <a:rPr sz="2400" dirty="0">
                <a:latin typeface="Tw Cen MT" panose="020B0602020104020603"/>
                <a:cs typeface="Tw Cen MT" panose="020B0602020104020603"/>
              </a:rPr>
              <a:t>f</a:t>
            </a:r>
            <a:r>
              <a:rPr sz="2400" spc="80" dirty="0">
                <a:latin typeface="Tw Cen MT" panose="020B0602020104020603"/>
                <a:cs typeface="Tw Cen MT" panose="020B0602020104020603"/>
              </a:rPr>
              <a:t> </a:t>
            </a:r>
            <a:r>
              <a:rPr sz="2400" spc="-65">
                <a:latin typeface="Tw Cen MT" panose="020B0602020104020603"/>
                <a:cs typeface="Tw Cen MT" panose="020B0602020104020603"/>
              </a:rPr>
              <a:t>h</a:t>
            </a:r>
            <a:r>
              <a:rPr sz="2400" spc="-5">
                <a:latin typeface="Tw Cen MT" panose="020B0602020104020603"/>
                <a:cs typeface="Tw Cen MT" panose="020B0602020104020603"/>
              </a:rPr>
              <a:t>y</a:t>
            </a:r>
            <a:r>
              <a:rPr sz="2400" spc="-10">
                <a:latin typeface="Tw Cen MT" panose="020B0602020104020603"/>
                <a:cs typeface="Tw Cen MT" panose="020B0602020104020603"/>
              </a:rPr>
              <a:t>p</a:t>
            </a:r>
            <a:r>
              <a:rPr sz="2400" spc="-5">
                <a:latin typeface="Tw Cen MT" panose="020B0602020104020603"/>
                <a:cs typeface="Tw Cen MT" panose="020B0602020104020603"/>
              </a:rPr>
              <a:t>e</a:t>
            </a:r>
            <a:r>
              <a:rPr sz="2400" spc="110">
                <a:latin typeface="Tw Cen MT" panose="020B0602020104020603"/>
                <a:cs typeface="Tw Cen MT" panose="020B0602020104020603"/>
              </a:rPr>
              <a:t>r</a:t>
            </a:r>
            <a:r>
              <a:rPr sz="2400" spc="-5">
                <a:latin typeface="Tw Cen MT" panose="020B0602020104020603"/>
                <a:cs typeface="Tw Cen MT" panose="020B0602020104020603"/>
              </a:rPr>
              <a:t>visor</a:t>
            </a:r>
            <a:r>
              <a:rPr sz="2400">
                <a:latin typeface="Tw Cen MT" panose="020B0602020104020603"/>
                <a:cs typeface="Tw Cen MT" panose="020B0602020104020603"/>
              </a:rPr>
              <a:t>:</a:t>
            </a:r>
            <a:endParaRPr lang="en-US" sz="2400" dirty="0">
              <a:latin typeface="Tw Cen MT" panose="020B0602020104020603"/>
              <a:cs typeface="Tw Cen MT" panose="020B0602020104020603"/>
            </a:endParaRPr>
          </a:p>
          <a:p>
            <a:pPr marL="815340" marR="5080" indent="-319405" algn="just">
              <a:buClr>
                <a:srgbClr val="DD8046"/>
              </a:buClr>
              <a:buSzPct val="60000"/>
              <a:tabLst>
                <a:tab pos="815975" algn="l"/>
              </a:tabLst>
            </a:pPr>
            <a:r>
              <a:rPr lang="en-US" sz="2400" dirty="0">
                <a:latin typeface="Tw Cen MT" panose="020B0602020104020603"/>
                <a:cs typeface="Tw Cen MT" panose="020B0602020104020603"/>
              </a:rPr>
              <a:t>							</a:t>
            </a:r>
            <a:r>
              <a:rPr lang="en-US" sz="2400" dirty="0">
                <a:solidFill>
                  <a:srgbClr val="0070C0"/>
                </a:solidFill>
                <a:latin typeface="Tw Cen MT" panose="020B0602020104020603"/>
                <a:cs typeface="Tw Cen MT" panose="020B0602020104020603"/>
              </a:rPr>
              <a:t>Type 1 and Type 2</a:t>
            </a:r>
            <a:endParaRPr sz="2400">
              <a:solidFill>
                <a:srgbClr val="0070C0"/>
              </a:solidFill>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255809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726565">
              <a:lnSpc>
                <a:spcPct val="100000"/>
              </a:lnSpc>
            </a:pPr>
            <a:r>
              <a:rPr spc="-220" dirty="0"/>
              <a:t>T</a:t>
            </a:r>
            <a:r>
              <a:rPr spc="-5" dirty="0"/>
              <a:t>yp</a:t>
            </a:r>
            <a:r>
              <a:rPr dirty="0"/>
              <a:t>e</a:t>
            </a:r>
            <a:r>
              <a:rPr spc="-5" dirty="0"/>
              <a:t>s</a:t>
            </a:r>
            <a:r>
              <a:rPr spc="70" dirty="0">
                <a:latin typeface="Times New Roman" panose="02020603050405020304"/>
                <a:cs typeface="Times New Roman" panose="02020603050405020304"/>
              </a:rPr>
              <a:t> </a:t>
            </a:r>
            <a:r>
              <a:rPr spc="-5" dirty="0"/>
              <a:t>of</a:t>
            </a:r>
            <a:r>
              <a:rPr spc="370" dirty="0">
                <a:latin typeface="Times New Roman" panose="02020603050405020304"/>
                <a:cs typeface="Times New Roman" panose="02020603050405020304"/>
              </a:rPr>
              <a:t> </a:t>
            </a:r>
            <a:r>
              <a:rPr spc="-5" dirty="0"/>
              <a:t>Hyp</a:t>
            </a:r>
            <a:r>
              <a:rPr dirty="0"/>
              <a:t>e</a:t>
            </a:r>
            <a:r>
              <a:rPr spc="75" dirty="0"/>
              <a:t>r</a:t>
            </a:r>
            <a:r>
              <a:rPr spc="-5" dirty="0"/>
              <a:t>visors</a:t>
            </a:r>
          </a:p>
        </p:txBody>
      </p:sp>
      <p:sp>
        <p:nvSpPr>
          <p:cNvPr id="3" name="object 3"/>
          <p:cNvSpPr txBox="1"/>
          <p:nvPr/>
        </p:nvSpPr>
        <p:spPr>
          <a:xfrm>
            <a:off x="1731646" y="1289496"/>
            <a:ext cx="8480425" cy="4616450"/>
          </a:xfrm>
          <a:prstGeom prst="rect">
            <a:avLst/>
          </a:prstGeom>
        </p:spPr>
        <p:txBody>
          <a:bodyPr vert="horz" wrap="square" lIns="0" tIns="0" rIns="0" bIns="0" rtlCol="0">
            <a:spAutoFit/>
          </a:bodyPr>
          <a:lstStyle/>
          <a:p>
            <a:pPr marL="12700"/>
            <a:r>
              <a:rPr sz="1200" b="1" dirty="0">
                <a:solidFill>
                  <a:srgbClr val="FFFFFF"/>
                </a:solidFill>
                <a:latin typeface="Comic Sans MS" panose="030F0702030302020204"/>
                <a:cs typeface="Comic Sans MS" panose="030F0702030302020204"/>
              </a:rPr>
              <a:t>6</a:t>
            </a:r>
            <a:endParaRPr sz="1200">
              <a:latin typeface="Comic Sans MS" panose="030F0702030302020204"/>
              <a:cs typeface="Comic Sans MS" panose="030F0702030302020204"/>
            </a:endParaRPr>
          </a:p>
          <a:p>
            <a:endParaRPr sz="2400">
              <a:latin typeface="Times New Roman" panose="02020603050405020304"/>
              <a:cs typeface="Times New Roman" panose="02020603050405020304"/>
            </a:endParaRPr>
          </a:p>
          <a:p>
            <a:pPr marL="815340" marR="5080" indent="-319405" algn="just">
              <a:buClr>
                <a:srgbClr val="DD8046"/>
              </a:buClr>
              <a:buSzPct val="60000"/>
              <a:buFont typeface="Wingdings" panose="05000000000000000000"/>
              <a:buChar char=""/>
              <a:tabLst>
                <a:tab pos="815975" algn="l"/>
              </a:tabLst>
            </a:pPr>
            <a:r>
              <a:rPr sz="2400" spc="60">
                <a:latin typeface="Tw Cen MT" panose="020B0602020104020603"/>
                <a:cs typeface="Tw Cen MT" panose="020B0602020104020603"/>
              </a:rPr>
              <a:t>T</a:t>
            </a:r>
            <a:r>
              <a:rPr sz="2400" spc="185">
                <a:latin typeface="Tw Cen MT" panose="020B0602020104020603"/>
                <a:cs typeface="Tw Cen MT" panose="020B0602020104020603"/>
              </a:rPr>
              <a:t>y</a:t>
            </a:r>
            <a:r>
              <a:rPr sz="2400" spc="175">
                <a:latin typeface="Tw Cen MT" panose="020B0602020104020603"/>
                <a:cs typeface="Tw Cen MT" panose="020B0602020104020603"/>
              </a:rPr>
              <a:t>p</a:t>
            </a:r>
            <a:r>
              <a:rPr sz="2400">
                <a:latin typeface="Tw Cen MT" panose="020B0602020104020603"/>
                <a:cs typeface="Tw Cen MT" panose="020B0602020104020603"/>
              </a:rPr>
              <a:t>e</a:t>
            </a:r>
            <a:r>
              <a:rPr sz="2400" spc="375">
                <a:latin typeface="Tw Cen MT" panose="020B0602020104020603"/>
                <a:cs typeface="Tw Cen MT" panose="020B0602020104020603"/>
              </a:rPr>
              <a:t> </a:t>
            </a:r>
            <a:r>
              <a:rPr sz="2400">
                <a:latin typeface="Tw Cen MT" panose="020B0602020104020603"/>
                <a:cs typeface="Tw Cen MT" panose="020B0602020104020603"/>
              </a:rPr>
              <a:t>1</a:t>
            </a:r>
            <a:r>
              <a:rPr sz="2400" spc="375">
                <a:latin typeface="Tw Cen MT" panose="020B0602020104020603"/>
                <a:cs typeface="Tw Cen MT" panose="020B0602020104020603"/>
              </a:rPr>
              <a:t> </a:t>
            </a:r>
            <a:r>
              <a:rPr sz="2400" spc="125">
                <a:latin typeface="Tw Cen MT" panose="020B0602020104020603"/>
                <a:cs typeface="Tw Cen MT" panose="020B0602020104020603"/>
              </a:rPr>
              <a:t>h</a:t>
            </a:r>
            <a:r>
              <a:rPr sz="2400" spc="185">
                <a:latin typeface="Tw Cen MT" panose="020B0602020104020603"/>
                <a:cs typeface="Tw Cen MT" panose="020B0602020104020603"/>
              </a:rPr>
              <a:t>y</a:t>
            </a:r>
            <a:r>
              <a:rPr sz="2400" spc="175">
                <a:latin typeface="Tw Cen MT" panose="020B0602020104020603"/>
                <a:cs typeface="Tw Cen MT" panose="020B0602020104020603"/>
              </a:rPr>
              <a:t>p</a:t>
            </a:r>
            <a:r>
              <a:rPr sz="2400" spc="185">
                <a:latin typeface="Tw Cen MT" panose="020B0602020104020603"/>
                <a:cs typeface="Tw Cen MT" panose="020B0602020104020603"/>
              </a:rPr>
              <a:t>e</a:t>
            </a:r>
            <a:r>
              <a:rPr sz="2400" spc="300">
                <a:latin typeface="Tw Cen MT" panose="020B0602020104020603"/>
                <a:cs typeface="Tw Cen MT" panose="020B0602020104020603"/>
              </a:rPr>
              <a:t>r</a:t>
            </a:r>
            <a:r>
              <a:rPr sz="2400" spc="180">
                <a:latin typeface="Tw Cen MT" panose="020B0602020104020603"/>
                <a:cs typeface="Tw Cen MT" panose="020B0602020104020603"/>
              </a:rPr>
              <a:t>v</a:t>
            </a:r>
            <a:r>
              <a:rPr sz="2400" spc="185">
                <a:latin typeface="Tw Cen MT" panose="020B0602020104020603"/>
                <a:cs typeface="Tw Cen MT" panose="020B0602020104020603"/>
              </a:rPr>
              <a:t>isor</a:t>
            </a:r>
            <a:r>
              <a:rPr sz="2400">
                <a:latin typeface="Tw Cen MT" panose="020B0602020104020603"/>
                <a:cs typeface="Tw Cen MT" panose="020B0602020104020603"/>
              </a:rPr>
              <a:t>s</a:t>
            </a:r>
            <a:r>
              <a:rPr sz="2400" spc="375">
                <a:latin typeface="Tw Cen MT" panose="020B0602020104020603"/>
                <a:cs typeface="Tw Cen MT" panose="020B0602020104020603"/>
              </a:rPr>
              <a:t> </a:t>
            </a:r>
            <a:r>
              <a:rPr sz="2400" spc="240">
                <a:solidFill>
                  <a:srgbClr val="FF0000"/>
                </a:solidFill>
                <a:latin typeface="Tw Cen MT" panose="020B0602020104020603"/>
                <a:cs typeface="Tw Cen MT" panose="020B0602020104020603"/>
              </a:rPr>
              <a:t>r</a:t>
            </a:r>
            <a:r>
              <a:rPr sz="2400" spc="180">
                <a:solidFill>
                  <a:srgbClr val="FF0000"/>
                </a:solidFill>
                <a:latin typeface="Tw Cen MT" panose="020B0602020104020603"/>
                <a:cs typeface="Tw Cen MT" panose="020B0602020104020603"/>
              </a:rPr>
              <a:t>u</a:t>
            </a:r>
            <a:r>
              <a:rPr sz="2400" spc="-5">
                <a:solidFill>
                  <a:srgbClr val="FF0000"/>
                </a:solidFill>
                <a:latin typeface="Tw Cen MT" panose="020B0602020104020603"/>
                <a:cs typeface="Tw Cen MT" panose="020B0602020104020603"/>
              </a:rPr>
              <a:t>n</a:t>
            </a:r>
            <a:r>
              <a:rPr sz="2400" spc="380">
                <a:solidFill>
                  <a:srgbClr val="FF0000"/>
                </a:solidFill>
                <a:latin typeface="Tw Cen MT" panose="020B0602020104020603"/>
                <a:cs typeface="Tw Cen MT" panose="020B0602020104020603"/>
              </a:rPr>
              <a:t> </a:t>
            </a:r>
            <a:r>
              <a:rPr sz="2400" spc="185">
                <a:solidFill>
                  <a:srgbClr val="FF0000"/>
                </a:solidFill>
                <a:latin typeface="Tw Cen MT" panose="020B0602020104020603"/>
                <a:cs typeface="Tw Cen MT" panose="020B0602020104020603"/>
              </a:rPr>
              <a:t>dire</a:t>
            </a:r>
            <a:r>
              <a:rPr sz="2400" spc="175">
                <a:solidFill>
                  <a:srgbClr val="FF0000"/>
                </a:solidFill>
                <a:latin typeface="Tw Cen MT" panose="020B0602020104020603"/>
                <a:cs typeface="Tw Cen MT" panose="020B0602020104020603"/>
              </a:rPr>
              <a:t>c</a:t>
            </a:r>
            <a:r>
              <a:rPr sz="2400" spc="180">
                <a:solidFill>
                  <a:srgbClr val="FF0000"/>
                </a:solidFill>
                <a:latin typeface="Tw Cen MT" panose="020B0602020104020603"/>
                <a:cs typeface="Tw Cen MT" panose="020B0602020104020603"/>
              </a:rPr>
              <a:t>t</a:t>
            </a:r>
            <a:r>
              <a:rPr sz="2400" spc="185">
                <a:solidFill>
                  <a:srgbClr val="FF0000"/>
                </a:solidFill>
                <a:latin typeface="Tw Cen MT" panose="020B0602020104020603"/>
                <a:cs typeface="Tw Cen MT" panose="020B0602020104020603"/>
              </a:rPr>
              <a:t>l</a:t>
            </a:r>
            <a:r>
              <a:rPr sz="2400">
                <a:solidFill>
                  <a:srgbClr val="FF0000"/>
                </a:solidFill>
                <a:latin typeface="Tw Cen MT" panose="020B0602020104020603"/>
                <a:cs typeface="Tw Cen MT" panose="020B0602020104020603"/>
              </a:rPr>
              <a:t>y</a:t>
            </a:r>
            <a:r>
              <a:rPr sz="2400" spc="375">
                <a:solidFill>
                  <a:srgbClr val="FF0000"/>
                </a:solidFill>
                <a:latin typeface="Tw Cen MT" panose="020B0602020104020603"/>
                <a:cs typeface="Tw Cen MT" panose="020B0602020104020603"/>
              </a:rPr>
              <a:t> </a:t>
            </a:r>
            <a:r>
              <a:rPr sz="2400" spc="185">
                <a:latin typeface="Tw Cen MT" panose="020B0602020104020603"/>
                <a:cs typeface="Tw Cen MT" panose="020B0602020104020603"/>
              </a:rPr>
              <a:t>o</a:t>
            </a:r>
            <a:r>
              <a:rPr sz="2400" spc="-5">
                <a:latin typeface="Tw Cen MT" panose="020B0602020104020603"/>
                <a:cs typeface="Tw Cen MT" panose="020B0602020104020603"/>
              </a:rPr>
              <a:t>n</a:t>
            </a:r>
            <a:r>
              <a:rPr sz="2400" spc="380">
                <a:latin typeface="Tw Cen MT" panose="020B0602020104020603"/>
                <a:cs typeface="Tw Cen MT" panose="020B0602020104020603"/>
              </a:rPr>
              <a:t> </a:t>
            </a:r>
            <a:r>
              <a:rPr sz="2400" spc="180">
                <a:latin typeface="Tw Cen MT" panose="020B0602020104020603"/>
                <a:cs typeface="Tw Cen MT" panose="020B0602020104020603"/>
              </a:rPr>
              <a:t>th</a:t>
            </a:r>
            <a:r>
              <a:rPr sz="2400">
                <a:latin typeface="Tw Cen MT" panose="020B0602020104020603"/>
                <a:cs typeface="Tw Cen MT" panose="020B0602020104020603"/>
              </a:rPr>
              <a:t>e</a:t>
            </a:r>
            <a:r>
              <a:rPr sz="2400" spc="375">
                <a:latin typeface="Tw Cen MT" panose="020B0602020104020603"/>
                <a:cs typeface="Tw Cen MT" panose="020B0602020104020603"/>
              </a:rPr>
              <a:t> </a:t>
            </a:r>
            <a:r>
              <a:rPr sz="2400" spc="190">
                <a:solidFill>
                  <a:srgbClr val="00B050"/>
                </a:solidFill>
                <a:latin typeface="Tw Cen MT" panose="020B0602020104020603"/>
                <a:cs typeface="Tw Cen MT" panose="020B0602020104020603"/>
              </a:rPr>
              <a:t>sys</a:t>
            </a:r>
            <a:r>
              <a:rPr sz="2400" spc="185">
                <a:solidFill>
                  <a:srgbClr val="00B050"/>
                </a:solidFill>
                <a:latin typeface="Tw Cen MT" panose="020B0602020104020603"/>
                <a:cs typeface="Tw Cen MT" panose="020B0602020104020603"/>
              </a:rPr>
              <a:t>t</a:t>
            </a:r>
            <a:r>
              <a:rPr sz="2400" spc="190">
                <a:solidFill>
                  <a:srgbClr val="00B050"/>
                </a:solidFill>
                <a:latin typeface="Tw Cen MT" panose="020B0602020104020603"/>
                <a:cs typeface="Tw Cen MT" panose="020B0602020104020603"/>
              </a:rPr>
              <a:t>e</a:t>
            </a:r>
            <a:r>
              <a:rPr sz="2400">
                <a:solidFill>
                  <a:srgbClr val="00B050"/>
                </a:solidFill>
                <a:latin typeface="Tw Cen MT" panose="020B0602020104020603"/>
                <a:cs typeface="Tw Cen MT" panose="020B0602020104020603"/>
              </a:rPr>
              <a:t>m </a:t>
            </a:r>
            <a:r>
              <a:rPr sz="2400" spc="25">
                <a:solidFill>
                  <a:srgbClr val="00B050"/>
                </a:solidFill>
                <a:latin typeface="Tw Cen MT" panose="020B0602020104020603"/>
                <a:cs typeface="Tw Cen MT" panose="020B0602020104020603"/>
              </a:rPr>
              <a:t>h</a:t>
            </a:r>
            <a:r>
              <a:rPr sz="2400" spc="20">
                <a:solidFill>
                  <a:srgbClr val="00B050"/>
                </a:solidFill>
                <a:latin typeface="Tw Cen MT" panose="020B0602020104020603"/>
                <a:cs typeface="Tw Cen MT" panose="020B0602020104020603"/>
              </a:rPr>
              <a:t>a</a:t>
            </a:r>
            <a:r>
              <a:rPr sz="2400" spc="25">
                <a:solidFill>
                  <a:srgbClr val="00B050"/>
                </a:solidFill>
                <a:latin typeface="Tw Cen MT" panose="020B0602020104020603"/>
                <a:cs typeface="Tw Cen MT" panose="020B0602020104020603"/>
              </a:rPr>
              <a:t>r</a:t>
            </a:r>
            <a:r>
              <a:rPr sz="2400" spc="-40">
                <a:solidFill>
                  <a:srgbClr val="00B050"/>
                </a:solidFill>
                <a:latin typeface="Tw Cen MT" panose="020B0602020104020603"/>
                <a:cs typeface="Tw Cen MT" panose="020B0602020104020603"/>
              </a:rPr>
              <a:t>d</a:t>
            </a:r>
            <a:r>
              <a:rPr sz="2400" spc="-90">
                <a:solidFill>
                  <a:srgbClr val="00B050"/>
                </a:solidFill>
                <a:latin typeface="Tw Cen MT" panose="020B0602020104020603"/>
                <a:cs typeface="Tw Cen MT" panose="020B0602020104020603"/>
              </a:rPr>
              <a:t>w</a:t>
            </a:r>
            <a:r>
              <a:rPr sz="2400" spc="20">
                <a:solidFill>
                  <a:srgbClr val="00B050"/>
                </a:solidFill>
                <a:latin typeface="Tw Cen MT" panose="020B0602020104020603"/>
                <a:cs typeface="Tw Cen MT" panose="020B0602020104020603"/>
              </a:rPr>
              <a:t>a</a:t>
            </a:r>
            <a:r>
              <a:rPr sz="2400" spc="25">
                <a:solidFill>
                  <a:srgbClr val="00B050"/>
                </a:solidFill>
                <a:latin typeface="Tw Cen MT" panose="020B0602020104020603"/>
                <a:cs typeface="Tw Cen MT" panose="020B0602020104020603"/>
              </a:rPr>
              <a:t>r</a:t>
            </a:r>
            <a:r>
              <a:rPr sz="2400" spc="-5">
                <a:solidFill>
                  <a:srgbClr val="00B050"/>
                </a:solidFill>
                <a:latin typeface="Tw Cen MT" panose="020B0602020104020603"/>
                <a:cs typeface="Tw Cen MT" panose="020B0602020104020603"/>
              </a:rPr>
              <a:t>e</a:t>
            </a:r>
            <a:r>
              <a:rPr sz="2400">
                <a:latin typeface="Tw Cen MT" panose="020B0602020104020603"/>
                <a:cs typeface="Tw Cen MT" panose="020B0602020104020603"/>
              </a:rPr>
              <a:t>.</a:t>
            </a:r>
            <a:r>
              <a:rPr sz="2400" spc="55">
                <a:latin typeface="Tw Cen MT" panose="020B0602020104020603"/>
                <a:cs typeface="Tw Cen MT" panose="020B0602020104020603"/>
              </a:rPr>
              <a:t> </a:t>
            </a:r>
            <a:r>
              <a:rPr sz="2400" spc="25">
                <a:latin typeface="Tw Cen MT" panose="020B0602020104020603"/>
                <a:cs typeface="Tw Cen MT" panose="020B0602020104020603"/>
              </a:rPr>
              <a:t>Th</a:t>
            </a:r>
            <a:r>
              <a:rPr sz="2400" spc="-95">
                <a:latin typeface="Tw Cen MT" panose="020B0602020104020603"/>
                <a:cs typeface="Tw Cen MT" panose="020B0602020104020603"/>
              </a:rPr>
              <a:t>e</a:t>
            </a:r>
            <a:r>
              <a:rPr sz="2400">
                <a:latin typeface="Tw Cen MT" panose="020B0602020104020603"/>
                <a:cs typeface="Tw Cen MT" panose="020B0602020104020603"/>
              </a:rPr>
              <a:t>y</a:t>
            </a:r>
            <a:r>
              <a:rPr sz="2400" spc="55">
                <a:latin typeface="Tw Cen MT" panose="020B0602020104020603"/>
                <a:cs typeface="Tw Cen MT" panose="020B0602020104020603"/>
              </a:rPr>
              <a:t> </a:t>
            </a:r>
            <a:r>
              <a:rPr sz="2400" spc="25">
                <a:latin typeface="Tw Cen MT" panose="020B0602020104020603"/>
                <a:cs typeface="Tw Cen MT" panose="020B0602020104020603"/>
              </a:rPr>
              <a:t>ar</a:t>
            </a:r>
            <a:r>
              <a:rPr sz="2400">
                <a:latin typeface="Tw Cen MT" panose="020B0602020104020603"/>
                <a:cs typeface="Tw Cen MT" panose="020B0602020104020603"/>
              </a:rPr>
              <a:t>e</a:t>
            </a:r>
            <a:r>
              <a:rPr sz="2400" spc="55">
                <a:latin typeface="Tw Cen MT" panose="020B0602020104020603"/>
                <a:cs typeface="Tw Cen MT" panose="020B0602020104020603"/>
              </a:rPr>
              <a:t> </a:t>
            </a:r>
            <a:r>
              <a:rPr sz="2400" spc="25">
                <a:latin typeface="Tw Cen MT" panose="020B0602020104020603"/>
                <a:cs typeface="Tw Cen MT" panose="020B0602020104020603"/>
              </a:rPr>
              <a:t>ofte</a:t>
            </a:r>
            <a:r>
              <a:rPr sz="2400" spc="-5">
                <a:latin typeface="Tw Cen MT" panose="020B0602020104020603"/>
                <a:cs typeface="Tw Cen MT" panose="020B0602020104020603"/>
              </a:rPr>
              <a:t>n</a:t>
            </a:r>
            <a:r>
              <a:rPr sz="2400" spc="60">
                <a:latin typeface="Tw Cen MT" panose="020B0602020104020603"/>
                <a:cs typeface="Tw Cen MT" panose="020B0602020104020603"/>
              </a:rPr>
              <a:t> </a:t>
            </a:r>
            <a:r>
              <a:rPr sz="2400" spc="25">
                <a:latin typeface="Tw Cen MT" panose="020B0602020104020603"/>
                <a:cs typeface="Tw Cen MT" panose="020B0602020104020603"/>
              </a:rPr>
              <a:t>referr</a:t>
            </a:r>
            <a:r>
              <a:rPr sz="2400" spc="30">
                <a:latin typeface="Tw Cen MT" panose="020B0602020104020603"/>
                <a:cs typeface="Tw Cen MT" panose="020B0602020104020603"/>
              </a:rPr>
              <a:t>e</a:t>
            </a:r>
            <a:r>
              <a:rPr sz="2400" spc="-5">
                <a:latin typeface="Tw Cen MT" panose="020B0602020104020603"/>
                <a:cs typeface="Tw Cen MT" panose="020B0602020104020603"/>
              </a:rPr>
              <a:t>d</a:t>
            </a:r>
            <a:r>
              <a:rPr sz="2400" spc="65">
                <a:latin typeface="Tw Cen MT" panose="020B0602020104020603"/>
                <a:cs typeface="Tw Cen MT" panose="020B0602020104020603"/>
              </a:rPr>
              <a:t> </a:t>
            </a:r>
            <a:r>
              <a:rPr sz="2400" spc="25">
                <a:latin typeface="Tw Cen MT" panose="020B0602020104020603"/>
                <a:cs typeface="Tw Cen MT" panose="020B0602020104020603"/>
              </a:rPr>
              <a:t>t</a:t>
            </a:r>
            <a:r>
              <a:rPr sz="2400">
                <a:latin typeface="Tw Cen MT" panose="020B0602020104020603"/>
                <a:cs typeface="Tw Cen MT" panose="020B0602020104020603"/>
              </a:rPr>
              <a:t>o</a:t>
            </a:r>
            <a:r>
              <a:rPr sz="2400" spc="65">
                <a:latin typeface="Tw Cen MT" panose="020B0602020104020603"/>
                <a:cs typeface="Tw Cen MT" panose="020B0602020104020603"/>
              </a:rPr>
              <a:t> </a:t>
            </a:r>
            <a:r>
              <a:rPr sz="2400" spc="30">
                <a:latin typeface="Tw Cen MT" panose="020B0602020104020603"/>
                <a:cs typeface="Tw Cen MT" panose="020B0602020104020603"/>
              </a:rPr>
              <a:t>a</a:t>
            </a:r>
            <a:r>
              <a:rPr sz="2400">
                <a:latin typeface="Tw Cen MT" panose="020B0602020104020603"/>
                <a:cs typeface="Tw Cen MT" panose="020B0602020104020603"/>
              </a:rPr>
              <a:t>s</a:t>
            </a:r>
            <a:r>
              <a:rPr sz="2400" spc="65">
                <a:latin typeface="Tw Cen MT" panose="020B0602020104020603"/>
                <a:cs typeface="Tw Cen MT" panose="020B0602020104020603"/>
              </a:rPr>
              <a:t> </a:t>
            </a:r>
            <a:r>
              <a:rPr sz="2400">
                <a:latin typeface="Tw Cen MT" panose="020B0602020104020603"/>
                <a:cs typeface="Tw Cen MT" panose="020B0602020104020603"/>
              </a:rPr>
              <a:t>a</a:t>
            </a:r>
            <a:r>
              <a:rPr sz="2400" spc="65">
                <a:latin typeface="Tw Cen MT" panose="020B0602020104020603"/>
                <a:cs typeface="Tw Cen MT" panose="020B0602020104020603"/>
              </a:rPr>
              <a:t> </a:t>
            </a:r>
            <a:r>
              <a:rPr sz="2400" spc="25">
                <a:latin typeface="Tw Cen MT" panose="020B0602020104020603"/>
                <a:cs typeface="Tw Cen MT" panose="020B0602020104020603"/>
              </a:rPr>
              <a:t>"</a:t>
            </a:r>
            <a:r>
              <a:rPr sz="2400" spc="25">
                <a:solidFill>
                  <a:srgbClr val="0070C0"/>
                </a:solidFill>
                <a:latin typeface="Tw Cen MT" panose="020B0602020104020603"/>
                <a:cs typeface="Tw Cen MT" panose="020B0602020104020603"/>
              </a:rPr>
              <a:t>nat</a:t>
            </a:r>
            <a:r>
              <a:rPr sz="2400" spc="30">
                <a:solidFill>
                  <a:srgbClr val="0070C0"/>
                </a:solidFill>
                <a:latin typeface="Tw Cen MT" panose="020B0602020104020603"/>
                <a:cs typeface="Tw Cen MT" panose="020B0602020104020603"/>
              </a:rPr>
              <a:t>i</a:t>
            </a:r>
            <a:r>
              <a:rPr sz="2400" spc="-30">
                <a:solidFill>
                  <a:srgbClr val="0070C0"/>
                </a:solidFill>
                <a:latin typeface="Tw Cen MT" panose="020B0602020104020603"/>
                <a:cs typeface="Tw Cen MT" panose="020B0602020104020603"/>
              </a:rPr>
              <a:t>v</a:t>
            </a:r>
            <a:r>
              <a:rPr sz="2400" spc="30">
                <a:solidFill>
                  <a:srgbClr val="0070C0"/>
                </a:solidFill>
                <a:latin typeface="Tw Cen MT" panose="020B0602020104020603"/>
                <a:cs typeface="Tw Cen MT" panose="020B0602020104020603"/>
              </a:rPr>
              <a:t>e</a:t>
            </a:r>
            <a:r>
              <a:rPr sz="2400" spc="-5">
                <a:solidFill>
                  <a:srgbClr val="0070C0"/>
                </a:solidFill>
                <a:latin typeface="Tw Cen MT" panose="020B0602020104020603"/>
                <a:cs typeface="Tw Cen MT" panose="020B0602020104020603"/>
              </a:rPr>
              <a:t>" </a:t>
            </a:r>
            <a:r>
              <a:rPr sz="2400" spc="150">
                <a:solidFill>
                  <a:srgbClr val="0070C0"/>
                </a:solidFill>
                <a:latin typeface="Tw Cen MT" panose="020B0602020104020603"/>
                <a:cs typeface="Tw Cen MT" panose="020B0602020104020603"/>
              </a:rPr>
              <a:t>o</a:t>
            </a:r>
            <a:r>
              <a:rPr sz="2400">
                <a:solidFill>
                  <a:srgbClr val="0070C0"/>
                </a:solidFill>
                <a:latin typeface="Tw Cen MT" panose="020B0602020104020603"/>
                <a:cs typeface="Tw Cen MT" panose="020B0602020104020603"/>
              </a:rPr>
              <a:t>r</a:t>
            </a:r>
            <a:r>
              <a:rPr sz="2400" spc="305">
                <a:solidFill>
                  <a:srgbClr val="0070C0"/>
                </a:solidFill>
                <a:latin typeface="Tw Cen MT" panose="020B0602020104020603"/>
                <a:cs typeface="Tw Cen MT" panose="020B0602020104020603"/>
              </a:rPr>
              <a:t> </a:t>
            </a:r>
            <a:r>
              <a:rPr sz="2400" spc="150">
                <a:solidFill>
                  <a:srgbClr val="0070C0"/>
                </a:solidFill>
                <a:latin typeface="Tw Cen MT" panose="020B0602020104020603"/>
                <a:cs typeface="Tw Cen MT" panose="020B0602020104020603"/>
              </a:rPr>
              <a:t>"</a:t>
            </a:r>
            <a:r>
              <a:rPr sz="2400" spc="145">
                <a:solidFill>
                  <a:srgbClr val="0070C0"/>
                </a:solidFill>
                <a:latin typeface="Tw Cen MT" panose="020B0602020104020603"/>
                <a:cs typeface="Tw Cen MT" panose="020B0602020104020603"/>
              </a:rPr>
              <a:t>ba</a:t>
            </a:r>
            <a:r>
              <a:rPr sz="2400" spc="150">
                <a:solidFill>
                  <a:srgbClr val="0070C0"/>
                </a:solidFill>
                <a:latin typeface="Tw Cen MT" panose="020B0602020104020603"/>
                <a:cs typeface="Tw Cen MT" panose="020B0602020104020603"/>
              </a:rPr>
              <a:t>r</a:t>
            </a:r>
            <a:r>
              <a:rPr sz="2400">
                <a:solidFill>
                  <a:srgbClr val="0070C0"/>
                </a:solidFill>
                <a:latin typeface="Tw Cen MT" panose="020B0602020104020603"/>
                <a:cs typeface="Tw Cen MT" panose="020B0602020104020603"/>
              </a:rPr>
              <a:t>e</a:t>
            </a:r>
            <a:r>
              <a:rPr sz="2400" spc="315">
                <a:solidFill>
                  <a:srgbClr val="0070C0"/>
                </a:solidFill>
                <a:latin typeface="Tw Cen MT" panose="020B0602020104020603"/>
                <a:cs typeface="Tw Cen MT" panose="020B0602020104020603"/>
              </a:rPr>
              <a:t> </a:t>
            </a:r>
            <a:r>
              <a:rPr sz="2400" spc="160">
                <a:solidFill>
                  <a:srgbClr val="0070C0"/>
                </a:solidFill>
                <a:latin typeface="Tw Cen MT" panose="020B0602020104020603"/>
                <a:cs typeface="Tw Cen MT" panose="020B0602020104020603"/>
              </a:rPr>
              <a:t>m</a:t>
            </a:r>
            <a:r>
              <a:rPr sz="2400" spc="155">
                <a:solidFill>
                  <a:srgbClr val="0070C0"/>
                </a:solidFill>
                <a:latin typeface="Tw Cen MT" panose="020B0602020104020603"/>
                <a:cs typeface="Tw Cen MT" panose="020B0602020104020603"/>
              </a:rPr>
              <a:t>e</a:t>
            </a:r>
            <a:r>
              <a:rPr sz="2400" spc="150">
                <a:solidFill>
                  <a:srgbClr val="0070C0"/>
                </a:solidFill>
                <a:latin typeface="Tw Cen MT" panose="020B0602020104020603"/>
                <a:cs typeface="Tw Cen MT" panose="020B0602020104020603"/>
              </a:rPr>
              <a:t>ta</a:t>
            </a:r>
            <a:r>
              <a:rPr sz="2400" spc="155">
                <a:solidFill>
                  <a:srgbClr val="0070C0"/>
                </a:solidFill>
                <a:latin typeface="Tw Cen MT" panose="020B0602020104020603"/>
                <a:cs typeface="Tw Cen MT" panose="020B0602020104020603"/>
              </a:rPr>
              <a:t>l</a:t>
            </a:r>
            <a:r>
              <a:rPr sz="2400" spc="-5">
                <a:solidFill>
                  <a:srgbClr val="0070C0"/>
                </a:solidFill>
                <a:latin typeface="Tw Cen MT" panose="020B0602020104020603"/>
                <a:cs typeface="Tw Cen MT" panose="020B0602020104020603"/>
              </a:rPr>
              <a:t>"</a:t>
            </a:r>
            <a:r>
              <a:rPr sz="2400" spc="320">
                <a:solidFill>
                  <a:srgbClr val="0070C0"/>
                </a:solidFill>
                <a:latin typeface="Tw Cen MT" panose="020B0602020104020603"/>
                <a:cs typeface="Tw Cen MT" panose="020B0602020104020603"/>
              </a:rPr>
              <a:t> </a:t>
            </a:r>
            <a:r>
              <a:rPr sz="2400" spc="155">
                <a:solidFill>
                  <a:srgbClr val="0070C0"/>
                </a:solidFill>
                <a:latin typeface="Tw Cen MT" panose="020B0602020104020603"/>
                <a:cs typeface="Tw Cen MT" panose="020B0602020104020603"/>
              </a:rPr>
              <a:t>o</a:t>
            </a:r>
            <a:r>
              <a:rPr sz="2400">
                <a:solidFill>
                  <a:srgbClr val="0070C0"/>
                </a:solidFill>
                <a:latin typeface="Tw Cen MT" panose="020B0602020104020603"/>
                <a:cs typeface="Tw Cen MT" panose="020B0602020104020603"/>
              </a:rPr>
              <a:t>r</a:t>
            </a:r>
            <a:r>
              <a:rPr sz="2400" spc="315">
                <a:solidFill>
                  <a:srgbClr val="0070C0"/>
                </a:solidFill>
                <a:latin typeface="Tw Cen MT" panose="020B0602020104020603"/>
                <a:cs typeface="Tw Cen MT" panose="020B0602020104020603"/>
              </a:rPr>
              <a:t> </a:t>
            </a:r>
            <a:r>
              <a:rPr sz="2400" spc="150">
                <a:solidFill>
                  <a:srgbClr val="0070C0"/>
                </a:solidFill>
                <a:latin typeface="Tw Cen MT" panose="020B0602020104020603"/>
                <a:cs typeface="Tw Cen MT" panose="020B0602020104020603"/>
              </a:rPr>
              <a:t>"</a:t>
            </a:r>
            <a:r>
              <a:rPr sz="2400" spc="155">
                <a:solidFill>
                  <a:srgbClr val="0070C0"/>
                </a:solidFill>
                <a:latin typeface="Tw Cen MT" panose="020B0602020104020603"/>
                <a:cs typeface="Tw Cen MT" panose="020B0602020104020603"/>
              </a:rPr>
              <a:t>e</a:t>
            </a:r>
            <a:r>
              <a:rPr sz="2400" spc="160">
                <a:solidFill>
                  <a:srgbClr val="0070C0"/>
                </a:solidFill>
                <a:latin typeface="Tw Cen MT" panose="020B0602020104020603"/>
                <a:cs typeface="Tw Cen MT" panose="020B0602020104020603"/>
              </a:rPr>
              <a:t>m</a:t>
            </a:r>
            <a:r>
              <a:rPr sz="2400" spc="150">
                <a:solidFill>
                  <a:srgbClr val="0070C0"/>
                </a:solidFill>
                <a:latin typeface="Tw Cen MT" panose="020B0602020104020603"/>
                <a:cs typeface="Tw Cen MT" panose="020B0602020104020603"/>
              </a:rPr>
              <a:t>b</a:t>
            </a:r>
            <a:r>
              <a:rPr sz="2400" spc="155">
                <a:solidFill>
                  <a:srgbClr val="0070C0"/>
                </a:solidFill>
                <a:latin typeface="Tw Cen MT" panose="020B0602020104020603"/>
                <a:cs typeface="Tw Cen MT" panose="020B0602020104020603"/>
              </a:rPr>
              <a:t>e</a:t>
            </a:r>
            <a:r>
              <a:rPr sz="2400" spc="150">
                <a:solidFill>
                  <a:srgbClr val="0070C0"/>
                </a:solidFill>
                <a:latin typeface="Tw Cen MT" panose="020B0602020104020603"/>
                <a:cs typeface="Tw Cen MT" panose="020B0602020104020603"/>
              </a:rPr>
              <a:t>dd</a:t>
            </a:r>
            <a:r>
              <a:rPr sz="2400" spc="155">
                <a:solidFill>
                  <a:srgbClr val="0070C0"/>
                </a:solidFill>
                <a:latin typeface="Tw Cen MT" panose="020B0602020104020603"/>
                <a:cs typeface="Tw Cen MT" panose="020B0602020104020603"/>
              </a:rPr>
              <a:t>e</a:t>
            </a:r>
            <a:r>
              <a:rPr sz="2400" spc="150">
                <a:solidFill>
                  <a:srgbClr val="0070C0"/>
                </a:solidFill>
                <a:latin typeface="Tw Cen MT" panose="020B0602020104020603"/>
                <a:cs typeface="Tw Cen MT" panose="020B0602020104020603"/>
              </a:rPr>
              <a:t>d</a:t>
            </a:r>
            <a:r>
              <a:rPr sz="2400" spc="-5">
                <a:solidFill>
                  <a:srgbClr val="0070C0"/>
                </a:solidFill>
                <a:latin typeface="Tw Cen MT" panose="020B0602020104020603"/>
                <a:cs typeface="Tw Cen MT" panose="020B0602020104020603"/>
              </a:rPr>
              <a:t>"</a:t>
            </a:r>
            <a:r>
              <a:rPr sz="2400" spc="320">
                <a:solidFill>
                  <a:srgbClr val="0070C0"/>
                </a:solidFill>
                <a:latin typeface="Tw Cen MT" panose="020B0602020104020603"/>
                <a:cs typeface="Tw Cen MT" panose="020B0602020104020603"/>
              </a:rPr>
              <a:t> </a:t>
            </a:r>
            <a:r>
              <a:rPr sz="2400" spc="95">
                <a:solidFill>
                  <a:srgbClr val="0070C0"/>
                </a:solidFill>
                <a:latin typeface="Tw Cen MT" panose="020B0602020104020603"/>
                <a:cs typeface="Tw Cen MT" panose="020B0602020104020603"/>
              </a:rPr>
              <a:t>h</a:t>
            </a:r>
            <a:r>
              <a:rPr sz="2400" spc="155">
                <a:solidFill>
                  <a:srgbClr val="0070C0"/>
                </a:solidFill>
                <a:latin typeface="Tw Cen MT" panose="020B0602020104020603"/>
                <a:cs typeface="Tw Cen MT" panose="020B0602020104020603"/>
              </a:rPr>
              <a:t>y</a:t>
            </a:r>
            <a:r>
              <a:rPr sz="2400" spc="150">
                <a:solidFill>
                  <a:srgbClr val="0070C0"/>
                </a:solidFill>
                <a:latin typeface="Tw Cen MT" panose="020B0602020104020603"/>
                <a:cs typeface="Tw Cen MT" panose="020B0602020104020603"/>
              </a:rPr>
              <a:t>p</a:t>
            </a:r>
            <a:r>
              <a:rPr sz="2400" spc="155">
                <a:solidFill>
                  <a:srgbClr val="0070C0"/>
                </a:solidFill>
                <a:latin typeface="Tw Cen MT" panose="020B0602020104020603"/>
                <a:cs typeface="Tw Cen MT" panose="020B0602020104020603"/>
              </a:rPr>
              <a:t>e</a:t>
            </a:r>
            <a:r>
              <a:rPr sz="2400" spc="270">
                <a:solidFill>
                  <a:srgbClr val="0070C0"/>
                </a:solidFill>
                <a:latin typeface="Tw Cen MT" panose="020B0602020104020603"/>
                <a:cs typeface="Tw Cen MT" panose="020B0602020104020603"/>
              </a:rPr>
              <a:t>r</a:t>
            </a:r>
            <a:r>
              <a:rPr sz="2400" spc="150">
                <a:solidFill>
                  <a:srgbClr val="0070C0"/>
                </a:solidFill>
                <a:latin typeface="Tw Cen MT" panose="020B0602020104020603"/>
                <a:cs typeface="Tw Cen MT" panose="020B0602020104020603"/>
              </a:rPr>
              <a:t>v</a:t>
            </a:r>
            <a:r>
              <a:rPr sz="2400" spc="155">
                <a:solidFill>
                  <a:srgbClr val="0070C0"/>
                </a:solidFill>
                <a:latin typeface="Tw Cen MT" panose="020B0602020104020603"/>
                <a:cs typeface="Tw Cen MT" panose="020B0602020104020603"/>
              </a:rPr>
              <a:t>isor</a:t>
            </a:r>
            <a:r>
              <a:rPr sz="2400">
                <a:solidFill>
                  <a:srgbClr val="0070C0"/>
                </a:solidFill>
                <a:latin typeface="Tw Cen MT" panose="020B0602020104020603"/>
                <a:cs typeface="Tw Cen MT" panose="020B0602020104020603"/>
              </a:rPr>
              <a:t>s</a:t>
            </a:r>
            <a:r>
              <a:rPr sz="2400" spc="315">
                <a:solidFill>
                  <a:srgbClr val="0070C0"/>
                </a:solidFill>
                <a:latin typeface="Tw Cen MT" panose="020B0602020104020603"/>
                <a:cs typeface="Tw Cen MT" panose="020B0602020104020603"/>
              </a:rPr>
              <a:t> </a:t>
            </a:r>
            <a:r>
              <a:rPr sz="2400" spc="155">
                <a:latin typeface="Tw Cen MT" panose="020B0602020104020603"/>
                <a:cs typeface="Tw Cen MT" panose="020B0602020104020603"/>
              </a:rPr>
              <a:t>i</a:t>
            </a:r>
            <a:r>
              <a:rPr sz="2400" spc="-5">
                <a:latin typeface="Tw Cen MT" panose="020B0602020104020603"/>
                <a:cs typeface="Tw Cen MT" panose="020B0602020104020603"/>
              </a:rPr>
              <a:t>n </a:t>
            </a:r>
            <a:r>
              <a:rPr sz="2400" spc="-65">
                <a:latin typeface="Tw Cen MT" panose="020B0602020104020603"/>
                <a:cs typeface="Tw Cen MT" panose="020B0602020104020603"/>
              </a:rPr>
              <a:t>v</a:t>
            </a:r>
            <a:r>
              <a:rPr sz="2400" spc="-5">
                <a:latin typeface="Tw Cen MT" panose="020B0602020104020603"/>
                <a:cs typeface="Tw Cen MT" panose="020B0602020104020603"/>
              </a:rPr>
              <a:t>en</a:t>
            </a:r>
            <a:r>
              <a:rPr sz="2400" spc="-10">
                <a:latin typeface="Tw Cen MT" panose="020B0602020104020603"/>
                <a:cs typeface="Tw Cen MT" panose="020B0602020104020603"/>
              </a:rPr>
              <a:t>d</a:t>
            </a:r>
            <a:r>
              <a:rPr sz="2400" spc="-5">
                <a:latin typeface="Tw Cen MT" panose="020B0602020104020603"/>
                <a:cs typeface="Tw Cen MT" panose="020B0602020104020603"/>
              </a:rPr>
              <a:t>o</a:t>
            </a:r>
            <a:r>
              <a:rPr sz="2400">
                <a:latin typeface="Tw Cen MT" panose="020B0602020104020603"/>
                <a:cs typeface="Tw Cen MT" panose="020B0602020104020603"/>
              </a:rPr>
              <a:t>r</a:t>
            </a:r>
            <a:r>
              <a:rPr sz="2400" spc="-5">
                <a:latin typeface="Tw Cen MT" panose="020B0602020104020603"/>
                <a:cs typeface="Tw Cen MT" panose="020B0602020104020603"/>
              </a:rPr>
              <a:t> lite</a:t>
            </a:r>
            <a:r>
              <a:rPr sz="2400" spc="-35">
                <a:latin typeface="Tw Cen MT" panose="020B0602020104020603"/>
                <a:cs typeface="Tw Cen MT" panose="020B0602020104020603"/>
              </a:rPr>
              <a:t>r</a:t>
            </a:r>
            <a:r>
              <a:rPr sz="2400" spc="-10">
                <a:latin typeface="Tw Cen MT" panose="020B0602020104020603"/>
                <a:cs typeface="Tw Cen MT" panose="020B0602020104020603"/>
              </a:rPr>
              <a:t>a</a:t>
            </a:r>
            <a:r>
              <a:rPr sz="2400" spc="-5">
                <a:latin typeface="Tw Cen MT" panose="020B0602020104020603"/>
                <a:cs typeface="Tw Cen MT" panose="020B0602020104020603"/>
              </a:rPr>
              <a:t>tur</a:t>
            </a:r>
            <a:r>
              <a:rPr sz="2400" spc="-35">
                <a:latin typeface="Tw Cen MT" panose="020B0602020104020603"/>
                <a:cs typeface="Tw Cen MT" panose="020B0602020104020603"/>
              </a:rPr>
              <a:t>e</a:t>
            </a:r>
            <a:r>
              <a:rPr sz="2400">
                <a:latin typeface="Tw Cen MT" panose="020B0602020104020603"/>
                <a:cs typeface="Tw Cen MT" panose="020B0602020104020603"/>
              </a:rPr>
              <a:t>.</a:t>
            </a:r>
            <a:r>
              <a:rPr lang="en-US" sz="2400">
                <a:latin typeface="Tw Cen MT" panose="020B0602020104020603"/>
                <a:cs typeface="Tw Cen MT" panose="020B0602020104020603"/>
              </a:rPr>
              <a:t> It dose not require any base server operating system.It has direct access to hardware resources</a:t>
            </a:r>
          </a:p>
          <a:p>
            <a:pPr marL="495935" marR="5080" algn="just">
              <a:buClr>
                <a:srgbClr val="DD8046"/>
              </a:buClr>
              <a:buSzPct val="60000"/>
              <a:tabLst>
                <a:tab pos="815975" algn="l"/>
              </a:tabLst>
            </a:pPr>
            <a:endParaRPr sz="2400">
              <a:latin typeface="Times New Roman" panose="02020603050405020304"/>
              <a:cs typeface="Times New Roman" panose="02020603050405020304"/>
            </a:endParaRPr>
          </a:p>
          <a:p>
            <a:pPr marL="815340" marR="5080" indent="-319405" algn="just">
              <a:buClr>
                <a:srgbClr val="DD8046"/>
              </a:buClr>
              <a:buSzPct val="60000"/>
              <a:buFont typeface="Wingdings" panose="05000000000000000000"/>
              <a:buChar char=""/>
              <a:tabLst>
                <a:tab pos="815975" algn="l"/>
              </a:tabLst>
            </a:pPr>
            <a:r>
              <a:rPr sz="2400" spc="-80" dirty="0">
                <a:latin typeface="Tw Cen MT" panose="020B0602020104020603"/>
                <a:cs typeface="Tw Cen MT" panose="020B0602020104020603"/>
              </a:rPr>
              <a:t>T</a:t>
            </a:r>
            <a:r>
              <a:rPr sz="2400" spc="40" dirty="0">
                <a:latin typeface="Tw Cen MT" panose="020B0602020104020603"/>
                <a:cs typeface="Tw Cen MT" panose="020B0602020104020603"/>
              </a:rPr>
              <a:t>y</a:t>
            </a:r>
            <a:r>
              <a:rPr sz="2400" spc="30" dirty="0">
                <a:latin typeface="Tw Cen MT" panose="020B0602020104020603"/>
                <a:cs typeface="Tw Cen MT" panose="020B0602020104020603"/>
              </a:rPr>
              <a:t>p</a:t>
            </a:r>
            <a:r>
              <a:rPr sz="2400" dirty="0">
                <a:latin typeface="Tw Cen MT" panose="020B0602020104020603"/>
                <a:cs typeface="Tw Cen MT" panose="020B0602020104020603"/>
              </a:rPr>
              <a:t>e</a:t>
            </a:r>
            <a:r>
              <a:rPr sz="2400" spc="85" dirty="0">
                <a:latin typeface="Tw Cen MT" panose="020B0602020104020603"/>
                <a:cs typeface="Tw Cen MT" panose="020B0602020104020603"/>
              </a:rPr>
              <a:t> </a:t>
            </a:r>
            <a:r>
              <a:rPr sz="2400" dirty="0">
                <a:latin typeface="Tw Cen MT" panose="020B0602020104020603"/>
                <a:cs typeface="Tw Cen MT" panose="020B0602020104020603"/>
              </a:rPr>
              <a:t>2</a:t>
            </a:r>
            <a:r>
              <a:rPr sz="2400" spc="85" dirty="0">
                <a:latin typeface="Tw Cen MT" panose="020B0602020104020603"/>
                <a:cs typeface="Tw Cen MT" panose="020B0602020104020603"/>
              </a:rPr>
              <a:t> </a:t>
            </a:r>
            <a:r>
              <a:rPr sz="2400" spc="-20" dirty="0">
                <a:latin typeface="Tw Cen MT" panose="020B0602020104020603"/>
                <a:cs typeface="Tw Cen MT" panose="020B0602020104020603"/>
              </a:rPr>
              <a:t>h</a:t>
            </a:r>
            <a:r>
              <a:rPr sz="2400" spc="40" dirty="0">
                <a:latin typeface="Tw Cen MT" panose="020B0602020104020603"/>
                <a:cs typeface="Tw Cen MT" panose="020B0602020104020603"/>
              </a:rPr>
              <a:t>y</a:t>
            </a:r>
            <a:r>
              <a:rPr sz="2400" spc="30" dirty="0">
                <a:latin typeface="Tw Cen MT" panose="020B0602020104020603"/>
                <a:cs typeface="Tw Cen MT" panose="020B0602020104020603"/>
              </a:rPr>
              <a:t>p</a:t>
            </a:r>
            <a:r>
              <a:rPr sz="2400" spc="40" dirty="0">
                <a:latin typeface="Tw Cen MT" panose="020B0602020104020603"/>
                <a:cs typeface="Tw Cen MT" panose="020B0602020104020603"/>
              </a:rPr>
              <a:t>e</a:t>
            </a:r>
            <a:r>
              <a:rPr sz="2400" spc="155" dirty="0">
                <a:latin typeface="Tw Cen MT" panose="020B0602020104020603"/>
                <a:cs typeface="Tw Cen MT" panose="020B0602020104020603"/>
              </a:rPr>
              <a:t>r</a:t>
            </a:r>
            <a:r>
              <a:rPr sz="2400" spc="35" dirty="0">
                <a:latin typeface="Tw Cen MT" panose="020B0602020104020603"/>
                <a:cs typeface="Tw Cen MT" panose="020B0602020104020603"/>
              </a:rPr>
              <a:t>v</a:t>
            </a:r>
            <a:r>
              <a:rPr sz="2400" spc="40" dirty="0">
                <a:latin typeface="Tw Cen MT" panose="020B0602020104020603"/>
                <a:cs typeface="Tw Cen MT" panose="020B0602020104020603"/>
              </a:rPr>
              <a:t>i</a:t>
            </a:r>
            <a:r>
              <a:rPr sz="2400" spc="45" dirty="0">
                <a:latin typeface="Tw Cen MT" panose="020B0602020104020603"/>
                <a:cs typeface="Tw Cen MT" panose="020B0602020104020603"/>
              </a:rPr>
              <a:t>sor</a:t>
            </a:r>
            <a:r>
              <a:rPr sz="2400" dirty="0">
                <a:latin typeface="Tw Cen MT" panose="020B0602020104020603"/>
                <a:cs typeface="Tw Cen MT" panose="020B0602020104020603"/>
              </a:rPr>
              <a:t>s</a:t>
            </a:r>
            <a:r>
              <a:rPr sz="2400" spc="95" dirty="0">
                <a:latin typeface="Tw Cen MT" panose="020B0602020104020603"/>
                <a:cs typeface="Tw Cen MT" panose="020B0602020104020603"/>
              </a:rPr>
              <a:t> </a:t>
            </a:r>
            <a:r>
              <a:rPr sz="2400" spc="100" dirty="0">
                <a:solidFill>
                  <a:srgbClr val="FF0000"/>
                </a:solidFill>
                <a:latin typeface="Tw Cen MT" panose="020B0602020104020603"/>
                <a:cs typeface="Tw Cen MT" panose="020B0602020104020603"/>
              </a:rPr>
              <a:t>r</a:t>
            </a:r>
            <a:r>
              <a:rPr sz="2400" spc="45" dirty="0">
                <a:solidFill>
                  <a:srgbClr val="FF0000"/>
                </a:solidFill>
                <a:latin typeface="Tw Cen MT" panose="020B0602020104020603"/>
                <a:cs typeface="Tw Cen MT" panose="020B0602020104020603"/>
              </a:rPr>
              <a:t>u</a:t>
            </a:r>
            <a:r>
              <a:rPr sz="2400" spc="-5" dirty="0">
                <a:solidFill>
                  <a:srgbClr val="FF0000"/>
                </a:solidFill>
                <a:latin typeface="Tw Cen MT" panose="020B0602020104020603"/>
                <a:cs typeface="Tw Cen MT" panose="020B0602020104020603"/>
              </a:rPr>
              <a:t>n</a:t>
            </a:r>
            <a:r>
              <a:rPr sz="2400" spc="100" dirty="0">
                <a:solidFill>
                  <a:srgbClr val="FF0000"/>
                </a:solidFill>
                <a:latin typeface="Tw Cen MT" panose="020B0602020104020603"/>
                <a:cs typeface="Tw Cen MT" panose="020B0602020104020603"/>
              </a:rPr>
              <a:t> </a:t>
            </a:r>
            <a:r>
              <a:rPr sz="2400" spc="45" dirty="0">
                <a:solidFill>
                  <a:srgbClr val="FF0000"/>
                </a:solidFill>
                <a:latin typeface="Tw Cen MT" panose="020B0602020104020603"/>
                <a:cs typeface="Tw Cen MT" panose="020B0602020104020603"/>
              </a:rPr>
              <a:t>o</a:t>
            </a:r>
            <a:r>
              <a:rPr sz="2400" spc="-5" dirty="0">
                <a:solidFill>
                  <a:srgbClr val="FF0000"/>
                </a:solidFill>
                <a:latin typeface="Tw Cen MT" panose="020B0602020104020603"/>
                <a:cs typeface="Tw Cen MT" panose="020B0602020104020603"/>
              </a:rPr>
              <a:t>n</a:t>
            </a:r>
            <a:r>
              <a:rPr sz="2400" spc="100" dirty="0">
                <a:solidFill>
                  <a:srgbClr val="FF0000"/>
                </a:solidFill>
                <a:latin typeface="Tw Cen MT" panose="020B0602020104020603"/>
                <a:cs typeface="Tw Cen MT" panose="020B0602020104020603"/>
              </a:rPr>
              <a:t> </a:t>
            </a:r>
            <a:r>
              <a:rPr sz="2400" dirty="0">
                <a:solidFill>
                  <a:srgbClr val="FF0000"/>
                </a:solidFill>
                <a:latin typeface="Tw Cen MT" panose="020B0602020104020603"/>
                <a:cs typeface="Tw Cen MT" panose="020B0602020104020603"/>
              </a:rPr>
              <a:t>a</a:t>
            </a:r>
            <a:r>
              <a:rPr sz="2400" spc="95" dirty="0">
                <a:solidFill>
                  <a:srgbClr val="FF0000"/>
                </a:solidFill>
                <a:latin typeface="Tw Cen MT" panose="020B0602020104020603"/>
                <a:cs typeface="Tw Cen MT" panose="020B0602020104020603"/>
              </a:rPr>
              <a:t> </a:t>
            </a:r>
            <a:r>
              <a:rPr sz="2400" spc="45" dirty="0">
                <a:solidFill>
                  <a:srgbClr val="00B050"/>
                </a:solidFill>
                <a:latin typeface="Tw Cen MT" panose="020B0602020104020603"/>
                <a:cs typeface="Tw Cen MT" panose="020B0602020104020603"/>
              </a:rPr>
              <a:t>hos</a:t>
            </a:r>
            <a:r>
              <a:rPr sz="2400" spc="-5" dirty="0">
                <a:solidFill>
                  <a:srgbClr val="00B050"/>
                </a:solidFill>
                <a:latin typeface="Tw Cen MT" panose="020B0602020104020603"/>
                <a:cs typeface="Tw Cen MT" panose="020B0602020104020603"/>
              </a:rPr>
              <a:t>t</a:t>
            </a:r>
            <a:r>
              <a:rPr sz="2400" spc="100" dirty="0">
                <a:solidFill>
                  <a:srgbClr val="00B050"/>
                </a:solidFill>
                <a:latin typeface="Tw Cen MT" panose="020B0602020104020603"/>
                <a:cs typeface="Tw Cen MT" panose="020B0602020104020603"/>
              </a:rPr>
              <a:t> </a:t>
            </a:r>
            <a:r>
              <a:rPr sz="2400" spc="45" dirty="0">
                <a:solidFill>
                  <a:srgbClr val="00B050"/>
                </a:solidFill>
                <a:latin typeface="Tw Cen MT" panose="020B0602020104020603"/>
                <a:cs typeface="Tw Cen MT" panose="020B0602020104020603"/>
              </a:rPr>
              <a:t>o</a:t>
            </a:r>
            <a:r>
              <a:rPr sz="2400" spc="35" dirty="0">
                <a:solidFill>
                  <a:srgbClr val="00B050"/>
                </a:solidFill>
                <a:latin typeface="Tw Cen MT" panose="020B0602020104020603"/>
                <a:cs typeface="Tw Cen MT" panose="020B0602020104020603"/>
              </a:rPr>
              <a:t>p</a:t>
            </a:r>
            <a:r>
              <a:rPr sz="2400" spc="45" dirty="0">
                <a:solidFill>
                  <a:srgbClr val="00B050"/>
                </a:solidFill>
                <a:latin typeface="Tw Cen MT" panose="020B0602020104020603"/>
                <a:cs typeface="Tw Cen MT" panose="020B0602020104020603"/>
              </a:rPr>
              <a:t>e</a:t>
            </a:r>
            <a:r>
              <a:rPr sz="2400" spc="15" dirty="0">
                <a:solidFill>
                  <a:srgbClr val="00B050"/>
                </a:solidFill>
                <a:latin typeface="Tw Cen MT" panose="020B0602020104020603"/>
                <a:cs typeface="Tw Cen MT" panose="020B0602020104020603"/>
              </a:rPr>
              <a:t>r</a:t>
            </a:r>
            <a:r>
              <a:rPr sz="2400" spc="35" dirty="0">
                <a:solidFill>
                  <a:srgbClr val="00B050"/>
                </a:solidFill>
                <a:latin typeface="Tw Cen MT" panose="020B0602020104020603"/>
                <a:cs typeface="Tw Cen MT" panose="020B0602020104020603"/>
              </a:rPr>
              <a:t>a</a:t>
            </a:r>
            <a:r>
              <a:rPr sz="2400" spc="45" dirty="0">
                <a:solidFill>
                  <a:srgbClr val="00B050"/>
                </a:solidFill>
                <a:latin typeface="Tw Cen MT" panose="020B0602020104020603"/>
                <a:cs typeface="Tw Cen MT" panose="020B0602020104020603"/>
              </a:rPr>
              <a:t>tin</a:t>
            </a:r>
            <a:r>
              <a:rPr sz="2400" spc="-5" dirty="0">
                <a:solidFill>
                  <a:srgbClr val="00B050"/>
                </a:solidFill>
                <a:latin typeface="Tw Cen MT" panose="020B0602020104020603"/>
                <a:cs typeface="Tw Cen MT" panose="020B0602020104020603"/>
              </a:rPr>
              <a:t>g</a:t>
            </a:r>
            <a:r>
              <a:rPr sz="2400" spc="95" dirty="0">
                <a:solidFill>
                  <a:srgbClr val="00B050"/>
                </a:solidFill>
                <a:latin typeface="Tw Cen MT" panose="020B0602020104020603"/>
                <a:cs typeface="Tw Cen MT" panose="020B0602020104020603"/>
              </a:rPr>
              <a:t> </a:t>
            </a:r>
            <a:r>
              <a:rPr sz="2400" spc="45" dirty="0">
                <a:solidFill>
                  <a:srgbClr val="00B050"/>
                </a:solidFill>
                <a:latin typeface="Tw Cen MT" panose="020B0602020104020603"/>
                <a:cs typeface="Tw Cen MT" panose="020B0602020104020603"/>
              </a:rPr>
              <a:t>syste</a:t>
            </a:r>
            <a:r>
              <a:rPr sz="2400" dirty="0">
                <a:solidFill>
                  <a:srgbClr val="00B050"/>
                </a:solidFill>
                <a:latin typeface="Tw Cen MT" panose="020B0602020104020603"/>
                <a:cs typeface="Tw Cen MT" panose="020B0602020104020603"/>
              </a:rPr>
              <a:t>m </a:t>
            </a:r>
            <a:r>
              <a:rPr sz="2400" spc="100" dirty="0">
                <a:latin typeface="Tw Cen MT" panose="020B0602020104020603"/>
                <a:cs typeface="Tw Cen MT" panose="020B0602020104020603"/>
              </a:rPr>
              <a:t>th</a:t>
            </a:r>
            <a:r>
              <a:rPr sz="2400" spc="95" dirty="0">
                <a:latin typeface="Tw Cen MT" panose="020B0602020104020603"/>
                <a:cs typeface="Tw Cen MT" panose="020B0602020104020603"/>
              </a:rPr>
              <a:t>a</a:t>
            </a:r>
            <a:r>
              <a:rPr sz="2400" spc="-5" dirty="0">
                <a:latin typeface="Tw Cen MT" panose="020B0602020104020603"/>
                <a:cs typeface="Tw Cen MT" panose="020B0602020104020603"/>
              </a:rPr>
              <a:t>t</a:t>
            </a:r>
            <a:r>
              <a:rPr sz="2400" spc="210" dirty="0">
                <a:latin typeface="Tw Cen MT" panose="020B0602020104020603"/>
                <a:cs typeface="Tw Cen MT" panose="020B0602020104020603"/>
              </a:rPr>
              <a:t> </a:t>
            </a:r>
            <a:r>
              <a:rPr sz="2400" spc="100" dirty="0">
                <a:latin typeface="Tw Cen MT" panose="020B0602020104020603"/>
                <a:cs typeface="Tw Cen MT" panose="020B0602020104020603"/>
              </a:rPr>
              <a:t>p</a:t>
            </a:r>
            <a:r>
              <a:rPr sz="2400" spc="40" dirty="0">
                <a:latin typeface="Tw Cen MT" panose="020B0602020104020603"/>
                <a:cs typeface="Tw Cen MT" panose="020B0602020104020603"/>
              </a:rPr>
              <a:t>r</a:t>
            </a:r>
            <a:r>
              <a:rPr sz="2400" spc="100" dirty="0">
                <a:latin typeface="Tw Cen MT" panose="020B0602020104020603"/>
                <a:cs typeface="Tw Cen MT" panose="020B0602020104020603"/>
              </a:rPr>
              <a:t>ovi</a:t>
            </a:r>
            <a:r>
              <a:rPr sz="2400" spc="95" dirty="0">
                <a:latin typeface="Tw Cen MT" panose="020B0602020104020603"/>
                <a:cs typeface="Tw Cen MT" panose="020B0602020104020603"/>
              </a:rPr>
              <a:t>d</a:t>
            </a:r>
            <a:r>
              <a:rPr sz="2400" spc="100" dirty="0">
                <a:latin typeface="Tw Cen MT" panose="020B0602020104020603"/>
                <a:cs typeface="Tw Cen MT" panose="020B0602020104020603"/>
              </a:rPr>
              <a:t>e</a:t>
            </a:r>
            <a:r>
              <a:rPr sz="2400" dirty="0">
                <a:latin typeface="Tw Cen MT" panose="020B0602020104020603"/>
                <a:cs typeface="Tw Cen MT" panose="020B0602020104020603"/>
              </a:rPr>
              <a:t>s</a:t>
            </a:r>
            <a:r>
              <a:rPr sz="2400" spc="204" dirty="0">
                <a:latin typeface="Tw Cen MT" panose="020B0602020104020603"/>
                <a:cs typeface="Tw Cen MT" panose="020B0602020104020603"/>
              </a:rPr>
              <a:t> </a:t>
            </a:r>
            <a:r>
              <a:rPr sz="2400" spc="100" dirty="0">
                <a:solidFill>
                  <a:srgbClr val="0070C0"/>
                </a:solidFill>
                <a:latin typeface="Tw Cen MT" panose="020B0602020104020603"/>
                <a:cs typeface="Tw Cen MT" panose="020B0602020104020603"/>
              </a:rPr>
              <a:t>vi</a:t>
            </a:r>
            <a:r>
              <a:rPr sz="2400" spc="155" dirty="0">
                <a:solidFill>
                  <a:srgbClr val="0070C0"/>
                </a:solidFill>
                <a:latin typeface="Tw Cen MT" panose="020B0602020104020603"/>
                <a:cs typeface="Tw Cen MT" panose="020B0602020104020603"/>
              </a:rPr>
              <a:t>r</a:t>
            </a:r>
            <a:r>
              <a:rPr sz="2400" spc="100" dirty="0">
                <a:solidFill>
                  <a:srgbClr val="0070C0"/>
                </a:solidFill>
                <a:latin typeface="Tw Cen MT" panose="020B0602020104020603"/>
                <a:cs typeface="Tw Cen MT" panose="020B0602020104020603"/>
              </a:rPr>
              <a:t>tu</a:t>
            </a:r>
            <a:r>
              <a:rPr sz="2400" spc="95" dirty="0">
                <a:solidFill>
                  <a:srgbClr val="0070C0"/>
                </a:solidFill>
                <a:latin typeface="Tw Cen MT" panose="020B0602020104020603"/>
                <a:cs typeface="Tw Cen MT" panose="020B0602020104020603"/>
              </a:rPr>
              <a:t>a</a:t>
            </a:r>
            <a:r>
              <a:rPr sz="2400" spc="100" dirty="0">
                <a:solidFill>
                  <a:srgbClr val="0070C0"/>
                </a:solidFill>
                <a:latin typeface="Tw Cen MT" panose="020B0602020104020603"/>
                <a:cs typeface="Tw Cen MT" panose="020B0602020104020603"/>
              </a:rPr>
              <a:t>liz</a:t>
            </a:r>
            <a:r>
              <a:rPr sz="2400" spc="95" dirty="0">
                <a:solidFill>
                  <a:srgbClr val="0070C0"/>
                </a:solidFill>
                <a:latin typeface="Tw Cen MT" panose="020B0602020104020603"/>
                <a:cs typeface="Tw Cen MT" panose="020B0602020104020603"/>
              </a:rPr>
              <a:t>a</a:t>
            </a:r>
            <a:r>
              <a:rPr sz="2400" spc="100" dirty="0">
                <a:solidFill>
                  <a:srgbClr val="0070C0"/>
                </a:solidFill>
                <a:latin typeface="Tw Cen MT" panose="020B0602020104020603"/>
                <a:cs typeface="Tw Cen MT" panose="020B0602020104020603"/>
              </a:rPr>
              <a:t>tio</a:t>
            </a:r>
            <a:r>
              <a:rPr sz="2400" spc="-5" dirty="0">
                <a:solidFill>
                  <a:srgbClr val="0070C0"/>
                </a:solidFill>
                <a:latin typeface="Tw Cen MT" panose="020B0602020104020603"/>
                <a:cs typeface="Tw Cen MT" panose="020B0602020104020603"/>
              </a:rPr>
              <a:t>n</a:t>
            </a:r>
            <a:r>
              <a:rPr sz="2400" spc="210" dirty="0">
                <a:solidFill>
                  <a:srgbClr val="0070C0"/>
                </a:solidFill>
                <a:latin typeface="Tw Cen MT" panose="020B0602020104020603"/>
                <a:cs typeface="Tw Cen MT" panose="020B0602020104020603"/>
              </a:rPr>
              <a:t> </a:t>
            </a:r>
            <a:r>
              <a:rPr sz="2400" spc="100" dirty="0">
                <a:solidFill>
                  <a:srgbClr val="0070C0"/>
                </a:solidFill>
                <a:latin typeface="Tw Cen MT" panose="020B0602020104020603"/>
                <a:cs typeface="Tw Cen MT" panose="020B0602020104020603"/>
              </a:rPr>
              <a:t>se</a:t>
            </a:r>
            <a:r>
              <a:rPr sz="2400" spc="215" dirty="0">
                <a:solidFill>
                  <a:srgbClr val="0070C0"/>
                </a:solidFill>
                <a:latin typeface="Tw Cen MT" panose="020B0602020104020603"/>
                <a:cs typeface="Tw Cen MT" panose="020B0602020104020603"/>
              </a:rPr>
              <a:t>r</a:t>
            </a:r>
            <a:r>
              <a:rPr sz="2400" spc="100" dirty="0">
                <a:solidFill>
                  <a:srgbClr val="0070C0"/>
                </a:solidFill>
                <a:latin typeface="Tw Cen MT" panose="020B0602020104020603"/>
                <a:cs typeface="Tw Cen MT" panose="020B0602020104020603"/>
              </a:rPr>
              <a:t>vi</a:t>
            </a:r>
            <a:r>
              <a:rPr sz="2400" spc="95" dirty="0">
                <a:solidFill>
                  <a:srgbClr val="0070C0"/>
                </a:solidFill>
                <a:latin typeface="Tw Cen MT" panose="020B0602020104020603"/>
                <a:cs typeface="Tw Cen MT" panose="020B0602020104020603"/>
              </a:rPr>
              <a:t>c</a:t>
            </a:r>
            <a:r>
              <a:rPr sz="2400" spc="100" dirty="0">
                <a:solidFill>
                  <a:srgbClr val="0070C0"/>
                </a:solidFill>
                <a:latin typeface="Tw Cen MT" panose="020B0602020104020603"/>
                <a:cs typeface="Tw Cen MT" panose="020B0602020104020603"/>
              </a:rPr>
              <a:t>e</a:t>
            </a:r>
            <a:r>
              <a:rPr sz="2400" spc="40" dirty="0">
                <a:solidFill>
                  <a:srgbClr val="0070C0"/>
                </a:solidFill>
                <a:latin typeface="Tw Cen MT" panose="020B0602020104020603"/>
                <a:cs typeface="Tw Cen MT" panose="020B0602020104020603"/>
              </a:rPr>
              <a:t>s</a:t>
            </a:r>
            <a:r>
              <a:rPr sz="2400" dirty="0">
                <a:solidFill>
                  <a:srgbClr val="0070C0"/>
                </a:solidFill>
                <a:latin typeface="Tw Cen MT" panose="020B0602020104020603"/>
                <a:cs typeface="Tw Cen MT" panose="020B0602020104020603"/>
              </a:rPr>
              <a:t>,</a:t>
            </a:r>
            <a:r>
              <a:rPr sz="2400" spc="204" dirty="0">
                <a:latin typeface="Tw Cen MT" panose="020B0602020104020603"/>
                <a:cs typeface="Tw Cen MT" panose="020B0602020104020603"/>
              </a:rPr>
              <a:t> </a:t>
            </a:r>
            <a:r>
              <a:rPr sz="2400" spc="100" dirty="0">
                <a:latin typeface="Tw Cen MT" panose="020B0602020104020603"/>
                <a:cs typeface="Tw Cen MT" panose="020B0602020104020603"/>
              </a:rPr>
              <a:t>su</a:t>
            </a:r>
            <a:r>
              <a:rPr sz="2400" spc="204" dirty="0">
                <a:latin typeface="Tw Cen MT" panose="020B0602020104020603"/>
                <a:cs typeface="Tw Cen MT" panose="020B0602020104020603"/>
              </a:rPr>
              <a:t>c</a:t>
            </a:r>
            <a:r>
              <a:rPr sz="2400" spc="-5" dirty="0">
                <a:latin typeface="Tw Cen MT" panose="020B0602020104020603"/>
                <a:cs typeface="Tw Cen MT" panose="020B0602020104020603"/>
              </a:rPr>
              <a:t>h</a:t>
            </a:r>
            <a:r>
              <a:rPr sz="2400" spc="210" dirty="0">
                <a:latin typeface="Tw Cen MT" panose="020B0602020104020603"/>
                <a:cs typeface="Tw Cen MT" panose="020B0602020104020603"/>
              </a:rPr>
              <a:t> </a:t>
            </a:r>
            <a:r>
              <a:rPr sz="2400" spc="100" dirty="0">
                <a:latin typeface="Tw Cen MT" panose="020B0602020104020603"/>
                <a:cs typeface="Tw Cen MT" panose="020B0602020104020603"/>
              </a:rPr>
              <a:t>a</a:t>
            </a:r>
            <a:r>
              <a:rPr sz="2400" dirty="0">
                <a:latin typeface="Tw Cen MT" panose="020B0602020104020603"/>
                <a:cs typeface="Tw Cen MT" panose="020B0602020104020603"/>
              </a:rPr>
              <a:t>s</a:t>
            </a:r>
            <a:r>
              <a:rPr sz="2400" spc="204" dirty="0">
                <a:latin typeface="Tw Cen MT" panose="020B0602020104020603"/>
                <a:cs typeface="Tw Cen MT" panose="020B0602020104020603"/>
              </a:rPr>
              <a:t> </a:t>
            </a:r>
            <a:r>
              <a:rPr sz="2400" spc="100" dirty="0">
                <a:latin typeface="Tw Cen MT" panose="020B0602020104020603"/>
                <a:cs typeface="Tw Cen MT" panose="020B0602020104020603"/>
              </a:rPr>
              <a:t>I/</a:t>
            </a:r>
            <a:r>
              <a:rPr sz="2400" dirty="0">
                <a:latin typeface="Tw Cen MT" panose="020B0602020104020603"/>
                <a:cs typeface="Tw Cen MT" panose="020B0602020104020603"/>
              </a:rPr>
              <a:t>O </a:t>
            </a:r>
            <a:r>
              <a:rPr sz="2400" spc="-10">
                <a:latin typeface="Tw Cen MT" panose="020B0602020104020603"/>
                <a:cs typeface="Tw Cen MT" panose="020B0602020104020603"/>
              </a:rPr>
              <a:t>d</a:t>
            </a:r>
            <a:r>
              <a:rPr sz="2400" spc="-5">
                <a:latin typeface="Tw Cen MT" panose="020B0602020104020603"/>
                <a:cs typeface="Tw Cen MT" panose="020B0602020104020603"/>
              </a:rPr>
              <a:t>evi</a:t>
            </a:r>
            <a:r>
              <a:rPr sz="2400" spc="-10">
                <a:latin typeface="Tw Cen MT" panose="020B0602020104020603"/>
                <a:cs typeface="Tw Cen MT" panose="020B0602020104020603"/>
              </a:rPr>
              <a:t>c</a:t>
            </a:r>
            <a:r>
              <a:rPr sz="2400">
                <a:latin typeface="Tw Cen MT" panose="020B0602020104020603"/>
                <a:cs typeface="Tw Cen MT" panose="020B0602020104020603"/>
              </a:rPr>
              <a:t>e</a:t>
            </a:r>
            <a:r>
              <a:rPr sz="2400" spc="-5">
                <a:latin typeface="Tw Cen MT" panose="020B0602020104020603"/>
                <a:cs typeface="Tw Cen MT" panose="020B0602020104020603"/>
              </a:rPr>
              <a:t> and </a:t>
            </a:r>
            <a:r>
              <a:rPr sz="2400" dirty="0">
                <a:latin typeface="Tw Cen MT" panose="020B0602020104020603"/>
                <a:cs typeface="Tw Cen MT" panose="020B0602020104020603"/>
              </a:rPr>
              <a:t>m</a:t>
            </a:r>
            <a:r>
              <a:rPr sz="2400" spc="-5" dirty="0">
                <a:latin typeface="Tw Cen MT" panose="020B0602020104020603"/>
                <a:cs typeface="Tw Cen MT" panose="020B0602020104020603"/>
              </a:rPr>
              <a:t>e</a:t>
            </a:r>
            <a:r>
              <a:rPr sz="2400" dirty="0">
                <a:latin typeface="Tw Cen MT" panose="020B0602020104020603"/>
                <a:cs typeface="Tw Cen MT" panose="020B0602020104020603"/>
              </a:rPr>
              <a:t>m</a:t>
            </a:r>
            <a:r>
              <a:rPr sz="2400" spc="-5" dirty="0">
                <a:latin typeface="Tw Cen MT" panose="020B0602020104020603"/>
                <a:cs typeface="Tw Cen MT" panose="020B0602020104020603"/>
              </a:rPr>
              <a:t>or</a:t>
            </a:r>
            <a:r>
              <a:rPr sz="2400" dirty="0">
                <a:latin typeface="Tw Cen MT" panose="020B0602020104020603"/>
                <a:cs typeface="Tw Cen MT" panose="020B0602020104020603"/>
              </a:rPr>
              <a:t>y</a:t>
            </a:r>
            <a:r>
              <a:rPr sz="2400" spc="-5" dirty="0">
                <a:latin typeface="Tw Cen MT" panose="020B0602020104020603"/>
                <a:cs typeface="Tw Cen MT" panose="020B0602020104020603"/>
              </a:rPr>
              <a:t> </a:t>
            </a:r>
            <a:r>
              <a:rPr sz="2400">
                <a:latin typeface="Tw Cen MT" panose="020B0602020104020603"/>
                <a:cs typeface="Tw Cen MT" panose="020B0602020104020603"/>
              </a:rPr>
              <a:t>m</a:t>
            </a:r>
            <a:r>
              <a:rPr sz="2400" spc="-10">
                <a:latin typeface="Tw Cen MT" panose="020B0602020104020603"/>
                <a:cs typeface="Tw Cen MT" panose="020B0602020104020603"/>
              </a:rPr>
              <a:t>a</a:t>
            </a:r>
            <a:r>
              <a:rPr sz="2400" spc="-5">
                <a:latin typeface="Tw Cen MT" panose="020B0602020104020603"/>
                <a:cs typeface="Tw Cen MT" panose="020B0602020104020603"/>
              </a:rPr>
              <a:t>n</a:t>
            </a:r>
            <a:r>
              <a:rPr sz="2400" spc="-10">
                <a:latin typeface="Tw Cen MT" panose="020B0602020104020603"/>
                <a:cs typeface="Tw Cen MT" panose="020B0602020104020603"/>
              </a:rPr>
              <a:t>a</a:t>
            </a:r>
            <a:r>
              <a:rPr sz="2400" spc="-70">
                <a:latin typeface="Tw Cen MT" panose="020B0602020104020603"/>
                <a:cs typeface="Tw Cen MT" panose="020B0602020104020603"/>
              </a:rPr>
              <a:t>g</a:t>
            </a:r>
            <a:r>
              <a:rPr sz="2400" spc="-5">
                <a:latin typeface="Tw Cen MT" panose="020B0602020104020603"/>
                <a:cs typeface="Tw Cen MT" panose="020B0602020104020603"/>
              </a:rPr>
              <a:t>e</a:t>
            </a:r>
            <a:r>
              <a:rPr sz="2400">
                <a:latin typeface="Tw Cen MT" panose="020B0602020104020603"/>
                <a:cs typeface="Tw Cen MT" panose="020B0602020104020603"/>
              </a:rPr>
              <a:t>m</a:t>
            </a:r>
            <a:r>
              <a:rPr sz="2400" spc="-5">
                <a:latin typeface="Tw Cen MT" panose="020B0602020104020603"/>
                <a:cs typeface="Tw Cen MT" panose="020B0602020104020603"/>
              </a:rPr>
              <a:t>ent</a:t>
            </a:r>
            <a:r>
              <a:rPr sz="2400">
                <a:latin typeface="Tw Cen MT" panose="020B0602020104020603"/>
                <a:cs typeface="Tw Cen MT" panose="020B0602020104020603"/>
              </a:rPr>
              <a:t>.</a:t>
            </a:r>
            <a:r>
              <a:rPr lang="en-US" sz="2400" spc="25" dirty="0">
                <a:latin typeface="Tw Cen MT" panose="020B0602020104020603"/>
                <a:cs typeface="Tw Cen MT" panose="020B0602020104020603"/>
              </a:rPr>
              <a:t> Basically a software installed on an operatingTh</a:t>
            </a:r>
            <a:r>
              <a:rPr lang="en-US" sz="2400" spc="-95" dirty="0">
                <a:latin typeface="Tw Cen MT" panose="020B0602020104020603"/>
                <a:cs typeface="Tw Cen MT" panose="020B0602020104020603"/>
              </a:rPr>
              <a:t>e</a:t>
            </a:r>
            <a:r>
              <a:rPr lang="en-US" sz="2400" dirty="0">
                <a:latin typeface="Tw Cen MT" panose="020B0602020104020603"/>
                <a:cs typeface="Tw Cen MT" panose="020B0602020104020603"/>
              </a:rPr>
              <a:t>y</a:t>
            </a:r>
            <a:r>
              <a:rPr lang="en-US" sz="2400" spc="55" dirty="0">
                <a:latin typeface="Tw Cen MT" panose="020B0602020104020603"/>
                <a:cs typeface="Tw Cen MT" panose="020B0602020104020603"/>
              </a:rPr>
              <a:t> </a:t>
            </a:r>
            <a:r>
              <a:rPr lang="en-US" sz="2400" spc="25" dirty="0">
                <a:latin typeface="Tw Cen MT" panose="020B0602020104020603"/>
                <a:cs typeface="Tw Cen MT" panose="020B0602020104020603"/>
              </a:rPr>
              <a:t>ar</a:t>
            </a:r>
            <a:r>
              <a:rPr lang="en-US" sz="2400" dirty="0">
                <a:latin typeface="Tw Cen MT" panose="020B0602020104020603"/>
                <a:cs typeface="Tw Cen MT" panose="020B0602020104020603"/>
              </a:rPr>
              <a:t>e</a:t>
            </a:r>
            <a:r>
              <a:rPr lang="en-US" sz="2400" spc="55" dirty="0">
                <a:latin typeface="Tw Cen MT" panose="020B0602020104020603"/>
                <a:cs typeface="Tw Cen MT" panose="020B0602020104020603"/>
              </a:rPr>
              <a:t> </a:t>
            </a:r>
            <a:r>
              <a:rPr lang="en-US" sz="2400" spc="25" dirty="0">
                <a:latin typeface="Tw Cen MT" panose="020B0602020104020603"/>
                <a:cs typeface="Tw Cen MT" panose="020B0602020104020603"/>
              </a:rPr>
              <a:t>ofte</a:t>
            </a:r>
            <a:r>
              <a:rPr lang="en-US" sz="2400" spc="-5" dirty="0">
                <a:latin typeface="Tw Cen MT" panose="020B0602020104020603"/>
                <a:cs typeface="Tw Cen MT" panose="020B0602020104020603"/>
              </a:rPr>
              <a:t>n</a:t>
            </a:r>
            <a:r>
              <a:rPr lang="en-US" sz="2400" spc="60" dirty="0">
                <a:latin typeface="Tw Cen MT" panose="020B0602020104020603"/>
                <a:cs typeface="Tw Cen MT" panose="020B0602020104020603"/>
              </a:rPr>
              <a:t> </a:t>
            </a:r>
            <a:r>
              <a:rPr lang="en-US" sz="2400" spc="25" dirty="0">
                <a:latin typeface="Tw Cen MT" panose="020B0602020104020603"/>
                <a:cs typeface="Tw Cen MT" panose="020B0602020104020603"/>
              </a:rPr>
              <a:t>referr</a:t>
            </a:r>
            <a:r>
              <a:rPr lang="en-US" sz="2400" spc="30" dirty="0">
                <a:latin typeface="Tw Cen MT" panose="020B0602020104020603"/>
                <a:cs typeface="Tw Cen MT" panose="020B0602020104020603"/>
              </a:rPr>
              <a:t>e</a:t>
            </a:r>
            <a:r>
              <a:rPr lang="en-US" sz="2400" spc="-5" dirty="0">
                <a:latin typeface="Tw Cen MT" panose="020B0602020104020603"/>
                <a:cs typeface="Tw Cen MT" panose="020B0602020104020603"/>
              </a:rPr>
              <a:t>d</a:t>
            </a:r>
            <a:r>
              <a:rPr lang="en-US" sz="2400" spc="65" dirty="0">
                <a:latin typeface="Tw Cen MT" panose="020B0602020104020603"/>
                <a:cs typeface="Tw Cen MT" panose="020B0602020104020603"/>
              </a:rPr>
              <a:t> </a:t>
            </a:r>
            <a:r>
              <a:rPr lang="en-US" sz="2400" spc="25" dirty="0">
                <a:latin typeface="Tw Cen MT" panose="020B0602020104020603"/>
                <a:cs typeface="Tw Cen MT" panose="020B0602020104020603"/>
              </a:rPr>
              <a:t>t</a:t>
            </a:r>
            <a:r>
              <a:rPr lang="en-US" sz="2400" dirty="0">
                <a:latin typeface="Tw Cen MT" panose="020B0602020104020603"/>
                <a:cs typeface="Tw Cen MT" panose="020B0602020104020603"/>
              </a:rPr>
              <a:t>o</a:t>
            </a:r>
            <a:r>
              <a:rPr lang="en-US" sz="2400" spc="65" dirty="0">
                <a:latin typeface="Tw Cen MT" panose="020B0602020104020603"/>
                <a:cs typeface="Tw Cen MT" panose="020B0602020104020603"/>
              </a:rPr>
              <a:t> </a:t>
            </a:r>
            <a:r>
              <a:rPr lang="en-US" sz="2400" spc="30" dirty="0">
                <a:latin typeface="Tw Cen MT" panose="020B0602020104020603"/>
                <a:cs typeface="Tw Cen MT" panose="020B0602020104020603"/>
              </a:rPr>
              <a:t>a</a:t>
            </a:r>
            <a:r>
              <a:rPr lang="en-US" sz="2400" dirty="0">
                <a:latin typeface="Tw Cen MT" panose="020B0602020104020603"/>
                <a:cs typeface="Tw Cen MT" panose="020B0602020104020603"/>
              </a:rPr>
              <a:t>s</a:t>
            </a:r>
            <a:r>
              <a:rPr lang="en-US" sz="2400" spc="65" dirty="0">
                <a:latin typeface="Tw Cen MT" panose="020B0602020104020603"/>
                <a:cs typeface="Tw Cen MT" panose="020B0602020104020603"/>
              </a:rPr>
              <a:t> </a:t>
            </a:r>
            <a:r>
              <a:rPr lang="en-US" sz="2400" dirty="0">
                <a:latin typeface="Tw Cen MT" panose="020B0602020104020603"/>
                <a:cs typeface="Tw Cen MT" panose="020B0602020104020603"/>
              </a:rPr>
              <a:t>a</a:t>
            </a:r>
            <a:r>
              <a:rPr lang="en-US" sz="2400" spc="65" dirty="0">
                <a:latin typeface="Tw Cen MT" panose="020B0602020104020603"/>
                <a:cs typeface="Tw Cen MT" panose="020B0602020104020603"/>
              </a:rPr>
              <a:t> </a:t>
            </a:r>
            <a:r>
              <a:rPr lang="en-US" sz="2400" spc="25" dirty="0">
                <a:latin typeface="Tw Cen MT" panose="020B0602020104020603"/>
                <a:cs typeface="Tw Cen MT" panose="020B0602020104020603"/>
              </a:rPr>
              <a:t>“</a:t>
            </a:r>
            <a:r>
              <a:rPr lang="en-US" sz="2400" spc="25" dirty="0">
                <a:solidFill>
                  <a:srgbClr val="0070C0"/>
                </a:solidFill>
                <a:latin typeface="Tw Cen MT" panose="020B0602020104020603"/>
                <a:cs typeface="Tw Cen MT" panose="020B0602020104020603"/>
              </a:rPr>
              <a:t>Hosted Architecture" </a:t>
            </a:r>
            <a:r>
              <a:rPr lang="en-US" sz="2400" spc="95" dirty="0">
                <a:solidFill>
                  <a:srgbClr val="0070C0"/>
                </a:solidFill>
                <a:latin typeface="Tw Cen MT" panose="020B0602020104020603"/>
                <a:cs typeface="Tw Cen MT" panose="020B0602020104020603"/>
              </a:rPr>
              <a:t>h</a:t>
            </a:r>
            <a:r>
              <a:rPr lang="en-US" sz="2400" spc="155" dirty="0">
                <a:solidFill>
                  <a:srgbClr val="0070C0"/>
                </a:solidFill>
                <a:latin typeface="Tw Cen MT" panose="020B0602020104020603"/>
                <a:cs typeface="Tw Cen MT" panose="020B0602020104020603"/>
              </a:rPr>
              <a:t>y</a:t>
            </a:r>
            <a:r>
              <a:rPr lang="en-US" sz="2400" spc="150" dirty="0">
                <a:solidFill>
                  <a:srgbClr val="0070C0"/>
                </a:solidFill>
                <a:latin typeface="Tw Cen MT" panose="020B0602020104020603"/>
                <a:cs typeface="Tw Cen MT" panose="020B0602020104020603"/>
              </a:rPr>
              <a:t>p</a:t>
            </a:r>
            <a:r>
              <a:rPr lang="en-US" sz="2400" spc="155" dirty="0">
                <a:solidFill>
                  <a:srgbClr val="0070C0"/>
                </a:solidFill>
                <a:latin typeface="Tw Cen MT" panose="020B0602020104020603"/>
                <a:cs typeface="Tw Cen MT" panose="020B0602020104020603"/>
              </a:rPr>
              <a:t>e</a:t>
            </a:r>
            <a:r>
              <a:rPr lang="en-US" sz="2400" spc="270" dirty="0">
                <a:solidFill>
                  <a:srgbClr val="0070C0"/>
                </a:solidFill>
                <a:latin typeface="Tw Cen MT" panose="020B0602020104020603"/>
                <a:cs typeface="Tw Cen MT" panose="020B0602020104020603"/>
              </a:rPr>
              <a:t>r</a:t>
            </a:r>
            <a:r>
              <a:rPr lang="en-US" sz="2400" spc="150" dirty="0">
                <a:solidFill>
                  <a:srgbClr val="0070C0"/>
                </a:solidFill>
                <a:latin typeface="Tw Cen MT" panose="020B0602020104020603"/>
                <a:cs typeface="Tw Cen MT" panose="020B0602020104020603"/>
              </a:rPr>
              <a:t>v</a:t>
            </a:r>
            <a:r>
              <a:rPr lang="en-US" sz="2400" spc="155" dirty="0">
                <a:solidFill>
                  <a:srgbClr val="0070C0"/>
                </a:solidFill>
                <a:latin typeface="Tw Cen MT" panose="020B0602020104020603"/>
                <a:cs typeface="Tw Cen MT" panose="020B0602020104020603"/>
              </a:rPr>
              <a:t>isor</a:t>
            </a:r>
            <a:r>
              <a:rPr lang="en-US" sz="2400" dirty="0">
                <a:solidFill>
                  <a:srgbClr val="0070C0"/>
                </a:solidFill>
                <a:latin typeface="Tw Cen MT" panose="020B0602020104020603"/>
                <a:cs typeface="Tw Cen MT" panose="020B0602020104020603"/>
              </a:rPr>
              <a:t>s</a:t>
            </a:r>
            <a:r>
              <a:rPr lang="en-US" sz="2400" spc="315" dirty="0">
                <a:solidFill>
                  <a:srgbClr val="0070C0"/>
                </a:solidFill>
                <a:latin typeface="Tw Cen MT" panose="020B0602020104020603"/>
                <a:cs typeface="Tw Cen MT" panose="020B0602020104020603"/>
              </a:rPr>
              <a:t> </a:t>
            </a:r>
            <a:r>
              <a:rPr lang="en-US" sz="2400" spc="155" dirty="0">
                <a:latin typeface="Tw Cen MT" panose="020B0602020104020603"/>
                <a:cs typeface="Tw Cen MT" panose="020B0602020104020603"/>
              </a:rPr>
              <a:t>i</a:t>
            </a:r>
            <a:r>
              <a:rPr lang="en-US" sz="2400" spc="-5" dirty="0">
                <a:latin typeface="Tw Cen MT" panose="020B0602020104020603"/>
                <a:cs typeface="Tw Cen MT" panose="020B0602020104020603"/>
              </a:rPr>
              <a:t>n </a:t>
            </a:r>
            <a:r>
              <a:rPr lang="en-US" sz="2400" spc="-65" dirty="0">
                <a:latin typeface="Tw Cen MT" panose="020B0602020104020603"/>
                <a:cs typeface="Tw Cen MT" panose="020B0602020104020603"/>
              </a:rPr>
              <a:t>v</a:t>
            </a:r>
            <a:r>
              <a:rPr lang="en-US" sz="2400" spc="-5" dirty="0">
                <a:latin typeface="Tw Cen MT" panose="020B0602020104020603"/>
                <a:cs typeface="Tw Cen MT" panose="020B0602020104020603"/>
              </a:rPr>
              <a:t>en</a:t>
            </a:r>
            <a:r>
              <a:rPr lang="en-US" sz="2400" spc="-10" dirty="0">
                <a:latin typeface="Tw Cen MT" panose="020B0602020104020603"/>
                <a:cs typeface="Tw Cen MT" panose="020B0602020104020603"/>
              </a:rPr>
              <a:t>d</a:t>
            </a:r>
            <a:r>
              <a:rPr lang="en-US" sz="2400" spc="-5" dirty="0">
                <a:latin typeface="Tw Cen MT" panose="020B0602020104020603"/>
                <a:cs typeface="Tw Cen MT" panose="020B0602020104020603"/>
              </a:rPr>
              <a:t>o</a:t>
            </a:r>
            <a:r>
              <a:rPr lang="en-US" sz="2400" dirty="0">
                <a:latin typeface="Tw Cen MT" panose="020B0602020104020603"/>
                <a:cs typeface="Tw Cen MT" panose="020B0602020104020603"/>
              </a:rPr>
              <a:t>r</a:t>
            </a:r>
            <a:r>
              <a:rPr lang="en-US" sz="2400" spc="-5" dirty="0">
                <a:latin typeface="Tw Cen MT" panose="020B0602020104020603"/>
                <a:cs typeface="Tw Cen MT" panose="020B0602020104020603"/>
              </a:rPr>
              <a:t> lite</a:t>
            </a:r>
            <a:r>
              <a:rPr lang="en-US" sz="2400" spc="-35" dirty="0">
                <a:latin typeface="Tw Cen MT" panose="020B0602020104020603"/>
                <a:cs typeface="Tw Cen MT" panose="020B0602020104020603"/>
              </a:rPr>
              <a:t>r</a:t>
            </a:r>
            <a:r>
              <a:rPr lang="en-US" sz="2400" spc="-10" dirty="0">
                <a:latin typeface="Tw Cen MT" panose="020B0602020104020603"/>
                <a:cs typeface="Tw Cen MT" panose="020B0602020104020603"/>
              </a:rPr>
              <a:t>a</a:t>
            </a:r>
            <a:r>
              <a:rPr lang="en-US" sz="2400" spc="-5" dirty="0">
                <a:latin typeface="Tw Cen MT" panose="020B0602020104020603"/>
                <a:cs typeface="Tw Cen MT" panose="020B0602020104020603"/>
              </a:rPr>
              <a:t>tur</a:t>
            </a:r>
            <a:r>
              <a:rPr lang="en-US" sz="2400" spc="-35" dirty="0">
                <a:latin typeface="Tw Cen MT" panose="020B0602020104020603"/>
                <a:cs typeface="Tw Cen MT" panose="020B0602020104020603"/>
              </a:rPr>
              <a:t>e</a:t>
            </a:r>
            <a:r>
              <a:rPr lang="en-US" sz="2400" dirty="0">
                <a:latin typeface="Tw Cen MT" panose="020B0602020104020603"/>
                <a:cs typeface="Tw Cen MT" panose="020B0602020104020603"/>
              </a:rPr>
              <a:t>.</a:t>
            </a:r>
            <a:endParaRPr sz="2400">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367244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2056130">
              <a:lnSpc>
                <a:spcPct val="100000"/>
              </a:lnSpc>
            </a:pPr>
            <a:r>
              <a:rPr spc="-220" dirty="0"/>
              <a:t>T</a:t>
            </a:r>
            <a:r>
              <a:rPr spc="-5" dirty="0"/>
              <a:t>yp</a:t>
            </a:r>
            <a:r>
              <a:rPr dirty="0"/>
              <a:t>e</a:t>
            </a:r>
            <a:r>
              <a:rPr spc="-5" dirty="0"/>
              <a:t>-1</a:t>
            </a:r>
            <a:r>
              <a:rPr spc="45" dirty="0"/>
              <a:t> </a:t>
            </a:r>
            <a:r>
              <a:rPr spc="-5" dirty="0"/>
              <a:t>Hyp</a:t>
            </a:r>
            <a:r>
              <a:rPr dirty="0"/>
              <a:t>e</a:t>
            </a:r>
            <a:r>
              <a:rPr spc="75" dirty="0"/>
              <a:t>r</a:t>
            </a:r>
            <a:r>
              <a:rPr spc="-5" dirty="0"/>
              <a:t>visor</a:t>
            </a:r>
          </a:p>
        </p:txBody>
      </p:sp>
      <p:sp>
        <p:nvSpPr>
          <p:cNvPr id="4" name="object 4"/>
          <p:cNvSpPr txBox="1"/>
          <p:nvPr/>
        </p:nvSpPr>
        <p:spPr>
          <a:xfrm>
            <a:off x="1731646" y="1289496"/>
            <a:ext cx="118745" cy="184666"/>
          </a:xfrm>
          <a:prstGeom prst="rect">
            <a:avLst/>
          </a:prstGeom>
        </p:spPr>
        <p:txBody>
          <a:bodyPr vert="horz" wrap="square" lIns="0" tIns="0" rIns="0" bIns="0" rtlCol="0">
            <a:spAutoFit/>
          </a:bodyPr>
          <a:lstStyle/>
          <a:p>
            <a:pPr marL="12700"/>
            <a:r>
              <a:rPr sz="1200" b="1" dirty="0">
                <a:solidFill>
                  <a:srgbClr val="FFFFFF"/>
                </a:solidFill>
                <a:latin typeface="Comic Sans MS" panose="030F0702030302020204"/>
                <a:cs typeface="Comic Sans MS" panose="030F0702030302020204"/>
              </a:rPr>
              <a:t>7</a:t>
            </a:r>
            <a:endParaRPr sz="1200">
              <a:latin typeface="Comic Sans MS" panose="030F0702030302020204"/>
              <a:cs typeface="Comic Sans MS" panose="030F0702030302020204"/>
            </a:endParaRPr>
          </a:p>
        </p:txBody>
      </p:sp>
      <p:sp>
        <p:nvSpPr>
          <p:cNvPr id="5" name="object 5"/>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pic>
        <p:nvPicPr>
          <p:cNvPr id="1026" name="Picture 2" descr="C:\Users\Admin\Desktop\2161.Hypervisor Design_4.jpg"/>
          <p:cNvPicPr>
            <a:picLocks noChangeAspect="1" noChangeArrowheads="1"/>
          </p:cNvPicPr>
          <p:nvPr/>
        </p:nvPicPr>
        <p:blipFill>
          <a:blip r:embed="rId2"/>
          <a:srcRect/>
          <a:stretch>
            <a:fillRect/>
          </a:stretch>
        </p:blipFill>
        <p:spPr bwMode="auto">
          <a:xfrm>
            <a:off x="1524000" y="0"/>
            <a:ext cx="9144000" cy="6858000"/>
          </a:xfrm>
          <a:prstGeom prst="rect">
            <a:avLst/>
          </a:prstGeom>
          <a:noFill/>
        </p:spPr>
      </p:pic>
    </p:spTree>
    <p:extLst>
      <p:ext uri="{BB962C8B-B14F-4D97-AF65-F5344CB8AC3E}">
        <p14:creationId xmlns:p14="http://schemas.microsoft.com/office/powerpoint/2010/main" val="1528927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016888" y="436297"/>
            <a:ext cx="8158225" cy="676910"/>
          </a:xfrm>
        </p:spPr>
        <p:txBody>
          <a:bodyPr>
            <a:normAutofit fontScale="90000"/>
          </a:bodyPr>
          <a:lstStyle/>
          <a:p>
            <a:r>
              <a:rPr lang="en-US"/>
              <a:t>Hypervisors</a:t>
            </a:r>
          </a:p>
        </p:txBody>
      </p:sp>
      <p:pic>
        <p:nvPicPr>
          <p:cNvPr id="59" name="image81.png"/>
          <p:cNvPicPr>
            <a:picLocks noGrp="1" noChangeAspect="1"/>
          </p:cNvPicPr>
          <p:nvPr>
            <p:ph sz="half" idx="2"/>
          </p:nvPr>
        </p:nvPicPr>
        <p:blipFill>
          <a:blip r:embed="rId2" cstate="print"/>
          <a:stretch>
            <a:fillRect/>
          </a:stretch>
        </p:blipFill>
        <p:spPr>
          <a:xfrm>
            <a:off x="1981201" y="1758315"/>
            <a:ext cx="8104505" cy="4291330"/>
          </a:xfrm>
          <a:prstGeom prst="rect">
            <a:avLst/>
          </a:prstGeom>
        </p:spPr>
      </p:pic>
    </p:spTree>
    <p:extLst>
      <p:ext uri="{BB962C8B-B14F-4D97-AF65-F5344CB8AC3E}">
        <p14:creationId xmlns:p14="http://schemas.microsoft.com/office/powerpoint/2010/main" val="3231257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16888" y="436297"/>
            <a:ext cx="8158225" cy="676910"/>
          </a:xfrm>
        </p:spPr>
        <p:txBody>
          <a:bodyPr>
            <a:normAutofit fontScale="90000"/>
          </a:bodyPr>
          <a:lstStyle/>
          <a:p>
            <a:r>
              <a:rPr lang="en-US" u="none"/>
              <a:t>Type 1 and Type 2</a:t>
            </a:r>
          </a:p>
        </p:txBody>
      </p:sp>
      <p:pic>
        <p:nvPicPr>
          <p:cNvPr id="4" name="Content Placeholder 3"/>
          <p:cNvPicPr>
            <a:picLocks noGrp="1" noChangeAspect="1"/>
          </p:cNvPicPr>
          <p:nvPr>
            <p:ph sz="half" idx="2"/>
          </p:nvPr>
        </p:nvPicPr>
        <p:blipFill>
          <a:blip r:embed="rId2"/>
          <a:stretch>
            <a:fillRect/>
          </a:stretch>
        </p:blipFill>
        <p:spPr>
          <a:xfrm>
            <a:off x="2286001" y="2057401"/>
            <a:ext cx="7726045" cy="4453255"/>
          </a:xfrm>
          <a:prstGeom prst="rect">
            <a:avLst/>
          </a:prstGeom>
        </p:spPr>
      </p:pic>
    </p:spTree>
    <p:extLst>
      <p:ext uri="{BB962C8B-B14F-4D97-AF65-F5344CB8AC3E}">
        <p14:creationId xmlns:p14="http://schemas.microsoft.com/office/powerpoint/2010/main" val="3393699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1" y="436297"/>
            <a:ext cx="9143999" cy="553998"/>
          </a:xfrm>
          <a:prstGeom prst="rect">
            <a:avLst/>
          </a:prstGeom>
        </p:spPr>
        <p:txBody>
          <a:bodyPr vert="horz" wrap="square" lIns="0" tIns="0" rIns="0" bIns="0" rtlCol="0" anchor="ctr">
            <a:spAutoFit/>
          </a:bodyPr>
          <a:lstStyle/>
          <a:p>
            <a:pPr marL="667385">
              <a:lnSpc>
                <a:spcPct val="100000"/>
              </a:lnSpc>
            </a:pPr>
            <a:r>
              <a:rPr sz="3600" dirty="0"/>
              <a:t>Fe</a:t>
            </a:r>
            <a:r>
              <a:rPr sz="3600" spc="75" dirty="0"/>
              <a:t>a</a:t>
            </a:r>
            <a:r>
              <a:rPr sz="3600" spc="-5" dirty="0"/>
              <a:t>tu</a:t>
            </a:r>
            <a:r>
              <a:rPr sz="3600" spc="75" dirty="0"/>
              <a:t>r</a:t>
            </a:r>
            <a:r>
              <a:rPr sz="3600" dirty="0"/>
              <a:t>e</a:t>
            </a:r>
            <a:r>
              <a:rPr sz="3600" spc="-5" dirty="0"/>
              <a:t>s</a:t>
            </a:r>
            <a:r>
              <a:rPr sz="3600" spc="70" dirty="0">
                <a:latin typeface="Times New Roman" panose="02020603050405020304"/>
                <a:cs typeface="Times New Roman" panose="02020603050405020304"/>
              </a:rPr>
              <a:t> </a:t>
            </a:r>
            <a:r>
              <a:rPr sz="3600" spc="-5"/>
              <a:t>of</a:t>
            </a:r>
            <a:r>
              <a:rPr sz="3600" spc="370">
                <a:latin typeface="Times New Roman" panose="02020603050405020304"/>
                <a:cs typeface="Times New Roman" panose="02020603050405020304"/>
              </a:rPr>
              <a:t> </a:t>
            </a:r>
            <a:r>
              <a:rPr sz="3600" spc="-220"/>
              <a:t>T</a:t>
            </a:r>
            <a:r>
              <a:rPr sz="3600" spc="-5"/>
              <a:t>yp</a:t>
            </a:r>
            <a:r>
              <a:rPr sz="3600"/>
              <a:t>e</a:t>
            </a:r>
            <a:r>
              <a:rPr sz="3600" spc="-5"/>
              <a:t>-</a:t>
            </a:r>
            <a:r>
              <a:rPr lang="en-US" sz="3600" spc="-5" dirty="0"/>
              <a:t>1 and 2</a:t>
            </a:r>
            <a:r>
              <a:rPr sz="3600" spc="65">
                <a:latin typeface="Times New Roman" panose="02020603050405020304"/>
                <a:cs typeface="Times New Roman" panose="02020603050405020304"/>
              </a:rPr>
              <a:t> </a:t>
            </a:r>
            <a:r>
              <a:rPr sz="3600" spc="-5" dirty="0"/>
              <a:t>Hyp</a:t>
            </a:r>
            <a:r>
              <a:rPr sz="3600" dirty="0"/>
              <a:t>e</a:t>
            </a:r>
            <a:r>
              <a:rPr sz="3600" spc="75" dirty="0"/>
              <a:t>r</a:t>
            </a:r>
            <a:r>
              <a:rPr sz="3600" spc="-5" dirty="0"/>
              <a:t>visor</a:t>
            </a:r>
          </a:p>
        </p:txBody>
      </p:sp>
      <p:sp>
        <p:nvSpPr>
          <p:cNvPr id="3" name="object 3"/>
          <p:cNvSpPr txBox="1"/>
          <p:nvPr/>
        </p:nvSpPr>
        <p:spPr>
          <a:xfrm>
            <a:off x="1731645" y="1289496"/>
            <a:ext cx="8230234" cy="6388928"/>
          </a:xfrm>
          <a:prstGeom prst="rect">
            <a:avLst/>
          </a:prstGeom>
        </p:spPr>
        <p:txBody>
          <a:bodyPr vert="horz" wrap="square" lIns="0" tIns="0" rIns="0" bIns="0" rtlCol="0">
            <a:spAutoFit/>
          </a:bodyPr>
          <a:lstStyle/>
          <a:p>
            <a:pPr marL="12700"/>
            <a:r>
              <a:rPr sz="1200" b="1" dirty="0">
                <a:solidFill>
                  <a:srgbClr val="FFFFFF"/>
                </a:solidFill>
                <a:latin typeface="Comic Sans MS" panose="030F0702030302020204"/>
                <a:cs typeface="Comic Sans MS" panose="030F0702030302020204"/>
              </a:rPr>
              <a:t>9</a:t>
            </a:r>
            <a:endParaRPr sz="1200">
              <a:latin typeface="Comic Sans MS" panose="030F0702030302020204"/>
              <a:cs typeface="Comic Sans MS" panose="030F0702030302020204"/>
            </a:endParaRPr>
          </a:p>
          <a:p>
            <a:endParaRPr sz="1100">
              <a:latin typeface="Times New Roman" panose="02020603050405020304"/>
              <a:cs typeface="Times New Roman" panose="02020603050405020304"/>
            </a:endParaRPr>
          </a:p>
          <a:p>
            <a:pPr marL="815340" indent="-319405">
              <a:buClr>
                <a:srgbClr val="DD8046"/>
              </a:buClr>
              <a:buSzPct val="60000"/>
              <a:tabLst>
                <a:tab pos="815975" algn="l"/>
              </a:tabLst>
            </a:pPr>
            <a:r>
              <a:rPr lang="en-US" sz="2400" u="sng" spc="-5" dirty="0">
                <a:latin typeface="Tw Cen MT" panose="020B0602020104020603"/>
                <a:cs typeface="Tw Cen MT" panose="020B0602020104020603"/>
              </a:rPr>
              <a:t>Type-1 Hypervisor:</a:t>
            </a:r>
          </a:p>
          <a:p>
            <a:pPr marL="815340" indent="-319405">
              <a:buClr>
                <a:srgbClr val="DD8046"/>
              </a:buClr>
              <a:buSzPct val="60000"/>
              <a:buFont typeface="Wingdings" panose="05000000000000000000"/>
              <a:buChar char=""/>
              <a:tabLst>
                <a:tab pos="815975" algn="l"/>
              </a:tabLst>
            </a:pPr>
            <a:r>
              <a:rPr sz="2000" spc="-5">
                <a:latin typeface="Tw Cen MT" panose="020B0602020104020603"/>
                <a:cs typeface="Tw Cen MT" panose="020B0602020104020603"/>
              </a:rPr>
              <a:t>p</a:t>
            </a:r>
            <a:r>
              <a:rPr sz="2000" spc="-65">
                <a:latin typeface="Tw Cen MT" panose="020B0602020104020603"/>
                <a:cs typeface="Tw Cen MT" panose="020B0602020104020603"/>
              </a:rPr>
              <a:t>r</a:t>
            </a:r>
            <a:r>
              <a:rPr sz="2000" spc="-5">
                <a:latin typeface="Tw Cen MT" panose="020B0602020104020603"/>
                <a:cs typeface="Tw Cen MT" panose="020B0602020104020603"/>
              </a:rPr>
              <a:t>ovi</a:t>
            </a:r>
            <a:r>
              <a:rPr sz="2000" spc="-10">
                <a:latin typeface="Tw Cen MT" panose="020B0602020104020603"/>
                <a:cs typeface="Tw Cen MT" panose="020B0602020104020603"/>
              </a:rPr>
              <a:t>d</a:t>
            </a:r>
            <a:r>
              <a:rPr sz="2000" spc="-5">
                <a:latin typeface="Tw Cen MT" panose="020B0602020104020603"/>
                <a:cs typeface="Tw Cen MT" panose="020B0602020104020603"/>
              </a:rPr>
              <a:t>e</a:t>
            </a:r>
            <a:r>
              <a:rPr sz="2000">
                <a:latin typeface="Tw Cen MT" panose="020B0602020104020603"/>
                <a:cs typeface="Tw Cen MT" panose="020B0602020104020603"/>
              </a:rPr>
              <a:t>s</a:t>
            </a:r>
            <a:r>
              <a:rPr sz="2000" spc="-5">
                <a:latin typeface="Tw Cen MT" panose="020B0602020104020603"/>
                <a:cs typeface="Tw Cen MT" panose="020B0602020104020603"/>
              </a:rPr>
              <a:t> </a:t>
            </a:r>
            <a:r>
              <a:rPr sz="2000" spc="-5" dirty="0">
                <a:latin typeface="Tw Cen MT" panose="020B0602020104020603"/>
                <a:cs typeface="Tw Cen MT" panose="020B0602020104020603"/>
              </a:rPr>
              <a:t>bette</a:t>
            </a:r>
            <a:r>
              <a:rPr sz="2000" dirty="0">
                <a:latin typeface="Tw Cen MT" panose="020B0602020104020603"/>
                <a:cs typeface="Tw Cen MT" panose="020B0602020104020603"/>
              </a:rPr>
              <a:t>r</a:t>
            </a:r>
            <a:r>
              <a:rPr sz="2000" spc="-5" dirty="0">
                <a:latin typeface="Tw Cen MT" panose="020B0602020104020603"/>
                <a:cs typeface="Tw Cen MT" panose="020B0602020104020603"/>
              </a:rPr>
              <a:t> per</a:t>
            </a:r>
            <a:r>
              <a:rPr sz="2000" spc="-65" dirty="0">
                <a:latin typeface="Tw Cen MT" panose="020B0602020104020603"/>
                <a:cs typeface="Tw Cen MT" panose="020B0602020104020603"/>
              </a:rPr>
              <a:t>f</a:t>
            </a:r>
            <a:r>
              <a:rPr sz="2000" spc="-5" dirty="0">
                <a:latin typeface="Tw Cen MT" panose="020B0602020104020603"/>
                <a:cs typeface="Tw Cen MT" panose="020B0602020104020603"/>
              </a:rPr>
              <a:t>o</a:t>
            </a:r>
            <a:r>
              <a:rPr sz="2000" spc="50" dirty="0">
                <a:latin typeface="Tw Cen MT" panose="020B0602020104020603"/>
                <a:cs typeface="Tw Cen MT" panose="020B0602020104020603"/>
              </a:rPr>
              <a:t>r</a:t>
            </a:r>
            <a:r>
              <a:rPr sz="2000" dirty="0">
                <a:latin typeface="Tw Cen MT" panose="020B0602020104020603"/>
                <a:cs typeface="Tw Cen MT" panose="020B0602020104020603"/>
              </a:rPr>
              <a:t>m</a:t>
            </a:r>
            <a:r>
              <a:rPr sz="2000" spc="-10" dirty="0">
                <a:latin typeface="Tw Cen MT" panose="020B0602020104020603"/>
                <a:cs typeface="Tw Cen MT" panose="020B0602020104020603"/>
              </a:rPr>
              <a:t>a</a:t>
            </a:r>
            <a:r>
              <a:rPr sz="2000" spc="-5" dirty="0">
                <a:latin typeface="Tw Cen MT" panose="020B0602020104020603"/>
                <a:cs typeface="Tw Cen MT" panose="020B0602020104020603"/>
              </a:rPr>
              <a:t>n</a:t>
            </a:r>
            <a:r>
              <a:rPr sz="2000" spc="-10" dirty="0">
                <a:latin typeface="Tw Cen MT" panose="020B0602020104020603"/>
                <a:cs typeface="Tw Cen MT" panose="020B0602020104020603"/>
              </a:rPr>
              <a:t>c</a:t>
            </a:r>
            <a:r>
              <a:rPr sz="2000" dirty="0">
                <a:latin typeface="Tw Cen MT" panose="020B0602020104020603"/>
                <a:cs typeface="Tw Cen MT" panose="020B0602020104020603"/>
              </a:rPr>
              <a:t>e</a:t>
            </a:r>
            <a:endParaRPr sz="2000">
              <a:latin typeface="Tw Cen MT" panose="020B0602020104020603"/>
              <a:cs typeface="Tw Cen MT" panose="020B0602020104020603"/>
            </a:endParaRPr>
          </a:p>
          <a:p>
            <a:pPr marL="815340" indent="-319405">
              <a:spcBef>
                <a:spcPts val="700"/>
              </a:spcBef>
              <a:buClr>
                <a:srgbClr val="DD8046"/>
              </a:buClr>
              <a:buSzPct val="59000"/>
              <a:buFont typeface="Wingdings" panose="05000000000000000000"/>
              <a:buChar char=""/>
              <a:tabLst>
                <a:tab pos="815975" algn="l"/>
              </a:tabLst>
            </a:pPr>
            <a:r>
              <a:rPr sz="2000" spc="-5" dirty="0">
                <a:latin typeface="Tw Cen MT" panose="020B0602020104020603"/>
                <a:cs typeface="Tw Cen MT" panose="020B0602020104020603"/>
              </a:rPr>
              <a:t>p</a:t>
            </a:r>
            <a:r>
              <a:rPr sz="2000" spc="-65" dirty="0">
                <a:latin typeface="Tw Cen MT" panose="020B0602020104020603"/>
                <a:cs typeface="Tw Cen MT" panose="020B0602020104020603"/>
              </a:rPr>
              <a:t>r</a:t>
            </a:r>
            <a:r>
              <a:rPr sz="2000" spc="-5" dirty="0">
                <a:latin typeface="Tw Cen MT" panose="020B0602020104020603"/>
                <a:cs typeface="Tw Cen MT" panose="020B0602020104020603"/>
              </a:rPr>
              <a:t>ovi</a:t>
            </a:r>
            <a:r>
              <a:rPr sz="2000" spc="-10" dirty="0">
                <a:latin typeface="Tw Cen MT" panose="020B0602020104020603"/>
                <a:cs typeface="Tw Cen MT" panose="020B0602020104020603"/>
              </a:rPr>
              <a:t>d</a:t>
            </a:r>
            <a:r>
              <a:rPr sz="2000" spc="-5" dirty="0">
                <a:latin typeface="Tw Cen MT" panose="020B0602020104020603"/>
                <a:cs typeface="Tw Cen MT" panose="020B0602020104020603"/>
              </a:rPr>
              <a:t>e</a:t>
            </a:r>
            <a:r>
              <a:rPr sz="2000" dirty="0">
                <a:latin typeface="Tw Cen MT" panose="020B0602020104020603"/>
                <a:cs typeface="Tw Cen MT" panose="020B0602020104020603"/>
              </a:rPr>
              <a:t>s</a:t>
            </a:r>
            <a:r>
              <a:rPr sz="2000" spc="-5" dirty="0">
                <a:latin typeface="Tw Cen MT" panose="020B0602020104020603"/>
                <a:cs typeface="Tw Cen MT" panose="020B0602020104020603"/>
              </a:rPr>
              <a:t> gre</a:t>
            </a:r>
            <a:r>
              <a:rPr sz="2000" spc="-10" dirty="0">
                <a:latin typeface="Tw Cen MT" panose="020B0602020104020603"/>
                <a:cs typeface="Tw Cen MT" panose="020B0602020104020603"/>
              </a:rPr>
              <a:t>a</a:t>
            </a:r>
            <a:r>
              <a:rPr sz="2000" spc="-5" dirty="0">
                <a:latin typeface="Tw Cen MT" panose="020B0602020104020603"/>
                <a:cs typeface="Tw Cen MT" panose="020B0602020104020603"/>
              </a:rPr>
              <a:t>te</a:t>
            </a:r>
            <a:r>
              <a:rPr sz="2000" dirty="0">
                <a:latin typeface="Tw Cen MT" panose="020B0602020104020603"/>
                <a:cs typeface="Tw Cen MT" panose="020B0602020104020603"/>
              </a:rPr>
              <a:t>r</a:t>
            </a:r>
            <a:r>
              <a:rPr sz="2000" spc="-5" dirty="0">
                <a:latin typeface="Tw Cen MT" panose="020B0602020104020603"/>
                <a:cs typeface="Tw Cen MT" panose="020B0602020104020603"/>
              </a:rPr>
              <a:t> fl</a:t>
            </a:r>
            <a:r>
              <a:rPr sz="2000" spc="-95" dirty="0">
                <a:latin typeface="Tw Cen MT" panose="020B0602020104020603"/>
                <a:cs typeface="Tw Cen MT" panose="020B0602020104020603"/>
              </a:rPr>
              <a:t>e</a:t>
            </a:r>
            <a:r>
              <a:rPr sz="2000" spc="-5" dirty="0">
                <a:latin typeface="Tw Cen MT" panose="020B0602020104020603"/>
                <a:cs typeface="Tw Cen MT" panose="020B0602020104020603"/>
              </a:rPr>
              <a:t>xi</a:t>
            </a:r>
            <a:r>
              <a:rPr sz="2000" spc="-10" dirty="0">
                <a:latin typeface="Tw Cen MT" panose="020B0602020104020603"/>
                <a:cs typeface="Tw Cen MT" panose="020B0602020104020603"/>
              </a:rPr>
              <a:t>b</a:t>
            </a:r>
            <a:r>
              <a:rPr sz="2000" spc="-5" dirty="0">
                <a:latin typeface="Tw Cen MT" panose="020B0602020104020603"/>
                <a:cs typeface="Tw Cen MT" panose="020B0602020104020603"/>
              </a:rPr>
              <a:t>ilit</a:t>
            </a:r>
            <a:r>
              <a:rPr sz="2000" dirty="0">
                <a:latin typeface="Tw Cen MT" panose="020B0602020104020603"/>
                <a:cs typeface="Tw Cen MT" panose="020B0602020104020603"/>
              </a:rPr>
              <a:t>y</a:t>
            </a:r>
            <a:endParaRPr sz="2000">
              <a:latin typeface="Tw Cen MT" panose="020B0602020104020603"/>
              <a:cs typeface="Tw Cen MT" panose="020B0602020104020603"/>
            </a:endParaRPr>
          </a:p>
          <a:p>
            <a:pPr marL="815340" marR="43815" indent="-319405">
              <a:spcBef>
                <a:spcPts val="700"/>
              </a:spcBef>
              <a:buClr>
                <a:srgbClr val="DD8046"/>
              </a:buClr>
              <a:buSzPct val="60000"/>
              <a:buFont typeface="Wingdings" panose="05000000000000000000"/>
              <a:buChar char=""/>
              <a:tabLst>
                <a:tab pos="815975" algn="l"/>
              </a:tabLst>
            </a:pPr>
            <a:r>
              <a:rPr sz="2000" spc="-5" dirty="0">
                <a:latin typeface="Tw Cen MT" panose="020B0602020104020603"/>
                <a:cs typeface="Tw Cen MT" panose="020B0602020104020603"/>
              </a:rPr>
              <a:t>Se</a:t>
            </a:r>
            <a:r>
              <a:rPr sz="2000" spc="110" dirty="0">
                <a:latin typeface="Tw Cen MT" panose="020B0602020104020603"/>
                <a:cs typeface="Tw Cen MT" panose="020B0602020104020603"/>
              </a:rPr>
              <a:t>r</a:t>
            </a:r>
            <a:r>
              <a:rPr sz="2000" spc="-65" dirty="0">
                <a:latin typeface="Tw Cen MT" panose="020B0602020104020603"/>
                <a:cs typeface="Tw Cen MT" panose="020B0602020104020603"/>
              </a:rPr>
              <a:t>v</a:t>
            </a:r>
            <a:r>
              <a:rPr sz="2000" spc="-5" dirty="0">
                <a:latin typeface="Tw Cen MT" panose="020B0602020104020603"/>
                <a:cs typeface="Tw Cen MT" panose="020B0602020104020603"/>
              </a:rPr>
              <a:t>er</a:t>
            </a:r>
            <a:r>
              <a:rPr sz="2000" dirty="0">
                <a:latin typeface="Tw Cen MT" panose="020B0602020104020603"/>
                <a:cs typeface="Tw Cen MT" panose="020B0602020104020603"/>
              </a:rPr>
              <a:t>s</a:t>
            </a:r>
            <a:r>
              <a:rPr sz="2000" spc="-5" dirty="0">
                <a:latin typeface="Tw Cen MT" panose="020B0602020104020603"/>
                <a:cs typeface="Tw Cen MT" panose="020B0602020104020603"/>
              </a:rPr>
              <a:t> th</a:t>
            </a:r>
            <a:r>
              <a:rPr sz="2000" spc="-10" dirty="0">
                <a:latin typeface="Tw Cen MT" panose="020B0602020104020603"/>
                <a:cs typeface="Tw Cen MT" panose="020B0602020104020603"/>
              </a:rPr>
              <a:t>a</a:t>
            </a:r>
            <a:r>
              <a:rPr sz="2000" spc="-5" dirty="0">
                <a:latin typeface="Tw Cen MT" panose="020B0602020104020603"/>
                <a:cs typeface="Tw Cen MT" panose="020B0602020104020603"/>
              </a:rPr>
              <a:t>t</a:t>
            </a:r>
            <a:r>
              <a:rPr sz="2000" dirty="0">
                <a:latin typeface="Tw Cen MT" panose="020B0602020104020603"/>
                <a:cs typeface="Tw Cen MT" panose="020B0602020104020603"/>
              </a:rPr>
              <a:t> </a:t>
            </a:r>
            <a:r>
              <a:rPr sz="2000" spc="50" dirty="0">
                <a:latin typeface="Tw Cen MT" panose="020B0602020104020603"/>
                <a:cs typeface="Tw Cen MT" panose="020B0602020104020603"/>
              </a:rPr>
              <a:t>r</a:t>
            </a:r>
            <a:r>
              <a:rPr sz="2000" spc="-5" dirty="0">
                <a:latin typeface="Tw Cen MT" panose="020B0602020104020603"/>
                <a:cs typeface="Tw Cen MT" panose="020B0602020104020603"/>
              </a:rPr>
              <a:t>un</a:t>
            </a:r>
            <a:r>
              <a:rPr sz="2000" dirty="0">
                <a:latin typeface="Tw Cen MT" panose="020B0602020104020603"/>
                <a:cs typeface="Tw Cen MT" panose="020B0602020104020603"/>
              </a:rPr>
              <a:t> </a:t>
            </a:r>
            <a:r>
              <a:rPr sz="2000" spc="-125" dirty="0">
                <a:latin typeface="Tw Cen MT" panose="020B0602020104020603"/>
                <a:cs typeface="Tw Cen MT" panose="020B0602020104020603"/>
              </a:rPr>
              <a:t>T</a:t>
            </a:r>
            <a:r>
              <a:rPr sz="2000" spc="-5" dirty="0">
                <a:latin typeface="Tw Cen MT" panose="020B0602020104020603"/>
                <a:cs typeface="Tw Cen MT" panose="020B0602020104020603"/>
              </a:rPr>
              <a:t>y</a:t>
            </a:r>
            <a:r>
              <a:rPr sz="2000" spc="-10" dirty="0">
                <a:latin typeface="Tw Cen MT" panose="020B0602020104020603"/>
                <a:cs typeface="Tw Cen MT" panose="020B0602020104020603"/>
              </a:rPr>
              <a:t>p</a:t>
            </a:r>
            <a:r>
              <a:rPr sz="2000" dirty="0">
                <a:latin typeface="Tw Cen MT" panose="020B0602020104020603"/>
                <a:cs typeface="Tw Cen MT" panose="020B0602020104020603"/>
              </a:rPr>
              <a:t>e</a:t>
            </a:r>
            <a:r>
              <a:rPr sz="2000" spc="-5" dirty="0">
                <a:latin typeface="Tw Cen MT" panose="020B0602020104020603"/>
                <a:cs typeface="Tw Cen MT" panose="020B0602020104020603"/>
              </a:rPr>
              <a:t> </a:t>
            </a:r>
            <a:r>
              <a:rPr sz="2000" dirty="0">
                <a:latin typeface="Tw Cen MT" panose="020B0602020104020603"/>
                <a:cs typeface="Tw Cen MT" panose="020B0602020104020603"/>
              </a:rPr>
              <a:t>1</a:t>
            </a:r>
            <a:r>
              <a:rPr sz="2000" spc="-5" dirty="0">
                <a:latin typeface="Tw Cen MT" panose="020B0602020104020603"/>
                <a:cs typeface="Tw Cen MT" panose="020B0602020104020603"/>
              </a:rPr>
              <a:t> </a:t>
            </a:r>
            <a:r>
              <a:rPr sz="2000" spc="-65" dirty="0">
                <a:latin typeface="Tw Cen MT" panose="020B0602020104020603"/>
                <a:cs typeface="Tw Cen MT" panose="020B0602020104020603"/>
              </a:rPr>
              <a:t>h</a:t>
            </a:r>
            <a:r>
              <a:rPr sz="2000" spc="-5" dirty="0">
                <a:latin typeface="Tw Cen MT" panose="020B0602020104020603"/>
                <a:cs typeface="Tw Cen MT" panose="020B0602020104020603"/>
              </a:rPr>
              <a:t>y</a:t>
            </a:r>
            <a:r>
              <a:rPr sz="2000" spc="-10" dirty="0">
                <a:latin typeface="Tw Cen MT" panose="020B0602020104020603"/>
                <a:cs typeface="Tw Cen MT" panose="020B0602020104020603"/>
              </a:rPr>
              <a:t>p</a:t>
            </a:r>
            <a:r>
              <a:rPr sz="2000" spc="-5" dirty="0">
                <a:latin typeface="Tw Cen MT" panose="020B0602020104020603"/>
                <a:cs typeface="Tw Cen MT" panose="020B0602020104020603"/>
              </a:rPr>
              <a:t>e</a:t>
            </a:r>
            <a:r>
              <a:rPr sz="2000" spc="110" dirty="0">
                <a:latin typeface="Tw Cen MT" panose="020B0602020104020603"/>
                <a:cs typeface="Tw Cen MT" panose="020B0602020104020603"/>
              </a:rPr>
              <a:t>r</a:t>
            </a:r>
            <a:r>
              <a:rPr sz="2000" spc="-5" dirty="0">
                <a:latin typeface="Tw Cen MT" panose="020B0602020104020603"/>
                <a:cs typeface="Tw Cen MT" panose="020B0602020104020603"/>
              </a:rPr>
              <a:t>visor</a:t>
            </a:r>
            <a:r>
              <a:rPr sz="2000" dirty="0">
                <a:latin typeface="Tw Cen MT" panose="020B0602020104020603"/>
                <a:cs typeface="Tw Cen MT" panose="020B0602020104020603"/>
              </a:rPr>
              <a:t>s</a:t>
            </a:r>
            <a:r>
              <a:rPr sz="2000" spc="-5" dirty="0">
                <a:latin typeface="Tw Cen MT" panose="020B0602020104020603"/>
                <a:cs typeface="Tw Cen MT" panose="020B0602020104020603"/>
              </a:rPr>
              <a:t> ar</a:t>
            </a:r>
            <a:r>
              <a:rPr sz="2000" dirty="0">
                <a:latin typeface="Tw Cen MT" panose="020B0602020104020603"/>
                <a:cs typeface="Tw Cen MT" panose="020B0602020104020603"/>
              </a:rPr>
              <a:t>e</a:t>
            </a:r>
            <a:r>
              <a:rPr sz="2000" spc="-5" dirty="0">
                <a:latin typeface="Tw Cen MT" panose="020B0602020104020603"/>
                <a:cs typeface="Tw Cen MT" panose="020B0602020104020603"/>
              </a:rPr>
              <a:t> often </a:t>
            </a:r>
            <a:r>
              <a:rPr sz="2000" spc="-5" dirty="0">
                <a:solidFill>
                  <a:srgbClr val="FF0000"/>
                </a:solidFill>
                <a:latin typeface="Tw Cen MT" panose="020B0602020104020603"/>
                <a:cs typeface="Tw Cen MT" panose="020B0602020104020603"/>
              </a:rPr>
              <a:t>sin</a:t>
            </a:r>
            <a:r>
              <a:rPr sz="2000" spc="-10" dirty="0">
                <a:solidFill>
                  <a:srgbClr val="FF0000"/>
                </a:solidFill>
                <a:latin typeface="Tw Cen MT" panose="020B0602020104020603"/>
                <a:cs typeface="Tw Cen MT" panose="020B0602020104020603"/>
              </a:rPr>
              <a:t>g</a:t>
            </a:r>
            <a:r>
              <a:rPr sz="2000" spc="-5" dirty="0">
                <a:solidFill>
                  <a:srgbClr val="FF0000"/>
                </a:solidFill>
                <a:latin typeface="Tw Cen MT" panose="020B0602020104020603"/>
                <a:cs typeface="Tw Cen MT" panose="020B0602020104020603"/>
              </a:rPr>
              <a:t>le-</a:t>
            </a:r>
            <a:r>
              <a:rPr sz="2000" spc="-10" dirty="0">
                <a:solidFill>
                  <a:srgbClr val="FF0000"/>
                </a:solidFill>
                <a:latin typeface="Tw Cen MT" panose="020B0602020104020603"/>
                <a:cs typeface="Tw Cen MT" panose="020B0602020104020603"/>
              </a:rPr>
              <a:t>p</a:t>
            </a:r>
            <a:r>
              <a:rPr sz="2000" spc="-5" dirty="0">
                <a:solidFill>
                  <a:srgbClr val="FF0000"/>
                </a:solidFill>
                <a:latin typeface="Tw Cen MT" panose="020B0602020104020603"/>
                <a:cs typeface="Tw Cen MT" panose="020B0602020104020603"/>
              </a:rPr>
              <a:t>ur</a:t>
            </a:r>
            <a:r>
              <a:rPr sz="2000" spc="-10" dirty="0">
                <a:solidFill>
                  <a:srgbClr val="FF0000"/>
                </a:solidFill>
                <a:latin typeface="Tw Cen MT" panose="020B0602020104020603"/>
                <a:cs typeface="Tw Cen MT" panose="020B0602020104020603"/>
              </a:rPr>
              <a:t>p</a:t>
            </a:r>
            <a:r>
              <a:rPr sz="2000" spc="-5" dirty="0">
                <a:solidFill>
                  <a:srgbClr val="FF0000"/>
                </a:solidFill>
                <a:latin typeface="Tw Cen MT" panose="020B0602020104020603"/>
                <a:cs typeface="Tw Cen MT" panose="020B0602020104020603"/>
              </a:rPr>
              <a:t>os</a:t>
            </a:r>
            <a:r>
              <a:rPr sz="2000" dirty="0">
                <a:solidFill>
                  <a:srgbClr val="FF0000"/>
                </a:solidFill>
                <a:latin typeface="Tw Cen MT" panose="020B0602020104020603"/>
                <a:cs typeface="Tw Cen MT" panose="020B0602020104020603"/>
              </a:rPr>
              <a:t>e</a:t>
            </a:r>
            <a:r>
              <a:rPr sz="2000" spc="-5" dirty="0">
                <a:solidFill>
                  <a:srgbClr val="FF0000"/>
                </a:solidFill>
                <a:latin typeface="Tw Cen MT" panose="020B0602020104020603"/>
                <a:cs typeface="Tw Cen MT" panose="020B0602020104020603"/>
              </a:rPr>
              <a:t> se</a:t>
            </a:r>
            <a:r>
              <a:rPr sz="2000" spc="110" dirty="0">
                <a:solidFill>
                  <a:srgbClr val="FF0000"/>
                </a:solidFill>
                <a:latin typeface="Tw Cen MT" panose="020B0602020104020603"/>
                <a:cs typeface="Tw Cen MT" panose="020B0602020104020603"/>
              </a:rPr>
              <a:t>r</a:t>
            </a:r>
            <a:r>
              <a:rPr sz="2000" spc="-65" dirty="0">
                <a:solidFill>
                  <a:srgbClr val="FF0000"/>
                </a:solidFill>
                <a:latin typeface="Tw Cen MT" panose="020B0602020104020603"/>
                <a:cs typeface="Tw Cen MT" panose="020B0602020104020603"/>
              </a:rPr>
              <a:t>v</a:t>
            </a:r>
            <a:r>
              <a:rPr sz="2000" spc="-5" dirty="0">
                <a:solidFill>
                  <a:srgbClr val="FF0000"/>
                </a:solidFill>
                <a:latin typeface="Tw Cen MT" panose="020B0602020104020603"/>
                <a:cs typeface="Tw Cen MT" panose="020B0602020104020603"/>
              </a:rPr>
              <a:t>er</a:t>
            </a:r>
            <a:r>
              <a:rPr sz="2000" dirty="0">
                <a:solidFill>
                  <a:srgbClr val="FF0000"/>
                </a:solidFill>
                <a:latin typeface="Tw Cen MT" panose="020B0602020104020603"/>
                <a:cs typeface="Tw Cen MT" panose="020B0602020104020603"/>
              </a:rPr>
              <a:t>s</a:t>
            </a:r>
            <a:r>
              <a:rPr sz="2000" spc="-5" dirty="0">
                <a:solidFill>
                  <a:srgbClr val="FF0000"/>
                </a:solidFill>
                <a:latin typeface="Tw Cen MT" panose="020B0602020104020603"/>
                <a:cs typeface="Tw Cen MT" panose="020B0602020104020603"/>
              </a:rPr>
              <a:t> </a:t>
            </a:r>
            <a:r>
              <a:rPr sz="2000" spc="-5" dirty="0">
                <a:latin typeface="Tw Cen MT" panose="020B0602020104020603"/>
                <a:cs typeface="Tw Cen MT" panose="020B0602020104020603"/>
              </a:rPr>
              <a:t>th</a:t>
            </a:r>
            <a:r>
              <a:rPr sz="2000" spc="-10" dirty="0">
                <a:latin typeface="Tw Cen MT" panose="020B0602020104020603"/>
                <a:cs typeface="Tw Cen MT" panose="020B0602020104020603"/>
              </a:rPr>
              <a:t>a</a:t>
            </a:r>
            <a:r>
              <a:rPr sz="2000" spc="-5" dirty="0">
                <a:latin typeface="Tw Cen MT" panose="020B0602020104020603"/>
                <a:cs typeface="Tw Cen MT" panose="020B0602020104020603"/>
              </a:rPr>
              <a:t>t</a:t>
            </a:r>
            <a:r>
              <a:rPr sz="2000" dirty="0">
                <a:latin typeface="Tw Cen MT" panose="020B0602020104020603"/>
                <a:cs typeface="Tw Cen MT" panose="020B0602020104020603"/>
              </a:rPr>
              <a:t> </a:t>
            </a:r>
            <a:r>
              <a:rPr sz="2000" spc="-5" dirty="0">
                <a:latin typeface="Tw Cen MT" panose="020B0602020104020603"/>
                <a:cs typeface="Tw Cen MT" panose="020B0602020104020603"/>
              </a:rPr>
              <a:t>offe</a:t>
            </a:r>
            <a:r>
              <a:rPr sz="2000" dirty="0">
                <a:latin typeface="Tw Cen MT" panose="020B0602020104020603"/>
                <a:cs typeface="Tw Cen MT" panose="020B0602020104020603"/>
              </a:rPr>
              <a:t>r</a:t>
            </a:r>
            <a:r>
              <a:rPr sz="2000" spc="-5" dirty="0">
                <a:latin typeface="Tw Cen MT" panose="020B0602020104020603"/>
                <a:cs typeface="Tw Cen MT" panose="020B0602020104020603"/>
              </a:rPr>
              <a:t> n</a:t>
            </a:r>
            <a:r>
              <a:rPr sz="2000" dirty="0">
                <a:latin typeface="Tw Cen MT" panose="020B0602020104020603"/>
                <a:cs typeface="Tw Cen MT" panose="020B0602020104020603"/>
              </a:rPr>
              <a:t>o</a:t>
            </a:r>
            <a:r>
              <a:rPr sz="2000" spc="-5" dirty="0">
                <a:latin typeface="Tw Cen MT" panose="020B0602020104020603"/>
                <a:cs typeface="Tw Cen MT" panose="020B0602020104020603"/>
              </a:rPr>
              <a:t> othe</a:t>
            </a:r>
            <a:r>
              <a:rPr sz="2000" dirty="0">
                <a:latin typeface="Tw Cen MT" panose="020B0602020104020603"/>
                <a:cs typeface="Tw Cen MT" panose="020B0602020104020603"/>
              </a:rPr>
              <a:t>r</a:t>
            </a:r>
            <a:r>
              <a:rPr sz="2000" spc="-5" dirty="0">
                <a:latin typeface="Tw Cen MT" panose="020B0602020104020603"/>
                <a:cs typeface="Tw Cen MT" panose="020B0602020104020603"/>
              </a:rPr>
              <a:t> fun</a:t>
            </a:r>
            <a:r>
              <a:rPr sz="2000" spc="-10" dirty="0">
                <a:latin typeface="Tw Cen MT" panose="020B0602020104020603"/>
                <a:cs typeface="Tw Cen MT" panose="020B0602020104020603"/>
              </a:rPr>
              <a:t>c</a:t>
            </a:r>
            <a:r>
              <a:rPr sz="2000" spc="-5" dirty="0">
                <a:latin typeface="Tw Cen MT" panose="020B0602020104020603"/>
                <a:cs typeface="Tw Cen MT" panose="020B0602020104020603"/>
              </a:rPr>
              <a:t>tion</a:t>
            </a:r>
            <a:r>
              <a:rPr sz="2000" dirty="0">
                <a:latin typeface="Tw Cen MT" panose="020B0602020104020603"/>
                <a:cs typeface="Tw Cen MT" panose="020B0602020104020603"/>
              </a:rPr>
              <a:t>.</a:t>
            </a:r>
            <a:endParaRPr sz="2000">
              <a:latin typeface="Tw Cen MT" panose="020B0602020104020603"/>
              <a:cs typeface="Tw Cen MT" panose="020B0602020104020603"/>
            </a:endParaRPr>
          </a:p>
          <a:p>
            <a:pPr marL="815340" marR="5080" indent="-319405">
              <a:spcBef>
                <a:spcPts val="700"/>
              </a:spcBef>
              <a:buClr>
                <a:srgbClr val="DD8046"/>
              </a:buClr>
              <a:buSzPct val="60000"/>
              <a:buFont typeface="Wingdings" panose="05000000000000000000"/>
              <a:buChar char=""/>
              <a:tabLst>
                <a:tab pos="815975" algn="l"/>
              </a:tabLst>
            </a:pPr>
            <a:r>
              <a:rPr sz="2000" spc="-125">
                <a:latin typeface="Tw Cen MT" panose="020B0602020104020603"/>
                <a:cs typeface="Tw Cen MT" panose="020B0602020104020603"/>
              </a:rPr>
              <a:t>T</a:t>
            </a:r>
            <a:r>
              <a:rPr sz="2000" spc="-5">
                <a:latin typeface="Tw Cen MT" panose="020B0602020104020603"/>
                <a:cs typeface="Tw Cen MT" panose="020B0602020104020603"/>
              </a:rPr>
              <a:t>y</a:t>
            </a:r>
            <a:r>
              <a:rPr sz="2000" spc="-10">
                <a:latin typeface="Tw Cen MT" panose="020B0602020104020603"/>
                <a:cs typeface="Tw Cen MT" panose="020B0602020104020603"/>
              </a:rPr>
              <a:t>p</a:t>
            </a:r>
            <a:r>
              <a:rPr sz="2000">
                <a:latin typeface="Tw Cen MT" panose="020B0602020104020603"/>
                <a:cs typeface="Tw Cen MT" panose="020B0602020104020603"/>
              </a:rPr>
              <a:t>e</a:t>
            </a:r>
            <a:r>
              <a:rPr sz="2000" spc="-5">
                <a:latin typeface="Tw Cen MT" panose="020B0602020104020603"/>
                <a:cs typeface="Tw Cen MT" panose="020B0602020104020603"/>
              </a:rPr>
              <a:t> </a:t>
            </a:r>
            <a:r>
              <a:rPr sz="2000" dirty="0">
                <a:latin typeface="Tw Cen MT" panose="020B0602020104020603"/>
                <a:cs typeface="Tw Cen MT" panose="020B0602020104020603"/>
              </a:rPr>
              <a:t>1</a:t>
            </a:r>
            <a:r>
              <a:rPr sz="2000" spc="-5" dirty="0">
                <a:latin typeface="Tw Cen MT" panose="020B0602020104020603"/>
                <a:cs typeface="Tw Cen MT" panose="020B0602020104020603"/>
              </a:rPr>
              <a:t> </a:t>
            </a:r>
            <a:r>
              <a:rPr sz="2000" spc="-65" dirty="0">
                <a:latin typeface="Tw Cen MT" panose="020B0602020104020603"/>
                <a:cs typeface="Tw Cen MT" panose="020B0602020104020603"/>
              </a:rPr>
              <a:t>h</a:t>
            </a:r>
            <a:r>
              <a:rPr sz="2000" spc="-5" dirty="0">
                <a:latin typeface="Tw Cen MT" panose="020B0602020104020603"/>
                <a:cs typeface="Tw Cen MT" panose="020B0602020104020603"/>
              </a:rPr>
              <a:t>y</a:t>
            </a:r>
            <a:r>
              <a:rPr sz="2000" spc="-10" dirty="0">
                <a:latin typeface="Tw Cen MT" panose="020B0602020104020603"/>
                <a:cs typeface="Tw Cen MT" panose="020B0602020104020603"/>
              </a:rPr>
              <a:t>p</a:t>
            </a:r>
            <a:r>
              <a:rPr sz="2000" spc="-5" dirty="0">
                <a:latin typeface="Tw Cen MT" panose="020B0602020104020603"/>
                <a:cs typeface="Tw Cen MT" panose="020B0602020104020603"/>
              </a:rPr>
              <a:t>e</a:t>
            </a:r>
            <a:r>
              <a:rPr sz="2000" spc="110" dirty="0">
                <a:latin typeface="Tw Cen MT" panose="020B0602020104020603"/>
                <a:cs typeface="Tw Cen MT" panose="020B0602020104020603"/>
              </a:rPr>
              <a:t>r</a:t>
            </a:r>
            <a:r>
              <a:rPr sz="2000" spc="-5" dirty="0">
                <a:latin typeface="Tw Cen MT" panose="020B0602020104020603"/>
                <a:cs typeface="Tw Cen MT" panose="020B0602020104020603"/>
              </a:rPr>
              <a:t>visor</a:t>
            </a:r>
            <a:r>
              <a:rPr sz="2000" dirty="0">
                <a:latin typeface="Tw Cen MT" panose="020B0602020104020603"/>
                <a:cs typeface="Tw Cen MT" panose="020B0602020104020603"/>
              </a:rPr>
              <a:t>s</a:t>
            </a:r>
            <a:r>
              <a:rPr sz="2000" spc="-5" dirty="0">
                <a:latin typeface="Tw Cen MT" panose="020B0602020104020603"/>
                <a:cs typeface="Tw Cen MT" panose="020B0602020104020603"/>
              </a:rPr>
              <a:t> ar</a:t>
            </a:r>
            <a:r>
              <a:rPr sz="2000" dirty="0">
                <a:latin typeface="Tw Cen MT" panose="020B0602020104020603"/>
                <a:cs typeface="Tw Cen MT" panose="020B0602020104020603"/>
              </a:rPr>
              <a:t>e</a:t>
            </a:r>
            <a:r>
              <a:rPr sz="2000" spc="-5" dirty="0">
                <a:latin typeface="Tw Cen MT" panose="020B0602020104020603"/>
                <a:cs typeface="Tw Cen MT" panose="020B0602020104020603"/>
              </a:rPr>
              <a:t> p</a:t>
            </a:r>
            <a:r>
              <a:rPr sz="2000" spc="-65" dirty="0">
                <a:latin typeface="Tw Cen MT" panose="020B0602020104020603"/>
                <a:cs typeface="Tw Cen MT" panose="020B0602020104020603"/>
              </a:rPr>
              <a:t>r</a:t>
            </a:r>
            <a:r>
              <a:rPr sz="2000" spc="-5" dirty="0">
                <a:latin typeface="Tw Cen MT" panose="020B0602020104020603"/>
                <a:cs typeface="Tw Cen MT" panose="020B0602020104020603"/>
              </a:rPr>
              <a:t>o</a:t>
            </a:r>
            <a:r>
              <a:rPr sz="2000" spc="-10" dirty="0">
                <a:latin typeface="Tw Cen MT" panose="020B0602020104020603"/>
                <a:cs typeface="Tw Cen MT" panose="020B0602020104020603"/>
              </a:rPr>
              <a:t>d</a:t>
            </a:r>
            <a:r>
              <a:rPr sz="2000" spc="-5" dirty="0">
                <a:latin typeface="Tw Cen MT" panose="020B0602020104020603"/>
                <a:cs typeface="Tw Cen MT" panose="020B0602020104020603"/>
              </a:rPr>
              <a:t>u</a:t>
            </a:r>
            <a:r>
              <a:rPr sz="2000" spc="-10" dirty="0">
                <a:latin typeface="Tw Cen MT" panose="020B0602020104020603"/>
                <a:cs typeface="Tw Cen MT" panose="020B0602020104020603"/>
              </a:rPr>
              <a:t>c</a:t>
            </a:r>
            <a:r>
              <a:rPr sz="2000" spc="-5" dirty="0">
                <a:latin typeface="Tw Cen MT" panose="020B0602020104020603"/>
                <a:cs typeface="Tw Cen MT" panose="020B0602020104020603"/>
              </a:rPr>
              <a:t>tion</a:t>
            </a:r>
            <a:r>
              <a:rPr sz="2000" dirty="0">
                <a:latin typeface="Tw Cen MT" panose="020B0602020104020603"/>
                <a:cs typeface="Tw Cen MT" panose="020B0602020104020603"/>
              </a:rPr>
              <a:t> </a:t>
            </a:r>
            <a:r>
              <a:rPr sz="2000" spc="-65" dirty="0">
                <a:latin typeface="Tw Cen MT" panose="020B0602020104020603"/>
                <a:cs typeface="Tw Cen MT" panose="020B0602020104020603"/>
              </a:rPr>
              <a:t>h</a:t>
            </a:r>
            <a:r>
              <a:rPr sz="2000" spc="-5" dirty="0">
                <a:latin typeface="Tw Cen MT" panose="020B0602020104020603"/>
                <a:cs typeface="Tw Cen MT" panose="020B0602020104020603"/>
              </a:rPr>
              <a:t>y</a:t>
            </a:r>
            <a:r>
              <a:rPr sz="2000" spc="-10" dirty="0">
                <a:latin typeface="Tw Cen MT" panose="020B0602020104020603"/>
                <a:cs typeface="Tw Cen MT" panose="020B0602020104020603"/>
              </a:rPr>
              <a:t>p</a:t>
            </a:r>
            <a:r>
              <a:rPr sz="2000" spc="-5" dirty="0">
                <a:latin typeface="Tw Cen MT" panose="020B0602020104020603"/>
                <a:cs typeface="Tw Cen MT" panose="020B0602020104020603"/>
              </a:rPr>
              <a:t>e</a:t>
            </a:r>
            <a:r>
              <a:rPr sz="2000" spc="110" dirty="0">
                <a:latin typeface="Tw Cen MT" panose="020B0602020104020603"/>
                <a:cs typeface="Tw Cen MT" panose="020B0602020104020603"/>
              </a:rPr>
              <a:t>r</a:t>
            </a:r>
            <a:r>
              <a:rPr sz="2000" spc="-5" dirty="0">
                <a:latin typeface="Tw Cen MT" panose="020B0602020104020603"/>
                <a:cs typeface="Tw Cen MT" panose="020B0602020104020603"/>
              </a:rPr>
              <a:t>visor</a:t>
            </a:r>
            <a:r>
              <a:rPr sz="2000" dirty="0">
                <a:latin typeface="Tw Cen MT" panose="020B0602020104020603"/>
                <a:cs typeface="Tw Cen MT" panose="020B0602020104020603"/>
              </a:rPr>
              <a:t>s</a:t>
            </a:r>
            <a:r>
              <a:rPr sz="2000" spc="-5" dirty="0">
                <a:latin typeface="Tw Cen MT" panose="020B0602020104020603"/>
                <a:cs typeface="Tw Cen MT" panose="020B0602020104020603"/>
              </a:rPr>
              <a:t> o</a:t>
            </a:r>
            <a:r>
              <a:rPr sz="2000" dirty="0">
                <a:latin typeface="Tw Cen MT" panose="020B0602020104020603"/>
                <a:cs typeface="Tw Cen MT" panose="020B0602020104020603"/>
              </a:rPr>
              <a:t>r </a:t>
            </a:r>
            <a:r>
              <a:rPr sz="2000" spc="-65" dirty="0">
                <a:latin typeface="Tw Cen MT" panose="020B0602020104020603"/>
                <a:cs typeface="Tw Cen MT" panose="020B0602020104020603"/>
              </a:rPr>
              <a:t>h</a:t>
            </a:r>
            <a:r>
              <a:rPr sz="2000" spc="-5" dirty="0">
                <a:latin typeface="Tw Cen MT" panose="020B0602020104020603"/>
                <a:cs typeface="Tw Cen MT" panose="020B0602020104020603"/>
              </a:rPr>
              <a:t>y</a:t>
            </a:r>
            <a:r>
              <a:rPr sz="2000" spc="-10" dirty="0">
                <a:latin typeface="Tw Cen MT" panose="020B0602020104020603"/>
                <a:cs typeface="Tw Cen MT" panose="020B0602020104020603"/>
              </a:rPr>
              <a:t>p</a:t>
            </a:r>
            <a:r>
              <a:rPr sz="2000" spc="-5" dirty="0">
                <a:latin typeface="Tw Cen MT" panose="020B0602020104020603"/>
                <a:cs typeface="Tw Cen MT" panose="020B0602020104020603"/>
              </a:rPr>
              <a:t>e</a:t>
            </a:r>
            <a:r>
              <a:rPr sz="2000" spc="110" dirty="0">
                <a:latin typeface="Tw Cen MT" panose="020B0602020104020603"/>
                <a:cs typeface="Tw Cen MT" panose="020B0602020104020603"/>
              </a:rPr>
              <a:t>r</a:t>
            </a:r>
            <a:r>
              <a:rPr sz="2000" spc="-5" dirty="0">
                <a:latin typeface="Tw Cen MT" panose="020B0602020104020603"/>
                <a:cs typeface="Tw Cen MT" panose="020B0602020104020603"/>
              </a:rPr>
              <a:t>visor</a:t>
            </a:r>
            <a:r>
              <a:rPr sz="2000" dirty="0">
                <a:latin typeface="Tw Cen MT" panose="020B0602020104020603"/>
                <a:cs typeface="Tw Cen MT" panose="020B0602020104020603"/>
              </a:rPr>
              <a:t>s</a:t>
            </a:r>
            <a:r>
              <a:rPr sz="2000" spc="-5" dirty="0">
                <a:latin typeface="Tw Cen MT" panose="020B0602020104020603"/>
                <a:cs typeface="Tw Cen MT" panose="020B0602020104020603"/>
              </a:rPr>
              <a:t> th</a:t>
            </a:r>
            <a:r>
              <a:rPr sz="2000" spc="-10" dirty="0">
                <a:latin typeface="Tw Cen MT" panose="020B0602020104020603"/>
                <a:cs typeface="Tw Cen MT" panose="020B0602020104020603"/>
              </a:rPr>
              <a:t>a</a:t>
            </a:r>
            <a:r>
              <a:rPr sz="2000" spc="-5" dirty="0">
                <a:latin typeface="Tw Cen MT" panose="020B0602020104020603"/>
                <a:cs typeface="Tw Cen MT" panose="020B0602020104020603"/>
              </a:rPr>
              <a:t>t</a:t>
            </a:r>
            <a:r>
              <a:rPr sz="2000" dirty="0">
                <a:latin typeface="Tw Cen MT" panose="020B0602020104020603"/>
                <a:cs typeface="Tw Cen MT" panose="020B0602020104020603"/>
              </a:rPr>
              <a:t> </a:t>
            </a:r>
            <a:r>
              <a:rPr sz="2000" spc="50">
                <a:latin typeface="Tw Cen MT" panose="020B0602020104020603"/>
                <a:cs typeface="Tw Cen MT" panose="020B0602020104020603"/>
              </a:rPr>
              <a:t>r</a:t>
            </a:r>
            <a:r>
              <a:rPr sz="2000" spc="-5">
                <a:latin typeface="Tw Cen MT" panose="020B0602020104020603"/>
                <a:cs typeface="Tw Cen MT" panose="020B0602020104020603"/>
              </a:rPr>
              <a:t>un</a:t>
            </a:r>
            <a:r>
              <a:rPr sz="2000">
                <a:latin typeface="Tw Cen MT" panose="020B0602020104020603"/>
                <a:cs typeface="Tw Cen MT" panose="020B0602020104020603"/>
              </a:rPr>
              <a:t> </a:t>
            </a:r>
            <a:r>
              <a:rPr sz="2000" spc="-5">
                <a:latin typeface="Tw Cen MT" panose="020B0602020104020603"/>
                <a:cs typeface="Tw Cen MT" panose="020B0602020104020603"/>
              </a:rPr>
              <a:t>VM</a:t>
            </a:r>
            <a:r>
              <a:rPr sz="2000">
                <a:latin typeface="Tw Cen MT" panose="020B0602020104020603"/>
                <a:cs typeface="Tw Cen MT" panose="020B0602020104020603"/>
              </a:rPr>
              <a:t>s</a:t>
            </a:r>
            <a:r>
              <a:rPr lang="en-US" sz="2000" dirty="0">
                <a:latin typeface="Tw Cen MT" panose="020B0602020104020603"/>
                <a:cs typeface="Tw Cen MT" panose="020B0602020104020603"/>
              </a:rPr>
              <a:t> </a:t>
            </a:r>
            <a:r>
              <a:rPr lang="en-US" sz="2000" spc="-5" dirty="0">
                <a:latin typeface="Tw Cen MT" panose="020B0602020104020603"/>
                <a:cs typeface="Tw Cen MT" panose="020B0602020104020603"/>
              </a:rPr>
              <a:t>offering se</a:t>
            </a:r>
            <a:r>
              <a:rPr lang="en-US" sz="2000" spc="110" dirty="0">
                <a:latin typeface="Tw Cen MT" panose="020B0602020104020603"/>
                <a:cs typeface="Tw Cen MT" panose="020B0602020104020603"/>
              </a:rPr>
              <a:t>r</a:t>
            </a:r>
            <a:r>
              <a:rPr lang="en-US" sz="2000" spc="-5" dirty="0">
                <a:latin typeface="Tw Cen MT" panose="020B0602020104020603"/>
                <a:cs typeface="Tw Cen MT" panose="020B0602020104020603"/>
              </a:rPr>
              <a:t>vi</a:t>
            </a:r>
            <a:r>
              <a:rPr lang="en-US" sz="2000" spc="-10" dirty="0">
                <a:latin typeface="Tw Cen MT" panose="020B0602020104020603"/>
                <a:cs typeface="Tw Cen MT" panose="020B0602020104020603"/>
              </a:rPr>
              <a:t>c</a:t>
            </a:r>
            <a:r>
              <a:rPr lang="en-US" sz="2000" spc="-5" dirty="0">
                <a:latin typeface="Tw Cen MT" panose="020B0602020104020603"/>
                <a:cs typeface="Tw Cen MT" panose="020B0602020104020603"/>
              </a:rPr>
              <a:t>e</a:t>
            </a:r>
            <a:r>
              <a:rPr lang="en-US" sz="2000" dirty="0">
                <a:latin typeface="Tw Cen MT" panose="020B0602020104020603"/>
                <a:cs typeface="Tw Cen MT" panose="020B0602020104020603"/>
              </a:rPr>
              <a:t>s</a:t>
            </a:r>
            <a:r>
              <a:rPr lang="en-US" sz="2000" spc="-5" dirty="0">
                <a:latin typeface="Tw Cen MT" panose="020B0602020104020603"/>
                <a:cs typeface="Tw Cen MT" panose="020B0602020104020603"/>
              </a:rPr>
              <a:t> t</a:t>
            </a:r>
            <a:r>
              <a:rPr lang="en-US" sz="2000" dirty="0">
                <a:latin typeface="Tw Cen MT" panose="020B0602020104020603"/>
                <a:cs typeface="Tw Cen MT" panose="020B0602020104020603"/>
              </a:rPr>
              <a:t>o</a:t>
            </a:r>
            <a:r>
              <a:rPr lang="en-US" sz="2000" spc="-5" dirty="0">
                <a:latin typeface="Tw Cen MT" panose="020B0602020104020603"/>
                <a:cs typeface="Tw Cen MT" panose="020B0602020104020603"/>
              </a:rPr>
              <a:t> user</a:t>
            </a:r>
            <a:r>
              <a:rPr lang="en-US" sz="2000" spc="-35" dirty="0">
                <a:latin typeface="Tw Cen MT" panose="020B0602020104020603"/>
                <a:cs typeface="Tw Cen MT" panose="020B0602020104020603"/>
              </a:rPr>
              <a:t>s</a:t>
            </a:r>
            <a:r>
              <a:rPr lang="en-US" sz="2000" dirty="0">
                <a:latin typeface="Tw Cen MT" panose="020B0602020104020603"/>
                <a:cs typeface="Tw Cen MT" panose="020B0602020104020603"/>
              </a:rPr>
              <a:t>. </a:t>
            </a:r>
          </a:p>
          <a:p>
            <a:pPr marL="815340" marR="5080" indent="-319405">
              <a:spcBef>
                <a:spcPts val="700"/>
              </a:spcBef>
              <a:buClr>
                <a:srgbClr val="DD8046"/>
              </a:buClr>
              <a:buSzPct val="60000"/>
              <a:buFont typeface="Wingdings" panose="05000000000000000000"/>
              <a:buChar char=""/>
              <a:tabLst>
                <a:tab pos="815975" algn="l"/>
              </a:tabLst>
            </a:pPr>
            <a:r>
              <a:rPr lang="en-US" sz="2000" spc="-5" dirty="0">
                <a:latin typeface="Tw Cen MT" panose="020B0602020104020603"/>
                <a:cs typeface="Tw Cen MT" panose="020B0602020104020603"/>
              </a:rPr>
              <a:t>su</a:t>
            </a:r>
            <a:r>
              <a:rPr lang="en-US" sz="2000" spc="-10" dirty="0">
                <a:latin typeface="Tw Cen MT" panose="020B0602020104020603"/>
                <a:cs typeface="Tw Cen MT" panose="020B0602020104020603"/>
              </a:rPr>
              <a:t>pp</a:t>
            </a:r>
            <a:r>
              <a:rPr lang="en-US" sz="2000" spc="-5" dirty="0">
                <a:latin typeface="Tw Cen MT" panose="020B0602020104020603"/>
                <a:cs typeface="Tw Cen MT" panose="020B0602020104020603"/>
              </a:rPr>
              <a:t>o</a:t>
            </a:r>
            <a:r>
              <a:rPr lang="en-US" sz="2000" spc="50" dirty="0">
                <a:latin typeface="Tw Cen MT" panose="020B0602020104020603"/>
                <a:cs typeface="Tw Cen MT" panose="020B0602020104020603"/>
              </a:rPr>
              <a:t>r</a:t>
            </a:r>
            <a:r>
              <a:rPr lang="en-US" sz="2000" spc="-5" dirty="0">
                <a:latin typeface="Tw Cen MT" panose="020B0602020104020603"/>
                <a:cs typeface="Tw Cen MT" panose="020B0602020104020603"/>
              </a:rPr>
              <a:t>t</a:t>
            </a:r>
            <a:r>
              <a:rPr lang="en-US" sz="2000" dirty="0">
                <a:latin typeface="Tw Cen MT" panose="020B0602020104020603"/>
                <a:cs typeface="Tw Cen MT" panose="020B0602020104020603"/>
              </a:rPr>
              <a:t> </a:t>
            </a:r>
            <a:r>
              <a:rPr lang="en-US" sz="2000" spc="-5" dirty="0">
                <a:solidFill>
                  <a:srgbClr val="00B050"/>
                </a:solidFill>
                <a:latin typeface="Tw Cen MT" panose="020B0602020104020603"/>
                <a:cs typeface="Tw Cen MT" panose="020B0602020104020603"/>
              </a:rPr>
              <a:t>h</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r</a:t>
            </a:r>
            <a:r>
              <a:rPr lang="en-US" sz="2000" spc="-70" dirty="0">
                <a:solidFill>
                  <a:srgbClr val="00B050"/>
                </a:solidFill>
                <a:latin typeface="Tw Cen MT" panose="020B0602020104020603"/>
                <a:cs typeface="Tw Cen MT" panose="020B0602020104020603"/>
              </a:rPr>
              <a:t>d</a:t>
            </a:r>
            <a:r>
              <a:rPr lang="en-US" sz="2000" spc="-120" dirty="0">
                <a:solidFill>
                  <a:srgbClr val="00B050"/>
                </a:solidFill>
                <a:latin typeface="Tw Cen MT" panose="020B0602020104020603"/>
                <a:cs typeface="Tw Cen MT" panose="020B0602020104020603"/>
              </a:rPr>
              <a:t>w</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r</a:t>
            </a:r>
            <a:r>
              <a:rPr lang="en-US" sz="2000" dirty="0">
                <a:solidFill>
                  <a:srgbClr val="00B050"/>
                </a:solidFill>
                <a:latin typeface="Tw Cen MT" panose="020B0602020104020603"/>
                <a:cs typeface="Tw Cen MT" panose="020B0602020104020603"/>
              </a:rPr>
              <a:t>e</a:t>
            </a:r>
            <a:r>
              <a:rPr lang="en-US" sz="2000" spc="-5" dirty="0">
                <a:solidFill>
                  <a:srgbClr val="00B050"/>
                </a:solidFill>
                <a:latin typeface="Tw Cen MT" panose="020B0602020104020603"/>
                <a:cs typeface="Tw Cen MT" panose="020B0602020104020603"/>
              </a:rPr>
              <a:t> vi</a:t>
            </a:r>
            <a:r>
              <a:rPr lang="en-US" sz="2000" spc="50" dirty="0">
                <a:solidFill>
                  <a:srgbClr val="00B050"/>
                </a:solidFill>
                <a:latin typeface="Tw Cen MT" panose="020B0602020104020603"/>
                <a:cs typeface="Tw Cen MT" panose="020B0602020104020603"/>
              </a:rPr>
              <a:t>r</a:t>
            </a:r>
            <a:r>
              <a:rPr lang="en-US" sz="2000" spc="-5" dirty="0">
                <a:solidFill>
                  <a:srgbClr val="00B050"/>
                </a:solidFill>
                <a:latin typeface="Tw Cen MT" panose="020B0602020104020603"/>
                <a:cs typeface="Tw Cen MT" panose="020B0602020104020603"/>
              </a:rPr>
              <a:t>tu</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liz</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tion</a:t>
            </a:r>
            <a:r>
              <a:rPr lang="en-US" sz="2000" dirty="0">
                <a:solidFill>
                  <a:srgbClr val="00B050"/>
                </a:solidFill>
                <a:latin typeface="Tw Cen MT" panose="020B0602020104020603"/>
                <a:cs typeface="Tw Cen MT" panose="020B0602020104020603"/>
              </a:rPr>
              <a:t>.</a:t>
            </a:r>
            <a:endParaRPr lang="en-US" sz="2000" dirty="0">
              <a:latin typeface="Tw Cen MT" panose="020B0602020104020603"/>
              <a:cs typeface="Tw Cen MT" panose="020B0602020104020603"/>
            </a:endParaRPr>
          </a:p>
          <a:p>
            <a:pPr marL="815340" marR="5080" indent="-319405">
              <a:spcBef>
                <a:spcPts val="700"/>
              </a:spcBef>
              <a:buClr>
                <a:srgbClr val="DD8046"/>
              </a:buClr>
              <a:buSzPct val="60000"/>
              <a:tabLst>
                <a:tab pos="815975" algn="l"/>
              </a:tabLst>
            </a:pPr>
            <a:r>
              <a:rPr lang="en-US" sz="2400" u="sng" spc="-5" dirty="0">
                <a:latin typeface="Tw Cen MT" panose="020B0602020104020603"/>
                <a:cs typeface="Tw Cen MT" panose="020B0602020104020603"/>
              </a:rPr>
              <a:t>Type-2 Hypervisor: </a:t>
            </a:r>
            <a:r>
              <a:rPr sz="2400" spc="-5">
                <a:latin typeface="Tw Cen MT" panose="020B0602020104020603"/>
                <a:cs typeface="Tw Cen MT" panose="020B0602020104020603"/>
              </a:rPr>
              <a:t> </a:t>
            </a:r>
            <a:endParaRPr lang="en-US" sz="2000" dirty="0">
              <a:latin typeface="Tw Cen MT" panose="020B0602020104020603"/>
              <a:cs typeface="Tw Cen MT" panose="020B0602020104020603"/>
            </a:endParaRPr>
          </a:p>
          <a:p>
            <a:pPr marL="861695" indent="-319405">
              <a:buClr>
                <a:srgbClr val="DD8046"/>
              </a:buClr>
              <a:buSzPct val="60000"/>
              <a:buFont typeface="Wingdings" panose="05000000000000000000"/>
              <a:buChar char=""/>
              <a:tabLst>
                <a:tab pos="862330" algn="l"/>
              </a:tabLst>
            </a:pPr>
            <a:r>
              <a:rPr lang="en-US" sz="2000" spc="-10" dirty="0">
                <a:latin typeface="Tw Cen MT" panose="020B0602020104020603"/>
                <a:cs typeface="Tw Cen MT" panose="020B0602020104020603"/>
              </a:rPr>
              <a:t>L</a:t>
            </a:r>
            <a:r>
              <a:rPr lang="en-US" sz="2000" spc="-5" dirty="0">
                <a:latin typeface="Tw Cen MT" panose="020B0602020104020603"/>
                <a:cs typeface="Tw Cen MT" panose="020B0602020104020603"/>
              </a:rPr>
              <a:t>es</a:t>
            </a:r>
            <a:r>
              <a:rPr lang="en-US" sz="2000" dirty="0">
                <a:latin typeface="Tw Cen MT" panose="020B0602020104020603"/>
                <a:cs typeface="Tw Cen MT" panose="020B0602020104020603"/>
              </a:rPr>
              <a:t>s</a:t>
            </a:r>
            <a:r>
              <a:rPr lang="en-US" sz="2000" spc="-5" dirty="0">
                <a:latin typeface="Tw Cen MT" panose="020B0602020104020603"/>
                <a:cs typeface="Tw Cen MT" panose="020B0602020104020603"/>
              </a:rPr>
              <a:t> effi</a:t>
            </a:r>
            <a:r>
              <a:rPr lang="en-US" sz="2000" spc="-10" dirty="0">
                <a:latin typeface="Tw Cen MT" panose="020B0602020104020603"/>
                <a:cs typeface="Tw Cen MT" panose="020B0602020104020603"/>
              </a:rPr>
              <a:t>c</a:t>
            </a:r>
            <a:r>
              <a:rPr lang="en-US" sz="2000" spc="-5" dirty="0">
                <a:latin typeface="Tw Cen MT" panose="020B0602020104020603"/>
                <a:cs typeface="Tw Cen MT" panose="020B0602020104020603"/>
              </a:rPr>
              <a:t>ient</a:t>
            </a:r>
            <a:endParaRPr lang="en-US" sz="2000" dirty="0">
              <a:latin typeface="Tw Cen MT" panose="020B0602020104020603"/>
              <a:cs typeface="Tw Cen MT" panose="020B0602020104020603"/>
            </a:endParaRPr>
          </a:p>
          <a:p>
            <a:pPr marL="861695" indent="-319405">
              <a:spcBef>
                <a:spcPts val="700"/>
              </a:spcBef>
              <a:buClr>
                <a:srgbClr val="DD8046"/>
              </a:buClr>
              <a:buSzPct val="59000"/>
              <a:buFont typeface="Wingdings" panose="05000000000000000000"/>
              <a:buChar char=""/>
              <a:tabLst>
                <a:tab pos="862330" algn="l"/>
              </a:tabLst>
            </a:pPr>
            <a:r>
              <a:rPr lang="en-US" sz="2000" spc="-10" dirty="0">
                <a:latin typeface="Tw Cen MT" panose="020B0602020104020603"/>
                <a:cs typeface="Tw Cen MT" panose="020B0602020104020603"/>
              </a:rPr>
              <a:t>L</a:t>
            </a:r>
            <a:r>
              <a:rPr lang="en-US" sz="2000" spc="-5" dirty="0">
                <a:latin typeface="Tw Cen MT" panose="020B0602020104020603"/>
                <a:cs typeface="Tw Cen MT" panose="020B0602020104020603"/>
              </a:rPr>
              <a:t>es</a:t>
            </a:r>
            <a:r>
              <a:rPr lang="en-US" sz="2000" dirty="0">
                <a:latin typeface="Tw Cen MT" panose="020B0602020104020603"/>
                <a:cs typeface="Tw Cen MT" panose="020B0602020104020603"/>
              </a:rPr>
              <a:t>s</a:t>
            </a:r>
            <a:r>
              <a:rPr lang="en-US" sz="2000" spc="-5" dirty="0">
                <a:latin typeface="Tw Cen MT" panose="020B0602020104020603"/>
                <a:cs typeface="Tw Cen MT" panose="020B0602020104020603"/>
              </a:rPr>
              <a:t> fl</a:t>
            </a:r>
            <a:r>
              <a:rPr lang="en-US" sz="2000" spc="-95" dirty="0">
                <a:latin typeface="Tw Cen MT" panose="020B0602020104020603"/>
                <a:cs typeface="Tw Cen MT" panose="020B0602020104020603"/>
              </a:rPr>
              <a:t>e</a:t>
            </a:r>
            <a:r>
              <a:rPr lang="en-US" sz="2000" spc="-5" dirty="0">
                <a:latin typeface="Tw Cen MT" panose="020B0602020104020603"/>
                <a:cs typeface="Tw Cen MT" panose="020B0602020104020603"/>
              </a:rPr>
              <a:t>xi</a:t>
            </a:r>
            <a:r>
              <a:rPr lang="en-US" sz="2000" spc="-10" dirty="0">
                <a:latin typeface="Tw Cen MT" panose="020B0602020104020603"/>
                <a:cs typeface="Tw Cen MT" panose="020B0602020104020603"/>
              </a:rPr>
              <a:t>b</a:t>
            </a:r>
            <a:r>
              <a:rPr lang="en-US" sz="2000" spc="-5" dirty="0">
                <a:latin typeface="Tw Cen MT" panose="020B0602020104020603"/>
                <a:cs typeface="Tw Cen MT" panose="020B0602020104020603"/>
              </a:rPr>
              <a:t>l</a:t>
            </a:r>
            <a:r>
              <a:rPr lang="en-US" sz="2000" dirty="0">
                <a:latin typeface="Tw Cen MT" panose="020B0602020104020603"/>
                <a:cs typeface="Tw Cen MT" panose="020B0602020104020603"/>
              </a:rPr>
              <a:t>e</a:t>
            </a:r>
          </a:p>
          <a:p>
            <a:pPr marL="861695" indent="-319405">
              <a:spcBef>
                <a:spcPts val="700"/>
              </a:spcBef>
              <a:buClr>
                <a:srgbClr val="DD8046"/>
              </a:buClr>
              <a:buSzPct val="59000"/>
              <a:buFont typeface="Wingdings" panose="05000000000000000000"/>
              <a:buChar char=""/>
              <a:tabLst>
                <a:tab pos="862330" algn="l"/>
              </a:tabLst>
            </a:pPr>
            <a:r>
              <a:rPr lang="en-US" sz="2000" spc="-5" dirty="0">
                <a:latin typeface="Tw Cen MT" panose="020B0602020104020603"/>
                <a:cs typeface="Tw Cen MT" panose="020B0602020104020603"/>
              </a:rPr>
              <a:t>offe</a:t>
            </a:r>
            <a:r>
              <a:rPr lang="en-US" sz="2000" dirty="0">
                <a:latin typeface="Tw Cen MT" panose="020B0602020104020603"/>
                <a:cs typeface="Tw Cen MT" panose="020B0602020104020603"/>
              </a:rPr>
              <a:t>r</a:t>
            </a:r>
            <a:r>
              <a:rPr lang="en-US" sz="2000" spc="-5" dirty="0">
                <a:latin typeface="Tw Cen MT" panose="020B0602020104020603"/>
                <a:cs typeface="Tw Cen MT" panose="020B0602020104020603"/>
              </a:rPr>
              <a:t> </a:t>
            </a:r>
            <a:r>
              <a:rPr lang="en-US" sz="2000" dirty="0">
                <a:latin typeface="Tw Cen MT" panose="020B0602020104020603"/>
                <a:cs typeface="Tw Cen MT" panose="020B0602020104020603"/>
              </a:rPr>
              <a:t>a</a:t>
            </a:r>
            <a:r>
              <a:rPr lang="en-US" sz="2000" spc="-5" dirty="0">
                <a:latin typeface="Tw Cen MT" panose="020B0602020104020603"/>
                <a:cs typeface="Tw Cen MT" panose="020B0602020104020603"/>
              </a:rPr>
              <a:t> </a:t>
            </a:r>
            <a:r>
              <a:rPr lang="en-US" sz="2000" spc="-5" dirty="0">
                <a:solidFill>
                  <a:srgbClr val="FF0000"/>
                </a:solidFill>
                <a:latin typeface="Tw Cen MT" panose="020B0602020104020603"/>
                <a:cs typeface="Tw Cen MT" panose="020B0602020104020603"/>
              </a:rPr>
              <a:t>serie</a:t>
            </a:r>
            <a:r>
              <a:rPr lang="en-US" sz="2000" dirty="0">
                <a:solidFill>
                  <a:srgbClr val="FF0000"/>
                </a:solidFill>
                <a:latin typeface="Tw Cen MT" panose="020B0602020104020603"/>
                <a:cs typeface="Tw Cen MT" panose="020B0602020104020603"/>
              </a:rPr>
              <a:t>s</a:t>
            </a:r>
            <a:r>
              <a:rPr lang="en-US" sz="2000" spc="-5" dirty="0">
                <a:solidFill>
                  <a:srgbClr val="FF0000"/>
                </a:solidFill>
                <a:latin typeface="Tw Cen MT" panose="020B0602020104020603"/>
                <a:cs typeface="Tw Cen MT" panose="020B0602020104020603"/>
              </a:rPr>
              <a:t> o</a:t>
            </a:r>
            <a:r>
              <a:rPr lang="en-US" sz="2000" dirty="0">
                <a:solidFill>
                  <a:srgbClr val="FF0000"/>
                </a:solidFill>
                <a:latin typeface="Tw Cen MT" panose="020B0602020104020603"/>
                <a:cs typeface="Tw Cen MT" panose="020B0602020104020603"/>
              </a:rPr>
              <a:t>f</a:t>
            </a:r>
            <a:r>
              <a:rPr lang="en-US" sz="2000" spc="80" dirty="0">
                <a:solidFill>
                  <a:srgbClr val="FF0000"/>
                </a:solidFill>
                <a:latin typeface="Tw Cen MT" panose="020B0602020104020603"/>
                <a:cs typeface="Tw Cen MT" panose="020B0602020104020603"/>
              </a:rPr>
              <a:t> </a:t>
            </a:r>
            <a:r>
              <a:rPr lang="en-US" sz="2000" spc="-5" dirty="0">
                <a:solidFill>
                  <a:srgbClr val="FF0000"/>
                </a:solidFill>
                <a:latin typeface="Tw Cen MT" panose="020B0602020104020603"/>
                <a:cs typeface="Tw Cen MT" panose="020B0602020104020603"/>
              </a:rPr>
              <a:t>different</a:t>
            </a:r>
            <a:r>
              <a:rPr lang="en-US" sz="2000" dirty="0">
                <a:solidFill>
                  <a:srgbClr val="FF0000"/>
                </a:solidFill>
                <a:latin typeface="Tw Cen MT" panose="020B0602020104020603"/>
                <a:cs typeface="Tw Cen MT" panose="020B0602020104020603"/>
              </a:rPr>
              <a:t> </a:t>
            </a:r>
            <a:r>
              <a:rPr lang="en-US" sz="2000" spc="-5" dirty="0">
                <a:solidFill>
                  <a:srgbClr val="FF0000"/>
                </a:solidFill>
                <a:latin typeface="Tw Cen MT" panose="020B0602020104020603"/>
                <a:cs typeface="Tw Cen MT" panose="020B0602020104020603"/>
              </a:rPr>
              <a:t>se</a:t>
            </a:r>
            <a:r>
              <a:rPr lang="en-US" sz="2000" spc="110" dirty="0">
                <a:solidFill>
                  <a:srgbClr val="FF0000"/>
                </a:solidFill>
                <a:latin typeface="Tw Cen MT" panose="020B0602020104020603"/>
                <a:cs typeface="Tw Cen MT" panose="020B0602020104020603"/>
              </a:rPr>
              <a:t>r</a:t>
            </a:r>
            <a:r>
              <a:rPr lang="en-US" sz="2000" spc="-5" dirty="0">
                <a:solidFill>
                  <a:srgbClr val="FF0000"/>
                </a:solidFill>
                <a:latin typeface="Tw Cen MT" panose="020B0602020104020603"/>
                <a:cs typeface="Tw Cen MT" panose="020B0602020104020603"/>
              </a:rPr>
              <a:t>vi</a:t>
            </a:r>
            <a:r>
              <a:rPr lang="en-US" sz="2000" spc="-10" dirty="0">
                <a:solidFill>
                  <a:srgbClr val="FF0000"/>
                </a:solidFill>
                <a:latin typeface="Tw Cen MT" panose="020B0602020104020603"/>
                <a:cs typeface="Tw Cen MT" panose="020B0602020104020603"/>
              </a:rPr>
              <a:t>c</a:t>
            </a:r>
            <a:r>
              <a:rPr lang="en-US" sz="2000" spc="-5" dirty="0">
                <a:solidFill>
                  <a:srgbClr val="FF0000"/>
                </a:solidFill>
                <a:latin typeface="Tw Cen MT" panose="020B0602020104020603"/>
                <a:cs typeface="Tw Cen MT" panose="020B0602020104020603"/>
              </a:rPr>
              <a:t>e</a:t>
            </a:r>
            <a:r>
              <a:rPr lang="en-US" sz="2000" spc="-35" dirty="0">
                <a:solidFill>
                  <a:srgbClr val="FF0000"/>
                </a:solidFill>
                <a:latin typeface="Tw Cen MT" panose="020B0602020104020603"/>
                <a:cs typeface="Tw Cen MT" panose="020B0602020104020603"/>
              </a:rPr>
              <a:t>s</a:t>
            </a:r>
            <a:r>
              <a:rPr lang="en-US" sz="2000" dirty="0">
                <a:solidFill>
                  <a:srgbClr val="FF0000"/>
                </a:solidFill>
                <a:latin typeface="Tw Cen MT" panose="020B0602020104020603"/>
                <a:cs typeface="Tw Cen MT" panose="020B0602020104020603"/>
              </a:rPr>
              <a:t>.</a:t>
            </a:r>
          </a:p>
          <a:p>
            <a:pPr marL="861695" indent="-319405">
              <a:spcBef>
                <a:spcPts val="700"/>
              </a:spcBef>
              <a:buClr>
                <a:srgbClr val="DD8046"/>
              </a:buClr>
              <a:buSzPct val="60000"/>
              <a:buFont typeface="Wingdings" panose="05000000000000000000"/>
              <a:buChar char=""/>
              <a:tabLst>
                <a:tab pos="862330" algn="l"/>
              </a:tabLst>
            </a:pPr>
            <a:r>
              <a:rPr lang="en-US" sz="2000" spc="-35" dirty="0">
                <a:latin typeface="Tw Cen MT" panose="020B0602020104020603"/>
                <a:cs typeface="Tw Cen MT" panose="020B0602020104020603"/>
              </a:rPr>
              <a:t>r</a:t>
            </a:r>
            <a:r>
              <a:rPr lang="en-US" sz="2000" spc="-10" dirty="0">
                <a:latin typeface="Tw Cen MT" panose="020B0602020104020603"/>
                <a:cs typeface="Tw Cen MT" panose="020B0602020104020603"/>
              </a:rPr>
              <a:t>a</a:t>
            </a:r>
            <a:r>
              <a:rPr lang="en-US" sz="2000" spc="-5" dirty="0">
                <a:latin typeface="Tw Cen MT" panose="020B0602020104020603"/>
                <a:cs typeface="Tw Cen MT" panose="020B0602020104020603"/>
              </a:rPr>
              <a:t>rel</a:t>
            </a:r>
            <a:r>
              <a:rPr lang="en-US" sz="2000" dirty="0">
                <a:latin typeface="Tw Cen MT" panose="020B0602020104020603"/>
                <a:cs typeface="Tw Cen MT" panose="020B0602020104020603"/>
              </a:rPr>
              <a:t>y</a:t>
            </a:r>
            <a:r>
              <a:rPr lang="en-US" sz="2000" spc="-5" dirty="0">
                <a:latin typeface="Tw Cen MT" panose="020B0602020104020603"/>
                <a:cs typeface="Tw Cen MT" panose="020B0602020104020603"/>
              </a:rPr>
              <a:t> used in</a:t>
            </a:r>
            <a:r>
              <a:rPr lang="en-US" sz="2000" dirty="0">
                <a:latin typeface="Tw Cen MT" panose="020B0602020104020603"/>
                <a:cs typeface="Tw Cen MT" panose="020B0602020104020603"/>
              </a:rPr>
              <a:t> </a:t>
            </a:r>
            <a:r>
              <a:rPr lang="en-US" sz="2000" spc="-5" dirty="0">
                <a:latin typeface="Tw Cen MT" panose="020B0602020104020603"/>
                <a:cs typeface="Tw Cen MT" panose="020B0602020104020603"/>
              </a:rPr>
              <a:t>p</a:t>
            </a:r>
            <a:r>
              <a:rPr lang="en-US" sz="2000" spc="-65" dirty="0">
                <a:latin typeface="Tw Cen MT" panose="020B0602020104020603"/>
                <a:cs typeface="Tw Cen MT" panose="020B0602020104020603"/>
              </a:rPr>
              <a:t>r</a:t>
            </a:r>
            <a:r>
              <a:rPr lang="en-US" sz="2000" spc="-5" dirty="0">
                <a:latin typeface="Tw Cen MT" panose="020B0602020104020603"/>
                <a:cs typeface="Tw Cen MT" panose="020B0602020104020603"/>
              </a:rPr>
              <a:t>o</a:t>
            </a:r>
            <a:r>
              <a:rPr lang="en-US" sz="2000" spc="-10" dirty="0">
                <a:latin typeface="Tw Cen MT" panose="020B0602020104020603"/>
                <a:cs typeface="Tw Cen MT" panose="020B0602020104020603"/>
              </a:rPr>
              <a:t>d</a:t>
            </a:r>
            <a:r>
              <a:rPr lang="en-US" sz="2000" spc="-5" dirty="0">
                <a:latin typeface="Tw Cen MT" panose="020B0602020104020603"/>
                <a:cs typeface="Tw Cen MT" panose="020B0602020104020603"/>
              </a:rPr>
              <a:t>u</a:t>
            </a:r>
            <a:r>
              <a:rPr lang="en-US" sz="2000" spc="-10" dirty="0">
                <a:latin typeface="Tw Cen MT" panose="020B0602020104020603"/>
                <a:cs typeface="Tw Cen MT" panose="020B0602020104020603"/>
              </a:rPr>
              <a:t>c</a:t>
            </a:r>
            <a:r>
              <a:rPr lang="en-US" sz="2000" spc="-5" dirty="0">
                <a:latin typeface="Tw Cen MT" panose="020B0602020104020603"/>
                <a:cs typeface="Tw Cen MT" panose="020B0602020104020603"/>
              </a:rPr>
              <a:t>tion</a:t>
            </a:r>
            <a:r>
              <a:rPr lang="en-US" sz="2000" dirty="0">
                <a:latin typeface="Tw Cen MT" panose="020B0602020104020603"/>
                <a:cs typeface="Tw Cen MT" panose="020B0602020104020603"/>
              </a:rPr>
              <a:t>.</a:t>
            </a:r>
          </a:p>
          <a:p>
            <a:pPr marL="861695" indent="-319405">
              <a:spcBef>
                <a:spcPts val="700"/>
              </a:spcBef>
              <a:buClr>
                <a:srgbClr val="DD8046"/>
              </a:buClr>
              <a:buSzPct val="60000"/>
              <a:buFont typeface="Wingdings" panose="05000000000000000000"/>
              <a:buChar char=""/>
              <a:tabLst>
                <a:tab pos="862330" algn="l"/>
              </a:tabLst>
            </a:pPr>
            <a:r>
              <a:rPr lang="en-US" sz="2000" spc="-5" dirty="0">
                <a:latin typeface="Tw Cen MT" panose="020B0602020104020603"/>
                <a:cs typeface="Tw Cen MT" panose="020B0602020104020603"/>
              </a:rPr>
              <a:t>per</a:t>
            </a:r>
            <a:r>
              <a:rPr lang="en-US" sz="2000" spc="-65" dirty="0">
                <a:latin typeface="Tw Cen MT" panose="020B0602020104020603"/>
                <a:cs typeface="Tw Cen MT" panose="020B0602020104020603"/>
              </a:rPr>
              <a:t>f</a:t>
            </a:r>
            <a:r>
              <a:rPr lang="en-US" sz="2000" spc="-5" dirty="0">
                <a:latin typeface="Tw Cen MT" panose="020B0602020104020603"/>
                <a:cs typeface="Tw Cen MT" panose="020B0602020104020603"/>
              </a:rPr>
              <a:t>o</a:t>
            </a:r>
            <a:r>
              <a:rPr lang="en-US" sz="2000" spc="50" dirty="0">
                <a:latin typeface="Tw Cen MT" panose="020B0602020104020603"/>
                <a:cs typeface="Tw Cen MT" panose="020B0602020104020603"/>
              </a:rPr>
              <a:t>r</a:t>
            </a:r>
            <a:r>
              <a:rPr lang="en-US" sz="2000" dirty="0">
                <a:latin typeface="Tw Cen MT" panose="020B0602020104020603"/>
                <a:cs typeface="Tw Cen MT" panose="020B0602020104020603"/>
              </a:rPr>
              <a:t>m</a:t>
            </a:r>
            <a:r>
              <a:rPr lang="en-US" sz="2000" spc="-5" dirty="0">
                <a:latin typeface="Tw Cen MT" panose="020B0602020104020603"/>
                <a:cs typeface="Tw Cen MT" panose="020B0602020104020603"/>
              </a:rPr>
              <a:t> </a:t>
            </a:r>
            <a:r>
              <a:rPr lang="en-US" sz="2000" spc="-5" dirty="0">
                <a:solidFill>
                  <a:srgbClr val="00B050"/>
                </a:solidFill>
                <a:latin typeface="Tw Cen MT" panose="020B0602020104020603"/>
                <a:cs typeface="Tw Cen MT" panose="020B0602020104020603"/>
              </a:rPr>
              <a:t>soft</a:t>
            </a:r>
            <a:r>
              <a:rPr lang="en-US" sz="2000" spc="-120" dirty="0">
                <a:solidFill>
                  <a:srgbClr val="00B050"/>
                </a:solidFill>
                <a:latin typeface="Tw Cen MT" panose="020B0602020104020603"/>
                <a:cs typeface="Tw Cen MT" panose="020B0602020104020603"/>
              </a:rPr>
              <a:t>w</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r</a:t>
            </a:r>
            <a:r>
              <a:rPr lang="en-US" sz="2000" dirty="0">
                <a:solidFill>
                  <a:srgbClr val="00B050"/>
                </a:solidFill>
                <a:latin typeface="Tw Cen MT" panose="020B0602020104020603"/>
                <a:cs typeface="Tw Cen MT" panose="020B0602020104020603"/>
              </a:rPr>
              <a:t>e</a:t>
            </a:r>
            <a:r>
              <a:rPr lang="en-US" sz="2000" spc="-5" dirty="0">
                <a:solidFill>
                  <a:srgbClr val="00B050"/>
                </a:solidFill>
                <a:latin typeface="Tw Cen MT" panose="020B0602020104020603"/>
                <a:cs typeface="Tw Cen MT" panose="020B0602020104020603"/>
              </a:rPr>
              <a:t> vi</a:t>
            </a:r>
            <a:r>
              <a:rPr lang="en-US" sz="2000" spc="50" dirty="0">
                <a:solidFill>
                  <a:srgbClr val="00B050"/>
                </a:solidFill>
                <a:latin typeface="Tw Cen MT" panose="020B0602020104020603"/>
                <a:cs typeface="Tw Cen MT" panose="020B0602020104020603"/>
              </a:rPr>
              <a:t>r</a:t>
            </a:r>
            <a:r>
              <a:rPr lang="en-US" sz="2000" spc="-5" dirty="0">
                <a:solidFill>
                  <a:srgbClr val="00B050"/>
                </a:solidFill>
                <a:latin typeface="Tw Cen MT" panose="020B0602020104020603"/>
                <a:cs typeface="Tw Cen MT" panose="020B0602020104020603"/>
              </a:rPr>
              <a:t>tu</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liz</a:t>
            </a:r>
            <a:r>
              <a:rPr lang="en-US" sz="2000" spc="-10" dirty="0">
                <a:solidFill>
                  <a:srgbClr val="00B050"/>
                </a:solidFill>
                <a:latin typeface="Tw Cen MT" panose="020B0602020104020603"/>
                <a:cs typeface="Tw Cen MT" panose="020B0602020104020603"/>
              </a:rPr>
              <a:t>a</a:t>
            </a:r>
            <a:r>
              <a:rPr lang="en-US" sz="2000" spc="-5" dirty="0">
                <a:solidFill>
                  <a:srgbClr val="00B050"/>
                </a:solidFill>
                <a:latin typeface="Tw Cen MT" panose="020B0602020104020603"/>
                <a:cs typeface="Tw Cen MT" panose="020B0602020104020603"/>
              </a:rPr>
              <a:t>tion</a:t>
            </a:r>
            <a:r>
              <a:rPr lang="en-US" sz="2000" dirty="0">
                <a:solidFill>
                  <a:srgbClr val="00B050"/>
                </a:solidFill>
                <a:latin typeface="Tw Cen MT" panose="020B0602020104020603"/>
                <a:cs typeface="Tw Cen MT" panose="020B0602020104020603"/>
              </a:rPr>
              <a:t>.</a:t>
            </a:r>
          </a:p>
          <a:p>
            <a:pPr marL="861695" indent="-319405">
              <a:spcBef>
                <a:spcPts val="700"/>
              </a:spcBef>
              <a:buClr>
                <a:srgbClr val="DD8046"/>
              </a:buClr>
              <a:buSzPct val="60000"/>
              <a:buFont typeface="Wingdings" panose="05000000000000000000"/>
              <a:buChar char=""/>
              <a:tabLst>
                <a:tab pos="862330" algn="l"/>
              </a:tabLst>
            </a:pPr>
            <a:endParaRPr lang="en-US" sz="2000" dirty="0">
              <a:latin typeface="Tw Cen MT" panose="020B0602020104020603"/>
              <a:cs typeface="Tw Cen MT" panose="020B0602020104020603"/>
            </a:endParaRPr>
          </a:p>
          <a:p>
            <a:pPr marL="815340" marR="5080" indent="-319405">
              <a:spcBef>
                <a:spcPts val="700"/>
              </a:spcBef>
              <a:buClr>
                <a:srgbClr val="DD8046"/>
              </a:buClr>
              <a:buSzPct val="60000"/>
              <a:buFont typeface="Wingdings" panose="05000000000000000000"/>
              <a:buChar char=""/>
              <a:tabLst>
                <a:tab pos="815975" algn="l"/>
              </a:tabLst>
            </a:pPr>
            <a:endParaRPr sz="2000">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362646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4294967295"/>
          </p:nvPr>
        </p:nvSpPr>
        <p:spPr/>
        <p:txBody>
          <a:bodyPr/>
          <a:lstStyle/>
          <a:p>
            <a:endParaRPr lang="en-US"/>
          </a:p>
        </p:txBody>
      </p:sp>
      <p:pic>
        <p:nvPicPr>
          <p:cNvPr id="7" name="Content Placeholder 6"/>
          <p:cNvPicPr>
            <a:picLocks noGrp="1" noChangeAspect="1"/>
          </p:cNvPicPr>
          <p:nvPr>
            <p:ph sz="half" idx="2"/>
          </p:nvPr>
        </p:nvPicPr>
        <p:blipFill>
          <a:blip r:embed="rId2"/>
          <a:stretch>
            <a:fillRect/>
          </a:stretch>
        </p:blipFill>
        <p:spPr>
          <a:xfrm>
            <a:off x="2286000" y="1611630"/>
            <a:ext cx="7607300" cy="4457700"/>
          </a:xfrm>
          <a:prstGeom prst="rect">
            <a:avLst/>
          </a:prstGeom>
        </p:spPr>
      </p:pic>
      <p:sp>
        <p:nvSpPr>
          <p:cNvPr id="8" name="object 2"/>
          <p:cNvSpPr txBox="1">
            <a:spLocks noGrp="1"/>
          </p:cNvSpPr>
          <p:nvPr>
            <p:ph type="title"/>
          </p:nvPr>
        </p:nvSpPr>
        <p:spPr>
          <a:xfrm>
            <a:off x="2016888" y="436297"/>
            <a:ext cx="8158225" cy="676910"/>
          </a:xfrm>
          <a:prstGeom prst="rect">
            <a:avLst/>
          </a:prstGeom>
        </p:spPr>
        <p:txBody>
          <a:bodyPr vert="horz" wrap="square" lIns="0" tIns="0" rIns="0" bIns="0" rtlCol="0" anchor="ctr">
            <a:spAutoFit/>
          </a:bodyPr>
          <a:lstStyle/>
          <a:p>
            <a:pPr marL="1545590">
              <a:lnSpc>
                <a:spcPct val="100000"/>
              </a:lnSpc>
            </a:pPr>
            <a:r>
              <a:rPr u="heavy" spc="-50" dirty="0"/>
              <a:t>V</a:t>
            </a:r>
            <a:r>
              <a:rPr u="heavy" spc="-5" dirty="0"/>
              <a:t>i</a:t>
            </a:r>
            <a:r>
              <a:rPr u="heavy" spc="204" dirty="0"/>
              <a:t>r</a:t>
            </a:r>
            <a:r>
              <a:rPr u="heavy" spc="-5" dirty="0"/>
              <a:t>tu</a:t>
            </a:r>
            <a:r>
              <a:rPr u="heavy" spc="-10" dirty="0"/>
              <a:t>a</a:t>
            </a:r>
            <a:r>
              <a:rPr u="heavy" spc="-5" dirty="0"/>
              <a:t>li</a:t>
            </a:r>
            <a:r>
              <a:rPr u="heavy" dirty="0"/>
              <a:t>z</a:t>
            </a:r>
            <a:r>
              <a:rPr u="heavy" spc="75" dirty="0"/>
              <a:t>a</a:t>
            </a:r>
            <a:r>
              <a:rPr u="heavy" spc="-5" dirty="0"/>
              <a:t>tion</a:t>
            </a:r>
          </a:p>
        </p:txBody>
      </p:sp>
    </p:spTree>
    <p:extLst>
      <p:ext uri="{BB962C8B-B14F-4D97-AF65-F5344CB8AC3E}">
        <p14:creationId xmlns:p14="http://schemas.microsoft.com/office/powerpoint/2010/main" val="2513752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545590">
              <a:lnSpc>
                <a:spcPct val="100000"/>
              </a:lnSpc>
            </a:pPr>
            <a:r>
              <a:rPr u="heavy" spc="-220" dirty="0"/>
              <a:t>T</a:t>
            </a:r>
            <a:r>
              <a:rPr u="heavy" spc="-5" dirty="0"/>
              <a:t>yp</a:t>
            </a:r>
            <a:r>
              <a:rPr u="heavy" dirty="0"/>
              <a:t>e</a:t>
            </a:r>
            <a:r>
              <a:rPr u="heavy" spc="-5" dirty="0"/>
              <a:t>s</a:t>
            </a:r>
            <a:r>
              <a:rPr u="heavy" spc="114" dirty="0">
                <a:latin typeface="Times New Roman" panose="02020603050405020304"/>
                <a:cs typeface="Times New Roman" panose="02020603050405020304"/>
              </a:rPr>
              <a:t> </a:t>
            </a:r>
            <a:r>
              <a:rPr u="heavy" spc="-5" dirty="0"/>
              <a:t>of</a:t>
            </a:r>
            <a:r>
              <a:rPr u="heavy" spc="110" dirty="0">
                <a:latin typeface="Times New Roman" panose="02020603050405020304"/>
                <a:cs typeface="Times New Roman" panose="02020603050405020304"/>
              </a:rPr>
              <a:t> </a:t>
            </a:r>
            <a:r>
              <a:rPr u="heavy" spc="-50" dirty="0"/>
              <a:t>V</a:t>
            </a:r>
            <a:r>
              <a:rPr u="heavy" spc="-5" dirty="0"/>
              <a:t>i</a:t>
            </a:r>
            <a:r>
              <a:rPr u="heavy" spc="204" dirty="0"/>
              <a:t>r</a:t>
            </a:r>
            <a:r>
              <a:rPr u="heavy" spc="-5" dirty="0"/>
              <a:t>tu</a:t>
            </a:r>
            <a:r>
              <a:rPr u="heavy" spc="-10" dirty="0"/>
              <a:t>a</a:t>
            </a:r>
            <a:r>
              <a:rPr u="heavy" spc="-5" dirty="0"/>
              <a:t>li</a:t>
            </a:r>
            <a:r>
              <a:rPr u="heavy" dirty="0"/>
              <a:t>z</a:t>
            </a:r>
            <a:r>
              <a:rPr u="heavy" spc="75" dirty="0"/>
              <a:t>a</a:t>
            </a:r>
            <a:r>
              <a:rPr u="heavy" spc="-5" dirty="0"/>
              <a:t>tion</a:t>
            </a:r>
          </a:p>
        </p:txBody>
      </p:sp>
      <p:sp>
        <p:nvSpPr>
          <p:cNvPr id="3" name="object 3"/>
          <p:cNvSpPr txBox="1"/>
          <p:nvPr/>
        </p:nvSpPr>
        <p:spPr>
          <a:xfrm>
            <a:off x="1602739" y="1289496"/>
            <a:ext cx="8986520" cy="5329664"/>
          </a:xfrm>
          <a:prstGeom prst="rect">
            <a:avLst/>
          </a:prstGeom>
        </p:spPr>
        <p:txBody>
          <a:bodyPr vert="horz" wrap="square" lIns="0" tIns="0" rIns="0" bIns="0" rtlCol="0">
            <a:spAutoFit/>
          </a:bodyPr>
          <a:lstStyle/>
          <a:p>
            <a:pPr marL="94615"/>
            <a:r>
              <a:rPr sz="2400" b="1" spc="-5" dirty="0">
                <a:solidFill>
                  <a:srgbClr val="FFFFFF"/>
                </a:solidFill>
                <a:latin typeface="Comic Sans MS" panose="030F0702030302020204"/>
                <a:cs typeface="Comic Sans MS" panose="030F0702030302020204"/>
              </a:rPr>
              <a:t>1</a:t>
            </a:r>
            <a:r>
              <a:rPr sz="2400" b="1" dirty="0">
                <a:solidFill>
                  <a:srgbClr val="FFFFFF"/>
                </a:solidFill>
                <a:latin typeface="Comic Sans MS" panose="030F0702030302020204"/>
                <a:cs typeface="Comic Sans MS" panose="030F0702030302020204"/>
              </a:rPr>
              <a:t>1</a:t>
            </a:r>
            <a:endParaRPr sz="2400">
              <a:latin typeface="Comic Sans MS" panose="030F0702030302020204"/>
              <a:cs typeface="Comic Sans MS" panose="030F0702030302020204"/>
            </a:endParaRPr>
          </a:p>
          <a:p>
            <a:endParaRPr sz="2400">
              <a:latin typeface="Times New Roman" panose="02020603050405020304"/>
              <a:cs typeface="Times New Roman" panose="02020603050405020304"/>
            </a:endParaRPr>
          </a:p>
          <a:p>
            <a:pPr marL="332105" indent="-319405">
              <a:spcBef>
                <a:spcPts val="700"/>
              </a:spcBef>
              <a:buClr>
                <a:srgbClr val="DD8046"/>
              </a:buClr>
              <a:buSzPct val="60000"/>
              <a:buFont typeface="Wingdings" panose="05000000000000000000"/>
              <a:buChar char=""/>
              <a:tabLst>
                <a:tab pos="332105" algn="l"/>
              </a:tabLst>
            </a:pPr>
            <a:r>
              <a:rPr sz="2400" b="1" spc="-5">
                <a:latin typeface="Tw Cen MT" panose="020B0602020104020603"/>
                <a:cs typeface="Tw Cen MT" panose="020B0602020104020603"/>
              </a:rPr>
              <a:t>H</a:t>
            </a:r>
            <a:r>
              <a:rPr sz="2400" b="1" spc="-10">
                <a:latin typeface="Tw Cen MT" panose="020B0602020104020603"/>
                <a:cs typeface="Tw Cen MT" panose="020B0602020104020603"/>
              </a:rPr>
              <a:t>a</a:t>
            </a:r>
            <a:r>
              <a:rPr sz="2400" b="1" spc="-5">
                <a:latin typeface="Tw Cen MT" panose="020B0602020104020603"/>
                <a:cs typeface="Tw Cen MT" panose="020B0602020104020603"/>
              </a:rPr>
              <a:t>rdw</a:t>
            </a:r>
            <a:r>
              <a:rPr sz="2400" b="1" spc="-10">
                <a:latin typeface="Tw Cen MT" panose="020B0602020104020603"/>
                <a:cs typeface="Tw Cen MT" panose="020B0602020104020603"/>
              </a:rPr>
              <a:t>a</a:t>
            </a:r>
            <a:r>
              <a:rPr sz="2400" b="1" spc="50">
                <a:latin typeface="Tw Cen MT" panose="020B0602020104020603"/>
                <a:cs typeface="Tw Cen MT" panose="020B0602020104020603"/>
              </a:rPr>
              <a:t>r</a:t>
            </a:r>
            <a:r>
              <a:rPr sz="2400" b="1">
                <a:latin typeface="Tw Cen MT" panose="020B0602020104020603"/>
                <a:cs typeface="Tw Cen MT" panose="020B0602020104020603"/>
              </a:rPr>
              <a:t>e</a:t>
            </a:r>
            <a:r>
              <a:rPr sz="2400" b="1" spc="-5">
                <a:latin typeface="Tw Cen MT" panose="020B0602020104020603"/>
                <a:cs typeface="Tw Cen MT" panose="020B0602020104020603"/>
              </a:rPr>
              <a:t> </a:t>
            </a:r>
            <a:r>
              <a:rPr sz="2400" b="1" spc="-35" dirty="0">
                <a:latin typeface="Tw Cen MT" panose="020B0602020104020603"/>
                <a:cs typeface="Tw Cen MT" panose="020B0602020104020603"/>
              </a:rPr>
              <a:t>V</a:t>
            </a:r>
            <a:r>
              <a:rPr sz="2400" b="1" spc="-5" dirty="0">
                <a:latin typeface="Tw Cen MT" panose="020B0602020104020603"/>
                <a:cs typeface="Tw Cen MT" panose="020B0602020104020603"/>
              </a:rPr>
              <a:t>i</a:t>
            </a:r>
            <a:r>
              <a:rPr sz="2400" b="1" spc="130" dirty="0">
                <a:latin typeface="Tw Cen MT" panose="020B0602020104020603"/>
                <a:cs typeface="Tw Cen MT" panose="020B0602020104020603"/>
              </a:rPr>
              <a:t>r</a:t>
            </a:r>
            <a:r>
              <a:rPr sz="2400" b="1" spc="-5" dirty="0">
                <a:latin typeface="Tw Cen MT" panose="020B0602020104020603"/>
                <a:cs typeface="Tw Cen MT" panose="020B0602020104020603"/>
              </a:rPr>
              <a:t>tu</a:t>
            </a:r>
            <a:r>
              <a:rPr sz="2400" b="1" spc="-10" dirty="0">
                <a:latin typeface="Tw Cen MT" panose="020B0602020104020603"/>
                <a:cs typeface="Tw Cen MT" panose="020B0602020104020603"/>
              </a:rPr>
              <a:t>a</a:t>
            </a:r>
            <a:r>
              <a:rPr sz="2400" b="1" spc="-5" dirty="0">
                <a:latin typeface="Tw Cen MT" panose="020B0602020104020603"/>
                <a:cs typeface="Tw Cen MT" panose="020B0602020104020603"/>
              </a:rPr>
              <a:t>liz</a:t>
            </a:r>
            <a:r>
              <a:rPr sz="2400" b="1" spc="45" dirty="0">
                <a:latin typeface="Tw Cen MT" panose="020B0602020104020603"/>
                <a:cs typeface="Tw Cen MT" panose="020B0602020104020603"/>
              </a:rPr>
              <a:t>a</a:t>
            </a:r>
            <a:r>
              <a:rPr sz="2400" b="1" spc="-5" dirty="0">
                <a:latin typeface="Tw Cen MT" panose="020B0602020104020603"/>
                <a:cs typeface="Tw Cen MT" panose="020B0602020104020603"/>
              </a:rPr>
              <a:t>tion</a:t>
            </a:r>
            <a:endParaRPr sz="2400">
              <a:latin typeface="Tw Cen MT" panose="020B0602020104020603"/>
              <a:cs typeface="Tw Cen MT" panose="020B0602020104020603"/>
            </a:endParaRPr>
          </a:p>
          <a:p>
            <a:pPr marL="332105" indent="-319405">
              <a:spcBef>
                <a:spcPts val="700"/>
              </a:spcBef>
              <a:buClr>
                <a:srgbClr val="DD8046"/>
              </a:buClr>
              <a:buSzPct val="60000"/>
              <a:buFont typeface="Wingdings" panose="05000000000000000000"/>
              <a:buChar char=""/>
              <a:tabLst>
                <a:tab pos="332105" algn="l"/>
              </a:tabLst>
            </a:pPr>
            <a:r>
              <a:rPr sz="2400" b="1" spc="-5">
                <a:latin typeface="Tw Cen MT" panose="020B0602020104020603"/>
                <a:cs typeface="Tw Cen MT" panose="020B0602020104020603"/>
              </a:rPr>
              <a:t>Softw</a:t>
            </a:r>
            <a:r>
              <a:rPr sz="2400" b="1" spc="-10">
                <a:latin typeface="Tw Cen MT" panose="020B0602020104020603"/>
                <a:cs typeface="Tw Cen MT" panose="020B0602020104020603"/>
              </a:rPr>
              <a:t>a</a:t>
            </a:r>
            <a:r>
              <a:rPr sz="2400" b="1" spc="50">
                <a:latin typeface="Tw Cen MT" panose="020B0602020104020603"/>
                <a:cs typeface="Tw Cen MT" panose="020B0602020104020603"/>
              </a:rPr>
              <a:t>r</a:t>
            </a:r>
            <a:r>
              <a:rPr sz="2400" b="1">
                <a:latin typeface="Tw Cen MT" panose="020B0602020104020603"/>
                <a:cs typeface="Tw Cen MT" panose="020B0602020104020603"/>
              </a:rPr>
              <a:t>e</a:t>
            </a:r>
            <a:r>
              <a:rPr sz="2400" b="1" spc="-5">
                <a:latin typeface="Tw Cen MT" panose="020B0602020104020603"/>
                <a:cs typeface="Tw Cen MT" panose="020B0602020104020603"/>
              </a:rPr>
              <a:t> </a:t>
            </a:r>
            <a:r>
              <a:rPr sz="2400" b="1" spc="-35">
                <a:latin typeface="Tw Cen MT" panose="020B0602020104020603"/>
                <a:cs typeface="Tw Cen MT" panose="020B0602020104020603"/>
              </a:rPr>
              <a:t>V</a:t>
            </a:r>
            <a:r>
              <a:rPr sz="2400" b="1" spc="-5">
                <a:latin typeface="Tw Cen MT" panose="020B0602020104020603"/>
                <a:cs typeface="Tw Cen MT" panose="020B0602020104020603"/>
              </a:rPr>
              <a:t>i</a:t>
            </a:r>
            <a:r>
              <a:rPr sz="2400" b="1" spc="130">
                <a:latin typeface="Tw Cen MT" panose="020B0602020104020603"/>
                <a:cs typeface="Tw Cen MT" panose="020B0602020104020603"/>
              </a:rPr>
              <a:t>r</a:t>
            </a:r>
            <a:r>
              <a:rPr sz="2400" b="1" spc="-5">
                <a:latin typeface="Tw Cen MT" panose="020B0602020104020603"/>
                <a:cs typeface="Tw Cen MT" panose="020B0602020104020603"/>
              </a:rPr>
              <a:t>tu</a:t>
            </a:r>
            <a:r>
              <a:rPr sz="2400" b="1" spc="-10">
                <a:latin typeface="Tw Cen MT" panose="020B0602020104020603"/>
                <a:cs typeface="Tw Cen MT" panose="020B0602020104020603"/>
              </a:rPr>
              <a:t>a</a:t>
            </a:r>
            <a:r>
              <a:rPr sz="2400" b="1" spc="-5">
                <a:latin typeface="Tw Cen MT" panose="020B0602020104020603"/>
                <a:cs typeface="Tw Cen MT" panose="020B0602020104020603"/>
              </a:rPr>
              <a:t>liz</a:t>
            </a:r>
            <a:r>
              <a:rPr sz="2400" b="1" spc="45">
                <a:latin typeface="Tw Cen MT" panose="020B0602020104020603"/>
                <a:cs typeface="Tw Cen MT" panose="020B0602020104020603"/>
              </a:rPr>
              <a:t>a</a:t>
            </a:r>
            <a:r>
              <a:rPr sz="2400" b="1" spc="-5">
                <a:latin typeface="Tw Cen MT" panose="020B0602020104020603"/>
                <a:cs typeface="Tw Cen MT" panose="020B0602020104020603"/>
              </a:rPr>
              <a:t>tion</a:t>
            </a:r>
            <a:endParaRPr lang="en-US" sz="2400" b="1" spc="-5" dirty="0">
              <a:latin typeface="Tw Cen MT" panose="020B0602020104020603"/>
              <a:cs typeface="Tw Cen MT" panose="020B0602020104020603"/>
            </a:endParaRPr>
          </a:p>
          <a:p>
            <a:pPr marL="332105" indent="-319405">
              <a:spcBef>
                <a:spcPts val="700"/>
              </a:spcBef>
              <a:buClr>
                <a:srgbClr val="DD8046"/>
              </a:buClr>
              <a:buSzPct val="60000"/>
              <a:tabLst>
                <a:tab pos="332105" algn="l"/>
              </a:tabLst>
            </a:pPr>
            <a:endParaRPr sz="2400">
              <a:latin typeface="Tw Cen MT" panose="020B0602020104020603"/>
              <a:cs typeface="Tw Cen MT" panose="020B0602020104020603"/>
            </a:endParaRPr>
          </a:p>
          <a:p>
            <a:pPr marL="332105" indent="-319405">
              <a:spcBef>
                <a:spcPts val="700"/>
              </a:spcBef>
              <a:buClr>
                <a:srgbClr val="DD8046"/>
              </a:buClr>
              <a:buSzPct val="60000"/>
              <a:buFont typeface="Wingdings" panose="05000000000000000000"/>
              <a:buChar char=""/>
              <a:tabLst>
                <a:tab pos="332105" algn="l"/>
              </a:tabLst>
            </a:pPr>
            <a:r>
              <a:rPr sz="2400" b="1" spc="-5" dirty="0">
                <a:latin typeface="Tw Cen MT" panose="020B0602020104020603"/>
                <a:cs typeface="Tw Cen MT" panose="020B0602020104020603"/>
              </a:rPr>
              <a:t>Memo</a:t>
            </a:r>
            <a:r>
              <a:rPr sz="2400" b="1" spc="50" dirty="0">
                <a:latin typeface="Tw Cen MT" panose="020B0602020104020603"/>
                <a:cs typeface="Tw Cen MT" panose="020B0602020104020603"/>
              </a:rPr>
              <a:t>r</a:t>
            </a:r>
            <a:r>
              <a:rPr sz="2400" b="1" spc="-5" dirty="0">
                <a:latin typeface="Tw Cen MT" panose="020B0602020104020603"/>
                <a:cs typeface="Tw Cen MT" panose="020B0602020104020603"/>
              </a:rPr>
              <a:t>y </a:t>
            </a:r>
            <a:r>
              <a:rPr sz="2400" b="1" spc="-35" dirty="0">
                <a:latin typeface="Tw Cen MT" panose="020B0602020104020603"/>
                <a:cs typeface="Tw Cen MT" panose="020B0602020104020603"/>
              </a:rPr>
              <a:t>V</a:t>
            </a:r>
            <a:r>
              <a:rPr sz="2400" b="1" spc="-5" dirty="0">
                <a:latin typeface="Tw Cen MT" panose="020B0602020104020603"/>
                <a:cs typeface="Tw Cen MT" panose="020B0602020104020603"/>
              </a:rPr>
              <a:t>i</a:t>
            </a:r>
            <a:r>
              <a:rPr sz="2400" b="1" spc="130" dirty="0">
                <a:latin typeface="Tw Cen MT" panose="020B0602020104020603"/>
                <a:cs typeface="Tw Cen MT" panose="020B0602020104020603"/>
              </a:rPr>
              <a:t>r</a:t>
            </a:r>
            <a:r>
              <a:rPr sz="2400" b="1" spc="-5" dirty="0">
                <a:latin typeface="Tw Cen MT" panose="020B0602020104020603"/>
                <a:cs typeface="Tw Cen MT" panose="020B0602020104020603"/>
              </a:rPr>
              <a:t>tu</a:t>
            </a:r>
            <a:r>
              <a:rPr sz="2400" b="1" spc="-10" dirty="0">
                <a:latin typeface="Tw Cen MT" panose="020B0602020104020603"/>
                <a:cs typeface="Tw Cen MT" panose="020B0602020104020603"/>
              </a:rPr>
              <a:t>a</a:t>
            </a:r>
            <a:r>
              <a:rPr sz="2400" b="1" spc="-5" dirty="0">
                <a:latin typeface="Tw Cen MT" panose="020B0602020104020603"/>
                <a:cs typeface="Tw Cen MT" panose="020B0602020104020603"/>
              </a:rPr>
              <a:t>liz</a:t>
            </a:r>
            <a:r>
              <a:rPr sz="2400" b="1" spc="45" dirty="0">
                <a:latin typeface="Tw Cen MT" panose="020B0602020104020603"/>
                <a:cs typeface="Tw Cen MT" panose="020B0602020104020603"/>
              </a:rPr>
              <a:t>a</a:t>
            </a:r>
            <a:r>
              <a:rPr sz="2400" b="1" spc="-5" dirty="0">
                <a:latin typeface="Tw Cen MT" panose="020B0602020104020603"/>
                <a:cs typeface="Tw Cen MT" panose="020B0602020104020603"/>
              </a:rPr>
              <a:t>tion</a:t>
            </a:r>
            <a:endParaRPr sz="2400">
              <a:latin typeface="Tw Cen MT" panose="020B0602020104020603"/>
              <a:cs typeface="Tw Cen MT" panose="020B0602020104020603"/>
            </a:endParaRPr>
          </a:p>
          <a:p>
            <a:pPr marL="332105" indent="-319405">
              <a:spcBef>
                <a:spcPts val="700"/>
              </a:spcBef>
              <a:buClr>
                <a:srgbClr val="DD8046"/>
              </a:buClr>
              <a:buSzPct val="59000"/>
              <a:buFont typeface="Wingdings" panose="05000000000000000000"/>
              <a:buChar char=""/>
              <a:tabLst>
                <a:tab pos="332105" algn="l"/>
              </a:tabLst>
            </a:pPr>
            <a:r>
              <a:rPr sz="2400" b="1" spc="-5">
                <a:latin typeface="Tw Cen MT" panose="020B0602020104020603"/>
                <a:cs typeface="Tw Cen MT" panose="020B0602020104020603"/>
              </a:rPr>
              <a:t>Sto</a:t>
            </a:r>
            <a:r>
              <a:rPr sz="2400" b="1" spc="20">
                <a:latin typeface="Tw Cen MT" panose="020B0602020104020603"/>
                <a:cs typeface="Tw Cen MT" panose="020B0602020104020603"/>
              </a:rPr>
              <a:t>r</a:t>
            </a:r>
            <a:r>
              <a:rPr sz="2400" b="1" spc="45">
                <a:latin typeface="Tw Cen MT" panose="020B0602020104020603"/>
                <a:cs typeface="Tw Cen MT" panose="020B0602020104020603"/>
              </a:rPr>
              <a:t>a</a:t>
            </a:r>
            <a:r>
              <a:rPr sz="2400" b="1" spc="-5">
                <a:latin typeface="Tw Cen MT" panose="020B0602020104020603"/>
                <a:cs typeface="Tw Cen MT" panose="020B0602020104020603"/>
              </a:rPr>
              <a:t>g</a:t>
            </a:r>
            <a:r>
              <a:rPr sz="2400" b="1">
                <a:latin typeface="Tw Cen MT" panose="020B0602020104020603"/>
                <a:cs typeface="Tw Cen MT" panose="020B0602020104020603"/>
              </a:rPr>
              <a:t>e</a:t>
            </a:r>
            <a:r>
              <a:rPr sz="2400" b="1" spc="-5">
                <a:latin typeface="Tw Cen MT" panose="020B0602020104020603"/>
                <a:cs typeface="Tw Cen MT" panose="020B0602020104020603"/>
              </a:rPr>
              <a:t> </a:t>
            </a:r>
            <a:r>
              <a:rPr sz="2400" b="1" spc="-35">
                <a:latin typeface="Tw Cen MT" panose="020B0602020104020603"/>
                <a:cs typeface="Tw Cen MT" panose="020B0602020104020603"/>
              </a:rPr>
              <a:t>V</a:t>
            </a:r>
            <a:r>
              <a:rPr sz="2400" b="1" spc="-5">
                <a:latin typeface="Tw Cen MT" panose="020B0602020104020603"/>
                <a:cs typeface="Tw Cen MT" panose="020B0602020104020603"/>
              </a:rPr>
              <a:t>i</a:t>
            </a:r>
            <a:r>
              <a:rPr sz="2400" b="1" spc="130">
                <a:latin typeface="Tw Cen MT" panose="020B0602020104020603"/>
                <a:cs typeface="Tw Cen MT" panose="020B0602020104020603"/>
              </a:rPr>
              <a:t>r</a:t>
            </a:r>
            <a:r>
              <a:rPr sz="2400" b="1" spc="-5">
                <a:latin typeface="Tw Cen MT" panose="020B0602020104020603"/>
                <a:cs typeface="Tw Cen MT" panose="020B0602020104020603"/>
              </a:rPr>
              <a:t>tu</a:t>
            </a:r>
            <a:r>
              <a:rPr sz="2400" b="1" spc="-10">
                <a:latin typeface="Tw Cen MT" panose="020B0602020104020603"/>
                <a:cs typeface="Tw Cen MT" panose="020B0602020104020603"/>
              </a:rPr>
              <a:t>a</a:t>
            </a:r>
            <a:r>
              <a:rPr sz="2400" b="1" spc="-5">
                <a:latin typeface="Tw Cen MT" panose="020B0602020104020603"/>
                <a:cs typeface="Tw Cen MT" panose="020B0602020104020603"/>
              </a:rPr>
              <a:t>liz</a:t>
            </a:r>
            <a:r>
              <a:rPr sz="2400" b="1" spc="45">
                <a:latin typeface="Tw Cen MT" panose="020B0602020104020603"/>
                <a:cs typeface="Tw Cen MT" panose="020B0602020104020603"/>
              </a:rPr>
              <a:t>a</a:t>
            </a:r>
            <a:r>
              <a:rPr sz="2400" b="1" spc="-5">
                <a:latin typeface="Tw Cen MT" panose="020B0602020104020603"/>
                <a:cs typeface="Tw Cen MT" panose="020B0602020104020603"/>
              </a:rPr>
              <a:t>tion</a:t>
            </a:r>
            <a:endParaRPr lang="en-US" sz="2400" b="1" spc="-5" dirty="0">
              <a:latin typeface="Tw Cen MT" panose="020B0602020104020603"/>
              <a:cs typeface="Tw Cen MT" panose="020B0602020104020603"/>
            </a:endParaRPr>
          </a:p>
          <a:p>
            <a:pPr marL="332105" indent="-319405">
              <a:spcBef>
                <a:spcPts val="700"/>
              </a:spcBef>
              <a:buClr>
                <a:srgbClr val="DD8046"/>
              </a:buClr>
              <a:buSzPct val="59000"/>
              <a:tabLst>
                <a:tab pos="332105" algn="l"/>
              </a:tabLst>
            </a:pPr>
            <a:endParaRPr sz="2400">
              <a:latin typeface="Tw Cen MT" panose="020B0602020104020603"/>
              <a:cs typeface="Tw Cen MT" panose="020B0602020104020603"/>
            </a:endParaRPr>
          </a:p>
          <a:p>
            <a:pPr marL="332105" indent="-319405">
              <a:spcBef>
                <a:spcPts val="700"/>
              </a:spcBef>
              <a:buClr>
                <a:srgbClr val="DD8046"/>
              </a:buClr>
              <a:buSzPct val="59000"/>
              <a:buFont typeface="Wingdings" panose="05000000000000000000"/>
              <a:buChar char=""/>
              <a:tabLst>
                <a:tab pos="332105" algn="l"/>
              </a:tabLst>
            </a:pPr>
            <a:r>
              <a:rPr sz="2400" b="1" spc="-5" dirty="0">
                <a:latin typeface="Tw Cen MT" panose="020B0602020104020603"/>
                <a:cs typeface="Tw Cen MT" panose="020B0602020104020603"/>
              </a:rPr>
              <a:t>D</a:t>
            </a:r>
            <a:r>
              <a:rPr sz="2400" b="1" spc="45" dirty="0">
                <a:latin typeface="Tw Cen MT" panose="020B0602020104020603"/>
                <a:cs typeface="Tw Cen MT" panose="020B0602020104020603"/>
              </a:rPr>
              <a:t>a</a:t>
            </a:r>
            <a:r>
              <a:rPr sz="2400" b="1" spc="-5" dirty="0">
                <a:latin typeface="Tw Cen MT" panose="020B0602020104020603"/>
                <a:cs typeface="Tw Cen MT" panose="020B0602020104020603"/>
              </a:rPr>
              <a:t>ta </a:t>
            </a:r>
            <a:r>
              <a:rPr sz="2400" b="1" spc="-35" dirty="0">
                <a:latin typeface="Tw Cen MT" panose="020B0602020104020603"/>
                <a:cs typeface="Tw Cen MT" panose="020B0602020104020603"/>
              </a:rPr>
              <a:t>V</a:t>
            </a:r>
            <a:r>
              <a:rPr sz="2400" b="1" spc="-5" dirty="0">
                <a:latin typeface="Tw Cen MT" panose="020B0602020104020603"/>
                <a:cs typeface="Tw Cen MT" panose="020B0602020104020603"/>
              </a:rPr>
              <a:t>i</a:t>
            </a:r>
            <a:r>
              <a:rPr sz="2400" b="1" spc="130" dirty="0">
                <a:latin typeface="Tw Cen MT" panose="020B0602020104020603"/>
                <a:cs typeface="Tw Cen MT" panose="020B0602020104020603"/>
              </a:rPr>
              <a:t>r</a:t>
            </a:r>
            <a:r>
              <a:rPr sz="2400" b="1" spc="-5" dirty="0">
                <a:latin typeface="Tw Cen MT" panose="020B0602020104020603"/>
                <a:cs typeface="Tw Cen MT" panose="020B0602020104020603"/>
              </a:rPr>
              <a:t>tu</a:t>
            </a:r>
            <a:r>
              <a:rPr sz="2400" b="1" spc="-10" dirty="0">
                <a:latin typeface="Tw Cen MT" panose="020B0602020104020603"/>
                <a:cs typeface="Tw Cen MT" panose="020B0602020104020603"/>
              </a:rPr>
              <a:t>a</a:t>
            </a:r>
            <a:r>
              <a:rPr sz="2400" b="1" spc="-5" dirty="0">
                <a:latin typeface="Tw Cen MT" panose="020B0602020104020603"/>
                <a:cs typeface="Tw Cen MT" panose="020B0602020104020603"/>
              </a:rPr>
              <a:t>liz</a:t>
            </a:r>
            <a:r>
              <a:rPr sz="2400" b="1" spc="45" dirty="0">
                <a:latin typeface="Tw Cen MT" panose="020B0602020104020603"/>
                <a:cs typeface="Tw Cen MT" panose="020B0602020104020603"/>
              </a:rPr>
              <a:t>a</a:t>
            </a:r>
            <a:r>
              <a:rPr sz="2400" b="1" spc="-5" dirty="0">
                <a:latin typeface="Tw Cen MT" panose="020B0602020104020603"/>
                <a:cs typeface="Tw Cen MT" panose="020B0602020104020603"/>
              </a:rPr>
              <a:t>tion</a:t>
            </a:r>
            <a:endParaRPr sz="2400">
              <a:latin typeface="Tw Cen MT" panose="020B0602020104020603"/>
              <a:cs typeface="Tw Cen MT" panose="020B0602020104020603"/>
            </a:endParaRPr>
          </a:p>
          <a:p>
            <a:pPr marL="332105" indent="-319405">
              <a:spcBef>
                <a:spcPts val="700"/>
              </a:spcBef>
              <a:buClr>
                <a:srgbClr val="DD8046"/>
              </a:buClr>
              <a:buSzPct val="60000"/>
              <a:buFont typeface="Wingdings" panose="05000000000000000000"/>
              <a:buChar char=""/>
              <a:tabLst>
                <a:tab pos="332105" algn="l"/>
              </a:tabLst>
            </a:pPr>
            <a:r>
              <a:rPr sz="2400" b="1" spc="-5">
                <a:latin typeface="Tw Cen MT" panose="020B0602020104020603"/>
                <a:cs typeface="Tw Cen MT" panose="020B0602020104020603"/>
              </a:rPr>
              <a:t>Net</a:t>
            </a:r>
            <a:r>
              <a:rPr sz="2400" b="1" spc="-35">
                <a:latin typeface="Tw Cen MT" panose="020B0602020104020603"/>
                <a:cs typeface="Tw Cen MT" panose="020B0602020104020603"/>
              </a:rPr>
              <a:t>w</a:t>
            </a:r>
            <a:r>
              <a:rPr sz="2400" b="1" spc="-5">
                <a:latin typeface="Tw Cen MT" panose="020B0602020104020603"/>
                <a:cs typeface="Tw Cen MT" panose="020B0602020104020603"/>
              </a:rPr>
              <a:t>o</a:t>
            </a:r>
            <a:r>
              <a:rPr sz="2400" b="1" spc="20">
                <a:latin typeface="Tw Cen MT" panose="020B0602020104020603"/>
                <a:cs typeface="Tw Cen MT" panose="020B0602020104020603"/>
              </a:rPr>
              <a:t>r</a:t>
            </a:r>
            <a:r>
              <a:rPr sz="2400" b="1">
                <a:latin typeface="Tw Cen MT" panose="020B0602020104020603"/>
                <a:cs typeface="Tw Cen MT" panose="020B0602020104020603"/>
              </a:rPr>
              <a:t>k</a:t>
            </a:r>
            <a:r>
              <a:rPr sz="2400" b="1" spc="-5">
                <a:latin typeface="Tw Cen MT" panose="020B0602020104020603"/>
                <a:cs typeface="Tw Cen MT" panose="020B0602020104020603"/>
              </a:rPr>
              <a:t> </a:t>
            </a:r>
            <a:r>
              <a:rPr sz="2400" b="1" spc="-35">
                <a:latin typeface="Tw Cen MT" panose="020B0602020104020603"/>
                <a:cs typeface="Tw Cen MT" panose="020B0602020104020603"/>
              </a:rPr>
              <a:t>V</a:t>
            </a:r>
            <a:r>
              <a:rPr sz="2400" b="1" spc="-5">
                <a:latin typeface="Tw Cen MT" panose="020B0602020104020603"/>
                <a:cs typeface="Tw Cen MT" panose="020B0602020104020603"/>
              </a:rPr>
              <a:t>i</a:t>
            </a:r>
            <a:r>
              <a:rPr sz="2400" b="1" spc="130">
                <a:latin typeface="Tw Cen MT" panose="020B0602020104020603"/>
                <a:cs typeface="Tw Cen MT" panose="020B0602020104020603"/>
              </a:rPr>
              <a:t>r</a:t>
            </a:r>
            <a:r>
              <a:rPr sz="2400" b="1" spc="-5">
                <a:latin typeface="Tw Cen MT" panose="020B0602020104020603"/>
                <a:cs typeface="Tw Cen MT" panose="020B0602020104020603"/>
              </a:rPr>
              <a:t>tu</a:t>
            </a:r>
            <a:r>
              <a:rPr sz="2400" b="1" spc="-10">
                <a:latin typeface="Tw Cen MT" panose="020B0602020104020603"/>
                <a:cs typeface="Tw Cen MT" panose="020B0602020104020603"/>
              </a:rPr>
              <a:t>a</a:t>
            </a:r>
            <a:r>
              <a:rPr sz="2400" b="1" spc="-5">
                <a:latin typeface="Tw Cen MT" panose="020B0602020104020603"/>
                <a:cs typeface="Tw Cen MT" panose="020B0602020104020603"/>
              </a:rPr>
              <a:t>liz</a:t>
            </a:r>
            <a:r>
              <a:rPr sz="2400" b="1" spc="45">
                <a:latin typeface="Tw Cen MT" panose="020B0602020104020603"/>
                <a:cs typeface="Tw Cen MT" panose="020B0602020104020603"/>
              </a:rPr>
              <a:t>a</a:t>
            </a:r>
            <a:r>
              <a:rPr sz="2400" b="1" spc="-5">
                <a:latin typeface="Tw Cen MT" panose="020B0602020104020603"/>
                <a:cs typeface="Tw Cen MT" panose="020B0602020104020603"/>
              </a:rPr>
              <a:t>tion</a:t>
            </a:r>
            <a:endParaRPr lang="en-US" sz="2400" b="1" spc="-5" dirty="0">
              <a:latin typeface="Tw Cen MT" panose="020B0602020104020603"/>
              <a:cs typeface="Tw Cen MT" panose="020B0602020104020603"/>
            </a:endParaRPr>
          </a:p>
          <a:p>
            <a:pPr marL="332105" indent="-319405">
              <a:spcBef>
                <a:spcPts val="700"/>
              </a:spcBef>
              <a:buClr>
                <a:srgbClr val="DD8046"/>
              </a:buClr>
              <a:buSzPct val="60000"/>
              <a:tabLst>
                <a:tab pos="332105" algn="l"/>
              </a:tabLst>
            </a:pPr>
            <a:endParaRPr sz="2400">
              <a:latin typeface="Tw Cen MT" panose="020B0602020104020603"/>
              <a:cs typeface="Tw Cen MT" panose="020B0602020104020603"/>
            </a:endParaRPr>
          </a:p>
          <a:p>
            <a:pPr marL="332105" indent="-319405">
              <a:spcBef>
                <a:spcPts val="700"/>
              </a:spcBef>
              <a:buClr>
                <a:srgbClr val="DD8046"/>
              </a:buClr>
              <a:buSzPct val="60000"/>
              <a:buFont typeface="Wingdings" panose="05000000000000000000"/>
              <a:buChar char=""/>
              <a:tabLst>
                <a:tab pos="332105" algn="l"/>
              </a:tabLst>
            </a:pPr>
            <a:r>
              <a:rPr sz="2400" b="1" spc="-5" dirty="0">
                <a:latin typeface="Tw Cen MT" panose="020B0602020104020603"/>
                <a:cs typeface="Tw Cen MT" panose="020B0602020104020603"/>
              </a:rPr>
              <a:t>Desktop </a:t>
            </a:r>
            <a:r>
              <a:rPr sz="2400" b="1" spc="-35" dirty="0">
                <a:latin typeface="Tw Cen MT" panose="020B0602020104020603"/>
                <a:cs typeface="Tw Cen MT" panose="020B0602020104020603"/>
              </a:rPr>
              <a:t>V</a:t>
            </a:r>
            <a:r>
              <a:rPr sz="2400" b="1" spc="-5" dirty="0">
                <a:latin typeface="Tw Cen MT" panose="020B0602020104020603"/>
                <a:cs typeface="Tw Cen MT" panose="020B0602020104020603"/>
              </a:rPr>
              <a:t>i</a:t>
            </a:r>
            <a:r>
              <a:rPr sz="2400" b="1" spc="130" dirty="0">
                <a:latin typeface="Tw Cen MT" panose="020B0602020104020603"/>
                <a:cs typeface="Tw Cen MT" panose="020B0602020104020603"/>
              </a:rPr>
              <a:t>r</a:t>
            </a:r>
            <a:r>
              <a:rPr sz="2400" b="1" spc="-5" dirty="0">
                <a:latin typeface="Tw Cen MT" panose="020B0602020104020603"/>
                <a:cs typeface="Tw Cen MT" panose="020B0602020104020603"/>
              </a:rPr>
              <a:t>tu</a:t>
            </a:r>
            <a:r>
              <a:rPr sz="2400" b="1" spc="-10" dirty="0">
                <a:latin typeface="Tw Cen MT" panose="020B0602020104020603"/>
                <a:cs typeface="Tw Cen MT" panose="020B0602020104020603"/>
              </a:rPr>
              <a:t>a</a:t>
            </a:r>
            <a:r>
              <a:rPr sz="2400" b="1" spc="-5" dirty="0">
                <a:latin typeface="Tw Cen MT" panose="020B0602020104020603"/>
                <a:cs typeface="Tw Cen MT" panose="020B0602020104020603"/>
              </a:rPr>
              <a:t>liz</a:t>
            </a:r>
            <a:r>
              <a:rPr sz="2400" b="1" spc="45" dirty="0">
                <a:latin typeface="Tw Cen MT" panose="020B0602020104020603"/>
                <a:cs typeface="Tw Cen MT" panose="020B0602020104020603"/>
              </a:rPr>
              <a:t>a</a:t>
            </a:r>
            <a:r>
              <a:rPr sz="2400" b="1" spc="-5" dirty="0">
                <a:latin typeface="Tw Cen MT" panose="020B0602020104020603"/>
                <a:cs typeface="Tw Cen MT" panose="020B0602020104020603"/>
              </a:rPr>
              <a:t>tion</a:t>
            </a:r>
            <a:endParaRPr sz="2400">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549321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375410">
              <a:lnSpc>
                <a:spcPct val="100000"/>
              </a:lnSpc>
            </a:pPr>
            <a:r>
              <a:rPr spc="-5" dirty="0"/>
              <a:t>H</a:t>
            </a:r>
            <a:r>
              <a:rPr spc="-10" dirty="0"/>
              <a:t>a</a:t>
            </a:r>
            <a:r>
              <a:rPr spc="-5" dirty="0"/>
              <a:t>rdw</a:t>
            </a:r>
            <a:r>
              <a:rPr spc="-10" dirty="0"/>
              <a:t>a</a:t>
            </a:r>
            <a:r>
              <a:rPr spc="75" dirty="0"/>
              <a:t>r</a:t>
            </a:r>
            <a:r>
              <a:rPr dirty="0"/>
              <a:t>e</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1685288" y="1289497"/>
            <a:ext cx="8830312" cy="4010329"/>
          </a:xfrm>
          <a:prstGeom prst="rect">
            <a:avLst/>
          </a:prstGeom>
        </p:spPr>
        <p:txBody>
          <a:bodyPr vert="horz" wrap="square" lIns="0" tIns="0" rIns="0" bIns="0" rtlCol="0">
            <a:spAutoFit/>
          </a:bodyPr>
          <a:lstStyle/>
          <a:p>
            <a:pPr marL="12700"/>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2</a:t>
            </a:r>
            <a:endParaRPr sz="1200">
              <a:latin typeface="Comic Sans MS" panose="030F0702030302020204"/>
              <a:cs typeface="Comic Sans MS" panose="030F0702030302020204"/>
            </a:endParaRPr>
          </a:p>
          <a:p>
            <a:pPr marL="542290" marR="5080">
              <a:lnSpc>
                <a:spcPct val="120000"/>
              </a:lnSpc>
              <a:spcBef>
                <a:spcPts val="565"/>
              </a:spcBef>
            </a:pPr>
            <a:r>
              <a:rPr sz="2900" spc="-5" dirty="0">
                <a:latin typeface="Tw Cen MT" panose="020B0602020104020603"/>
                <a:cs typeface="Tw Cen MT" panose="020B0602020104020603"/>
              </a:rPr>
              <a:t>H</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r</a:t>
            </a:r>
            <a:r>
              <a:rPr sz="2900" spc="-70" dirty="0">
                <a:latin typeface="Tw Cen MT" panose="020B0602020104020603"/>
                <a:cs typeface="Tw Cen MT" panose="020B0602020104020603"/>
              </a:rPr>
              <a:t>d</a:t>
            </a:r>
            <a:r>
              <a:rPr sz="2900" spc="-120" dirty="0">
                <a:latin typeface="Tw Cen MT" panose="020B0602020104020603"/>
                <a:cs typeface="Tw Cen MT" panose="020B0602020104020603"/>
              </a:rPr>
              <a:t>w</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r</a:t>
            </a:r>
            <a:r>
              <a:rPr sz="2900" dirty="0">
                <a:latin typeface="Tw Cen MT" panose="020B0602020104020603"/>
                <a:cs typeface="Tw Cen MT" panose="020B0602020104020603"/>
              </a:rPr>
              <a:t>e</a:t>
            </a:r>
            <a:r>
              <a:rPr sz="2900" spc="-5" dirty="0">
                <a:latin typeface="Tw Cen MT" panose="020B0602020104020603"/>
                <a:cs typeface="Tw Cen MT" panose="020B0602020104020603"/>
              </a:rPr>
              <a:t> vi</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tu</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liz</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 </a:t>
            </a:r>
            <a:r>
              <a:rPr sz="2900" spc="-5">
                <a:latin typeface="Tw Cen MT" panose="020B0602020104020603"/>
                <a:cs typeface="Tw Cen MT" panose="020B0602020104020603"/>
              </a:rPr>
              <a:t>als</a:t>
            </a:r>
            <a:r>
              <a:rPr sz="2900">
                <a:latin typeface="Tw Cen MT" panose="020B0602020104020603"/>
                <a:cs typeface="Tw Cen MT" panose="020B0602020104020603"/>
              </a:rPr>
              <a:t>o</a:t>
            </a:r>
            <a:r>
              <a:rPr sz="2900" spc="-5">
                <a:latin typeface="Tw Cen MT" panose="020B0602020104020603"/>
                <a:cs typeface="Tw Cen MT" panose="020B0602020104020603"/>
              </a:rPr>
              <a:t> kn</a:t>
            </a:r>
            <a:r>
              <a:rPr sz="2900" spc="-95">
                <a:latin typeface="Tw Cen MT" panose="020B0602020104020603"/>
                <a:cs typeface="Tw Cen MT" panose="020B0602020104020603"/>
              </a:rPr>
              <a:t>o</a:t>
            </a:r>
            <a:r>
              <a:rPr sz="2900">
                <a:latin typeface="Tw Cen MT" panose="020B0602020104020603"/>
                <a:cs typeface="Tw Cen MT" panose="020B0602020104020603"/>
              </a:rPr>
              <a:t>w</a:t>
            </a:r>
            <a:r>
              <a:rPr lang="en-US" sz="2900" dirty="0">
                <a:latin typeface="Tw Cen MT" panose="020B0602020104020603"/>
                <a:cs typeface="Tw Cen MT" panose="020B0602020104020603"/>
              </a:rPr>
              <a:t>n</a:t>
            </a:r>
            <a:r>
              <a:rPr sz="2900" spc="-5">
                <a:latin typeface="Tw Cen MT" panose="020B0602020104020603"/>
                <a:cs typeface="Tw Cen MT" panose="020B0602020104020603"/>
              </a:rPr>
              <a:t> a</a:t>
            </a:r>
            <a:r>
              <a:rPr sz="2900">
                <a:latin typeface="Tw Cen MT" panose="020B0602020104020603"/>
                <a:cs typeface="Tw Cen MT" panose="020B0602020104020603"/>
              </a:rPr>
              <a:t>s</a:t>
            </a:r>
            <a:r>
              <a:rPr sz="2900" spc="-5">
                <a:latin typeface="Tw Cen MT" panose="020B0602020104020603"/>
                <a:cs typeface="Tw Cen MT" panose="020B0602020104020603"/>
              </a:rPr>
              <a:t> </a:t>
            </a:r>
            <a:r>
              <a:rPr sz="2900" spc="-5">
                <a:solidFill>
                  <a:srgbClr val="FF0000"/>
                </a:solidFill>
                <a:latin typeface="Tw Cen MT" panose="020B0602020104020603"/>
                <a:cs typeface="Tw Cen MT" panose="020B0602020104020603"/>
              </a:rPr>
              <a:t>se</a:t>
            </a:r>
            <a:r>
              <a:rPr sz="2900" spc="110">
                <a:solidFill>
                  <a:srgbClr val="FF0000"/>
                </a:solidFill>
                <a:latin typeface="Tw Cen MT" panose="020B0602020104020603"/>
                <a:cs typeface="Tw Cen MT" panose="020B0602020104020603"/>
              </a:rPr>
              <a:t>r</a:t>
            </a:r>
            <a:r>
              <a:rPr sz="2900" spc="-65">
                <a:solidFill>
                  <a:srgbClr val="FF0000"/>
                </a:solidFill>
                <a:latin typeface="Tw Cen MT" panose="020B0602020104020603"/>
                <a:cs typeface="Tw Cen MT" panose="020B0602020104020603"/>
              </a:rPr>
              <a:t>v</a:t>
            </a:r>
            <a:r>
              <a:rPr sz="2900" spc="-5">
                <a:solidFill>
                  <a:srgbClr val="FF0000"/>
                </a:solidFill>
                <a:latin typeface="Tw Cen MT" panose="020B0602020104020603"/>
                <a:cs typeface="Tw Cen MT" panose="020B0602020104020603"/>
              </a:rPr>
              <a:t>e</a:t>
            </a:r>
            <a:r>
              <a:rPr sz="2900">
                <a:solidFill>
                  <a:srgbClr val="FF0000"/>
                </a:solidFill>
                <a:latin typeface="Tw Cen MT" panose="020B0602020104020603"/>
                <a:cs typeface="Tw Cen MT" panose="020B0602020104020603"/>
              </a:rPr>
              <a:t>r</a:t>
            </a:r>
            <a:r>
              <a:rPr sz="2900" spc="-5">
                <a:solidFill>
                  <a:srgbClr val="FF0000"/>
                </a:solidFill>
                <a:latin typeface="Tw Cen MT" panose="020B0602020104020603"/>
                <a:cs typeface="Tw Cen MT" panose="020B0602020104020603"/>
              </a:rPr>
              <a:t> vi</a:t>
            </a:r>
            <a:r>
              <a:rPr sz="2900" spc="50">
                <a:solidFill>
                  <a:srgbClr val="FF0000"/>
                </a:solidFill>
                <a:latin typeface="Tw Cen MT" panose="020B0602020104020603"/>
                <a:cs typeface="Tw Cen MT" panose="020B0602020104020603"/>
              </a:rPr>
              <a:t>r</a:t>
            </a:r>
            <a:r>
              <a:rPr sz="2900" spc="-5">
                <a:solidFill>
                  <a:srgbClr val="FF0000"/>
                </a:solidFill>
                <a:latin typeface="Tw Cen MT" panose="020B0602020104020603"/>
                <a:cs typeface="Tw Cen MT" panose="020B0602020104020603"/>
              </a:rPr>
              <a:t>tu</a:t>
            </a:r>
            <a:r>
              <a:rPr sz="2900" spc="-10">
                <a:solidFill>
                  <a:srgbClr val="FF0000"/>
                </a:solidFill>
                <a:latin typeface="Tw Cen MT" panose="020B0602020104020603"/>
                <a:cs typeface="Tw Cen MT" panose="020B0602020104020603"/>
              </a:rPr>
              <a:t>a</a:t>
            </a:r>
            <a:r>
              <a:rPr sz="2900" spc="-5">
                <a:solidFill>
                  <a:srgbClr val="FF0000"/>
                </a:solidFill>
                <a:latin typeface="Tw Cen MT" panose="020B0602020104020603"/>
                <a:cs typeface="Tw Cen MT" panose="020B0602020104020603"/>
              </a:rPr>
              <a:t>liz</a:t>
            </a:r>
            <a:r>
              <a:rPr sz="2900" spc="-10">
                <a:solidFill>
                  <a:srgbClr val="FF0000"/>
                </a:solidFill>
                <a:latin typeface="Tw Cen MT" panose="020B0602020104020603"/>
                <a:cs typeface="Tw Cen MT" panose="020B0602020104020603"/>
              </a:rPr>
              <a:t>a</a:t>
            </a:r>
            <a:r>
              <a:rPr sz="2900" spc="-5">
                <a:solidFill>
                  <a:srgbClr val="FF0000"/>
                </a:solidFill>
                <a:latin typeface="Tw Cen MT" panose="020B0602020104020603"/>
                <a:cs typeface="Tw Cen MT" panose="020B0602020104020603"/>
              </a:rPr>
              <a:t>tion</a:t>
            </a:r>
            <a:r>
              <a:rPr lang="en-US" sz="2900" spc="-5" dirty="0">
                <a:solidFill>
                  <a:srgbClr val="FF0000"/>
                </a:solidFill>
                <a:latin typeface="Tw Cen MT" panose="020B0602020104020603"/>
                <a:cs typeface="Tw Cen MT" panose="020B0602020104020603"/>
              </a:rPr>
              <a:t> </a:t>
            </a:r>
            <a:r>
              <a:rPr sz="2900" spc="50">
                <a:solidFill>
                  <a:srgbClr val="FF0000"/>
                </a:solidFill>
                <a:latin typeface="Tw Cen MT" panose="020B0602020104020603"/>
                <a:cs typeface="Tw Cen MT" panose="020B0602020104020603"/>
              </a:rPr>
              <a:t>r</a:t>
            </a:r>
            <a:r>
              <a:rPr sz="2900" spc="-5">
                <a:solidFill>
                  <a:srgbClr val="FF0000"/>
                </a:solidFill>
                <a:latin typeface="Tw Cen MT" panose="020B0602020104020603"/>
                <a:cs typeface="Tw Cen MT" panose="020B0602020104020603"/>
              </a:rPr>
              <a:t>un</a:t>
            </a:r>
            <a:r>
              <a:rPr sz="2900">
                <a:solidFill>
                  <a:srgbClr val="FF0000"/>
                </a:solidFill>
                <a:latin typeface="Tw Cen MT" panose="020B0602020104020603"/>
                <a:cs typeface="Tw Cen MT" panose="020B0602020104020603"/>
              </a:rPr>
              <a:t>s</a:t>
            </a:r>
            <a:r>
              <a:rPr sz="2900" spc="-5">
                <a:solidFill>
                  <a:srgbClr val="FF0000"/>
                </a:solidFill>
                <a:latin typeface="Tw Cen MT" panose="020B0602020104020603"/>
                <a:cs typeface="Tw Cen MT" panose="020B0602020104020603"/>
              </a:rPr>
              <a:t> </a:t>
            </a:r>
            <a:r>
              <a:rPr sz="2900" spc="-5" dirty="0">
                <a:latin typeface="Tw Cen MT" panose="020B0602020104020603"/>
                <a:cs typeface="Tw Cen MT" panose="020B0602020104020603"/>
              </a:rPr>
              <a:t>on</a:t>
            </a:r>
            <a:r>
              <a:rPr sz="2900" dirty="0">
                <a:latin typeface="Tw Cen MT" panose="020B0602020104020603"/>
                <a:cs typeface="Tw Cen MT" panose="020B0602020104020603"/>
              </a:rPr>
              <a:t> </a:t>
            </a:r>
            <a:r>
              <a:rPr sz="2900" spc="-5" dirty="0">
                <a:latin typeface="Tw Cen MT" panose="020B0602020104020603"/>
                <a:cs typeface="Tw Cen MT" panose="020B0602020104020603"/>
              </a:rPr>
              <a:t>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on</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e</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5" dirty="0">
                <a:latin typeface="Tw Cen MT" panose="020B0602020104020603"/>
                <a:cs typeface="Tw Cen MT" panose="020B0602020104020603"/>
              </a:rPr>
              <a:t>th</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5" dirty="0">
                <a:latin typeface="Tw Cen MT" panose="020B0602020104020603"/>
                <a:cs typeface="Tw Cen MT" panose="020B0602020104020603"/>
              </a:rPr>
              <a:t>an</a:t>
            </a:r>
            <a:r>
              <a:rPr sz="2900" dirty="0">
                <a:latin typeface="Tw Cen MT" panose="020B0602020104020603"/>
                <a:cs typeface="Tw Cen MT" panose="020B0602020104020603"/>
              </a:rPr>
              <a:t> </a:t>
            </a:r>
            <a:r>
              <a:rPr sz="2900" spc="-5" dirty="0">
                <a:solidFill>
                  <a:srgbClr val="00B050"/>
                </a:solidFill>
                <a:latin typeface="Tw Cen MT" panose="020B0602020104020603"/>
                <a:cs typeface="Tw Cen MT" panose="020B0602020104020603"/>
              </a:rPr>
              <a:t>in</a:t>
            </a:r>
            <a:r>
              <a:rPr sz="2900" spc="-10" dirty="0">
                <a:solidFill>
                  <a:srgbClr val="00B050"/>
                </a:solidFill>
                <a:latin typeface="Tw Cen MT" panose="020B0602020104020603"/>
                <a:cs typeface="Tw Cen MT" panose="020B0602020104020603"/>
              </a:rPr>
              <a:t>d</a:t>
            </a:r>
            <a:r>
              <a:rPr sz="2900" spc="-5" dirty="0">
                <a:solidFill>
                  <a:srgbClr val="00B050"/>
                </a:solidFill>
                <a:latin typeface="Tw Cen MT" panose="020B0602020104020603"/>
                <a:cs typeface="Tw Cen MT" panose="020B0602020104020603"/>
              </a:rPr>
              <a:t>ivi</a:t>
            </a:r>
            <a:r>
              <a:rPr sz="2900" spc="-10" dirty="0">
                <a:solidFill>
                  <a:srgbClr val="00B050"/>
                </a:solidFill>
                <a:latin typeface="Tw Cen MT" panose="020B0602020104020603"/>
                <a:cs typeface="Tw Cen MT" panose="020B0602020104020603"/>
              </a:rPr>
              <a:t>d</a:t>
            </a:r>
            <a:r>
              <a:rPr sz="2900" spc="-5" dirty="0">
                <a:solidFill>
                  <a:srgbClr val="00B050"/>
                </a:solidFill>
                <a:latin typeface="Tw Cen MT" panose="020B0602020104020603"/>
                <a:cs typeface="Tw Cen MT" panose="020B0602020104020603"/>
              </a:rPr>
              <a:t>u</a:t>
            </a:r>
            <a:r>
              <a:rPr sz="2900" spc="-10" dirty="0">
                <a:solidFill>
                  <a:srgbClr val="00B050"/>
                </a:solidFill>
                <a:latin typeface="Tw Cen MT" panose="020B0602020104020603"/>
                <a:cs typeface="Tw Cen MT" panose="020B0602020104020603"/>
              </a:rPr>
              <a:t>a</a:t>
            </a:r>
            <a:r>
              <a:rPr sz="2900" dirty="0">
                <a:solidFill>
                  <a:srgbClr val="00B050"/>
                </a:solidFill>
                <a:latin typeface="Tw Cen MT" panose="020B0602020104020603"/>
                <a:cs typeface="Tw Cen MT" panose="020B0602020104020603"/>
              </a:rPr>
              <a:t>l </a:t>
            </a:r>
            <a:r>
              <a:rPr sz="2900" spc="-5" dirty="0">
                <a:solidFill>
                  <a:srgbClr val="00B050"/>
                </a:solidFill>
                <a:latin typeface="Tw Cen MT" panose="020B0602020104020603"/>
                <a:cs typeface="Tw Cen MT" panose="020B0602020104020603"/>
              </a:rPr>
              <a:t>in</a:t>
            </a:r>
            <a:r>
              <a:rPr sz="2900" spc="-10" dirty="0">
                <a:solidFill>
                  <a:srgbClr val="00B050"/>
                </a:solidFill>
                <a:latin typeface="Tw Cen MT" panose="020B0602020104020603"/>
                <a:cs typeface="Tw Cen MT" panose="020B0602020104020603"/>
              </a:rPr>
              <a:t>d</a:t>
            </a:r>
            <a:r>
              <a:rPr sz="2900" spc="-5" dirty="0">
                <a:solidFill>
                  <a:srgbClr val="00B050"/>
                </a:solidFill>
                <a:latin typeface="Tw Cen MT" panose="020B0602020104020603"/>
                <a:cs typeface="Tw Cen MT" panose="020B0602020104020603"/>
              </a:rPr>
              <a:t>e</a:t>
            </a:r>
            <a:r>
              <a:rPr sz="2900" spc="-10" dirty="0">
                <a:solidFill>
                  <a:srgbClr val="00B050"/>
                </a:solidFill>
                <a:latin typeface="Tw Cen MT" panose="020B0602020104020603"/>
                <a:cs typeface="Tw Cen MT" panose="020B0602020104020603"/>
              </a:rPr>
              <a:t>p</a:t>
            </a:r>
            <a:r>
              <a:rPr sz="2900" spc="-5" dirty="0">
                <a:solidFill>
                  <a:srgbClr val="00B050"/>
                </a:solidFill>
                <a:latin typeface="Tw Cen MT" panose="020B0602020104020603"/>
                <a:cs typeface="Tw Cen MT" panose="020B0602020104020603"/>
              </a:rPr>
              <a:t>en</a:t>
            </a:r>
            <a:r>
              <a:rPr sz="2900" spc="-10" dirty="0">
                <a:solidFill>
                  <a:srgbClr val="00B050"/>
                </a:solidFill>
                <a:latin typeface="Tw Cen MT" panose="020B0602020104020603"/>
                <a:cs typeface="Tw Cen MT" panose="020B0602020104020603"/>
              </a:rPr>
              <a:t>d</a:t>
            </a:r>
            <a:r>
              <a:rPr sz="2900" spc="-5" dirty="0">
                <a:solidFill>
                  <a:srgbClr val="00B050"/>
                </a:solidFill>
                <a:latin typeface="Tw Cen MT" panose="020B0602020104020603"/>
                <a:cs typeface="Tw Cen MT" panose="020B0602020104020603"/>
              </a:rPr>
              <a:t>ent</a:t>
            </a:r>
            <a:r>
              <a:rPr sz="2900" dirty="0">
                <a:solidFill>
                  <a:srgbClr val="00B050"/>
                </a:solidFill>
                <a:latin typeface="Tw Cen MT" panose="020B0602020104020603"/>
                <a:cs typeface="Tw Cen MT" panose="020B0602020104020603"/>
              </a:rPr>
              <a:t> </a:t>
            </a:r>
            <a:r>
              <a:rPr sz="2900" spc="-5" dirty="0">
                <a:solidFill>
                  <a:srgbClr val="00B050"/>
                </a:solidFill>
                <a:latin typeface="Tw Cen MT" panose="020B0602020104020603"/>
                <a:cs typeface="Tw Cen MT" panose="020B0602020104020603"/>
              </a:rPr>
              <a:t>se</a:t>
            </a:r>
            <a:r>
              <a:rPr sz="2900" spc="-10" dirty="0">
                <a:solidFill>
                  <a:srgbClr val="00B050"/>
                </a:solidFill>
                <a:latin typeface="Tw Cen MT" panose="020B0602020104020603"/>
                <a:cs typeface="Tw Cen MT" panose="020B0602020104020603"/>
              </a:rPr>
              <a:t>g</a:t>
            </a:r>
            <a:r>
              <a:rPr sz="2900" dirty="0">
                <a:solidFill>
                  <a:srgbClr val="00B050"/>
                </a:solidFill>
                <a:latin typeface="Tw Cen MT" panose="020B0602020104020603"/>
                <a:cs typeface="Tw Cen MT" panose="020B0602020104020603"/>
              </a:rPr>
              <a:t>m</a:t>
            </a:r>
            <a:r>
              <a:rPr sz="2900" spc="-5" dirty="0">
                <a:solidFill>
                  <a:srgbClr val="00B050"/>
                </a:solidFill>
                <a:latin typeface="Tw Cen MT" panose="020B0602020104020603"/>
                <a:cs typeface="Tw Cen MT" panose="020B0602020104020603"/>
              </a:rPr>
              <a:t>ent</a:t>
            </a:r>
            <a:r>
              <a:rPr sz="2900" dirty="0">
                <a:solidFill>
                  <a:srgbClr val="00B050"/>
                </a:solidFill>
                <a:latin typeface="Tw Cen MT" panose="020B0602020104020603"/>
                <a:cs typeface="Tw Cen MT" panose="020B0602020104020603"/>
              </a:rPr>
              <a:t> </a:t>
            </a:r>
            <a:r>
              <a:rPr sz="2900" spc="-5" dirty="0">
                <a:solidFill>
                  <a:srgbClr val="0070C0"/>
                </a:solidFill>
                <a:latin typeface="Tw Cen MT" panose="020B0602020104020603"/>
                <a:cs typeface="Tw Cen MT" panose="020B0602020104020603"/>
              </a:rPr>
              <a:t>o</a:t>
            </a:r>
            <a:r>
              <a:rPr sz="2900" dirty="0">
                <a:solidFill>
                  <a:srgbClr val="0070C0"/>
                </a:solidFill>
                <a:latin typeface="Tw Cen MT" panose="020B0602020104020603"/>
                <a:cs typeface="Tw Cen MT" panose="020B0602020104020603"/>
              </a:rPr>
              <a:t>f</a:t>
            </a:r>
            <a:r>
              <a:rPr sz="2900" spc="80" dirty="0">
                <a:solidFill>
                  <a:srgbClr val="0070C0"/>
                </a:solidFill>
                <a:latin typeface="Tw Cen MT" panose="020B0602020104020603"/>
                <a:cs typeface="Tw Cen MT" panose="020B0602020104020603"/>
              </a:rPr>
              <a:t> </a:t>
            </a:r>
            <a:r>
              <a:rPr sz="2900" spc="-5" dirty="0">
                <a:solidFill>
                  <a:srgbClr val="0070C0"/>
                </a:solidFill>
                <a:latin typeface="Tw Cen MT" panose="020B0602020104020603"/>
                <a:cs typeface="Tw Cen MT" panose="020B0602020104020603"/>
              </a:rPr>
              <a:t>h</a:t>
            </a:r>
            <a:r>
              <a:rPr sz="2900" spc="-10" dirty="0">
                <a:solidFill>
                  <a:srgbClr val="0070C0"/>
                </a:solidFill>
                <a:latin typeface="Tw Cen MT" panose="020B0602020104020603"/>
                <a:cs typeface="Tw Cen MT" panose="020B0602020104020603"/>
              </a:rPr>
              <a:t>a</a:t>
            </a:r>
            <a:r>
              <a:rPr sz="2900" spc="-5" dirty="0">
                <a:solidFill>
                  <a:srgbClr val="0070C0"/>
                </a:solidFill>
                <a:latin typeface="Tw Cen MT" panose="020B0602020104020603"/>
                <a:cs typeface="Tw Cen MT" panose="020B0602020104020603"/>
              </a:rPr>
              <a:t>r</a:t>
            </a:r>
            <a:r>
              <a:rPr sz="2900" spc="-70" dirty="0">
                <a:solidFill>
                  <a:srgbClr val="0070C0"/>
                </a:solidFill>
                <a:latin typeface="Tw Cen MT" panose="020B0602020104020603"/>
                <a:cs typeface="Tw Cen MT" panose="020B0602020104020603"/>
              </a:rPr>
              <a:t>d</a:t>
            </a:r>
            <a:r>
              <a:rPr sz="2900" spc="-120" dirty="0">
                <a:solidFill>
                  <a:srgbClr val="0070C0"/>
                </a:solidFill>
                <a:latin typeface="Tw Cen MT" panose="020B0602020104020603"/>
                <a:cs typeface="Tw Cen MT" panose="020B0602020104020603"/>
              </a:rPr>
              <a:t>w</a:t>
            </a:r>
            <a:r>
              <a:rPr sz="2900" spc="-10" dirty="0">
                <a:solidFill>
                  <a:srgbClr val="0070C0"/>
                </a:solidFill>
                <a:latin typeface="Tw Cen MT" panose="020B0602020104020603"/>
                <a:cs typeface="Tw Cen MT" panose="020B0602020104020603"/>
              </a:rPr>
              <a:t>a</a:t>
            </a:r>
            <a:r>
              <a:rPr sz="2900" spc="-5" dirty="0">
                <a:solidFill>
                  <a:srgbClr val="0070C0"/>
                </a:solidFill>
                <a:latin typeface="Tw Cen MT" panose="020B0602020104020603"/>
                <a:cs typeface="Tw Cen MT" panose="020B0602020104020603"/>
              </a:rPr>
              <a:t>r</a:t>
            </a:r>
            <a:r>
              <a:rPr sz="2900" dirty="0">
                <a:solidFill>
                  <a:srgbClr val="0070C0"/>
                </a:solidFill>
                <a:latin typeface="Tw Cen MT" panose="020B0602020104020603"/>
                <a:cs typeface="Tw Cen MT" panose="020B0602020104020603"/>
              </a:rPr>
              <a:t>e</a:t>
            </a:r>
            <a:r>
              <a:rPr sz="2900" spc="-5" dirty="0">
                <a:solidFill>
                  <a:srgbClr val="0070C0"/>
                </a:solidFill>
                <a:latin typeface="Tw Cen MT" panose="020B0602020104020603"/>
                <a:cs typeface="Tw Cen MT" panose="020B0602020104020603"/>
              </a:rPr>
              <a:t> o</a:t>
            </a:r>
            <a:r>
              <a:rPr sz="2900" dirty="0">
                <a:solidFill>
                  <a:srgbClr val="0070C0"/>
                </a:solidFill>
                <a:latin typeface="Tw Cen MT" panose="020B0602020104020603"/>
                <a:cs typeface="Tw Cen MT" panose="020B0602020104020603"/>
              </a:rPr>
              <a:t>r</a:t>
            </a:r>
            <a:r>
              <a:rPr sz="2900" spc="-5" dirty="0">
                <a:solidFill>
                  <a:srgbClr val="0070C0"/>
                </a:solidFill>
                <a:latin typeface="Tw Cen MT" panose="020B0602020104020603"/>
                <a:cs typeface="Tw Cen MT" panose="020B0602020104020603"/>
              </a:rPr>
              <a:t> </a:t>
            </a:r>
            <a:r>
              <a:rPr sz="2900" dirty="0">
                <a:solidFill>
                  <a:srgbClr val="0070C0"/>
                </a:solidFill>
                <a:latin typeface="Tw Cen MT" panose="020B0602020104020603"/>
                <a:cs typeface="Tw Cen MT" panose="020B0602020104020603"/>
              </a:rPr>
              <a:t>a</a:t>
            </a:r>
            <a:r>
              <a:rPr sz="2900" spc="-5" dirty="0">
                <a:solidFill>
                  <a:srgbClr val="0070C0"/>
                </a:solidFill>
                <a:latin typeface="Tw Cen MT" panose="020B0602020104020603"/>
                <a:cs typeface="Tw Cen MT" panose="020B0602020104020603"/>
              </a:rPr>
              <a:t> p</a:t>
            </a:r>
            <a:r>
              <a:rPr sz="2900" spc="-65" dirty="0">
                <a:solidFill>
                  <a:srgbClr val="0070C0"/>
                </a:solidFill>
                <a:latin typeface="Tw Cen MT" panose="020B0602020104020603"/>
                <a:cs typeface="Tw Cen MT" panose="020B0602020104020603"/>
              </a:rPr>
              <a:t>h</a:t>
            </a:r>
            <a:r>
              <a:rPr sz="2900" spc="-5" dirty="0">
                <a:solidFill>
                  <a:srgbClr val="0070C0"/>
                </a:solidFill>
                <a:latin typeface="Tw Cen MT" panose="020B0602020104020603"/>
                <a:cs typeface="Tw Cen MT" panose="020B0602020104020603"/>
              </a:rPr>
              <a:t>ysi</a:t>
            </a:r>
            <a:r>
              <a:rPr sz="2900" spc="-10" dirty="0">
                <a:solidFill>
                  <a:srgbClr val="0070C0"/>
                </a:solidFill>
                <a:latin typeface="Tw Cen MT" panose="020B0602020104020603"/>
                <a:cs typeface="Tw Cen MT" panose="020B0602020104020603"/>
              </a:rPr>
              <a:t>ca</a:t>
            </a:r>
            <a:r>
              <a:rPr sz="2900" dirty="0">
                <a:solidFill>
                  <a:srgbClr val="0070C0"/>
                </a:solidFill>
                <a:latin typeface="Tw Cen MT" panose="020B0602020104020603"/>
                <a:cs typeface="Tw Cen MT" panose="020B0602020104020603"/>
              </a:rPr>
              <a:t>l </a:t>
            </a:r>
            <a:r>
              <a:rPr sz="2900" spc="-5" dirty="0">
                <a:solidFill>
                  <a:srgbClr val="0070C0"/>
                </a:solidFill>
                <a:latin typeface="Tw Cen MT" panose="020B0602020104020603"/>
                <a:cs typeface="Tw Cen MT" panose="020B0602020104020603"/>
              </a:rPr>
              <a:t>se</a:t>
            </a:r>
            <a:r>
              <a:rPr sz="2900" spc="110" dirty="0">
                <a:solidFill>
                  <a:srgbClr val="0070C0"/>
                </a:solidFill>
                <a:latin typeface="Tw Cen MT" panose="020B0602020104020603"/>
                <a:cs typeface="Tw Cen MT" panose="020B0602020104020603"/>
              </a:rPr>
              <a:t>r</a:t>
            </a:r>
            <a:r>
              <a:rPr sz="2900" spc="-65" dirty="0">
                <a:solidFill>
                  <a:srgbClr val="0070C0"/>
                </a:solidFill>
                <a:latin typeface="Tw Cen MT" panose="020B0602020104020603"/>
                <a:cs typeface="Tw Cen MT" panose="020B0602020104020603"/>
              </a:rPr>
              <a:t>v</a:t>
            </a:r>
            <a:r>
              <a:rPr sz="2900" spc="-5" dirty="0">
                <a:solidFill>
                  <a:srgbClr val="0070C0"/>
                </a:solidFill>
                <a:latin typeface="Tw Cen MT" panose="020B0602020104020603"/>
                <a:cs typeface="Tw Cen MT" panose="020B0602020104020603"/>
              </a:rPr>
              <a:t>e</a:t>
            </a:r>
            <a:r>
              <a:rPr sz="2900" spc="-210" dirty="0">
                <a:solidFill>
                  <a:srgbClr val="0070C0"/>
                </a:solidFill>
                <a:latin typeface="Tw Cen MT" panose="020B0602020104020603"/>
                <a:cs typeface="Tw Cen MT" panose="020B0602020104020603"/>
              </a:rPr>
              <a:t>r</a:t>
            </a:r>
            <a:r>
              <a:rPr sz="2900" dirty="0">
                <a:latin typeface="Tw Cen MT" panose="020B0602020104020603"/>
                <a:cs typeface="Tw Cen MT" panose="020B0602020104020603"/>
              </a:rPr>
              <a:t>,</a:t>
            </a:r>
            <a:r>
              <a:rPr sz="2900" spc="-5" dirty="0">
                <a:latin typeface="Tw Cen MT" panose="020B0602020104020603"/>
                <a:cs typeface="Tw Cen MT" panose="020B0602020104020603"/>
              </a:rPr>
              <a:t> </a:t>
            </a:r>
            <a:r>
              <a:rPr sz="2900" dirty="0">
                <a:latin typeface="Tw Cen MT" panose="020B0602020104020603"/>
                <a:cs typeface="Tw Cen MT" panose="020B0602020104020603"/>
              </a:rPr>
              <a:t>m</a:t>
            </a:r>
            <a:r>
              <a:rPr sz="2900" spc="-70" dirty="0">
                <a:latin typeface="Tw Cen MT" panose="020B0602020104020603"/>
                <a:cs typeface="Tw Cen MT" panose="020B0602020104020603"/>
              </a:rPr>
              <a:t>a</a:t>
            </a:r>
            <a:r>
              <a:rPr sz="2900" dirty="0">
                <a:latin typeface="Tw Cen MT" panose="020B0602020104020603"/>
                <a:cs typeface="Tw Cen MT" panose="020B0602020104020603"/>
              </a:rPr>
              <a:t>y</a:t>
            </a:r>
            <a:r>
              <a:rPr sz="2900" spc="-5" dirty="0">
                <a:latin typeface="Tw Cen MT" panose="020B0602020104020603"/>
                <a:cs typeface="Tw Cen MT" panose="020B0602020104020603"/>
              </a:rPr>
              <a:t> b</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m</a:t>
            </a:r>
            <a:r>
              <a:rPr sz="2900" spc="-10" dirty="0">
                <a:solidFill>
                  <a:srgbClr val="FF0000"/>
                </a:solidFill>
                <a:latin typeface="Tw Cen MT" panose="020B0602020104020603"/>
                <a:cs typeface="Tw Cen MT" panose="020B0602020104020603"/>
              </a:rPr>
              <a:t>ad</a:t>
            </a:r>
            <a:r>
              <a:rPr sz="2900" dirty="0">
                <a:solidFill>
                  <a:srgbClr val="FF0000"/>
                </a:solidFill>
                <a:latin typeface="Tw Cen MT" panose="020B0602020104020603"/>
                <a:cs typeface="Tw Cen MT" panose="020B0602020104020603"/>
              </a:rPr>
              <a:t>e</a:t>
            </a:r>
            <a:r>
              <a:rPr sz="2900" spc="-5" dirty="0">
                <a:solidFill>
                  <a:srgbClr val="FF0000"/>
                </a:solidFill>
                <a:latin typeface="Tw Cen MT" panose="020B0602020104020603"/>
                <a:cs typeface="Tw Cen MT" panose="020B0602020104020603"/>
              </a:rPr>
              <a:t> up </a:t>
            </a:r>
            <a:r>
              <a:rPr sz="2900" spc="-5" dirty="0">
                <a:latin typeface="Tw Cen MT" panose="020B0602020104020603"/>
                <a:cs typeface="Tw Cen MT" panose="020B0602020104020603"/>
              </a:rPr>
              <a:t>o</a:t>
            </a:r>
            <a:r>
              <a:rPr sz="2900" dirty="0">
                <a:latin typeface="Tw Cen MT" panose="020B0602020104020603"/>
                <a:cs typeface="Tw Cen MT" panose="020B0602020104020603"/>
              </a:rPr>
              <a:t>f</a:t>
            </a:r>
            <a:r>
              <a:rPr sz="2900" spc="80" dirty="0">
                <a:latin typeface="Tw Cen MT" panose="020B0602020104020603"/>
                <a:cs typeface="Tw Cen MT" panose="020B0602020104020603"/>
              </a:rPr>
              <a:t> </a:t>
            </a:r>
            <a:r>
              <a:rPr sz="2900" spc="55" dirty="0">
                <a:solidFill>
                  <a:srgbClr val="00B050"/>
                </a:solidFill>
                <a:latin typeface="Tw Cen MT" panose="020B0602020104020603"/>
                <a:cs typeface="Tw Cen MT" panose="020B0602020104020603"/>
              </a:rPr>
              <a:t>m</a:t>
            </a:r>
            <a:r>
              <a:rPr sz="2900" spc="-5" dirty="0">
                <a:solidFill>
                  <a:srgbClr val="00B050"/>
                </a:solidFill>
                <a:latin typeface="Tw Cen MT" panose="020B0602020104020603"/>
                <a:cs typeface="Tw Cen MT" panose="020B0602020104020603"/>
              </a:rPr>
              <a:t>ulti</a:t>
            </a:r>
            <a:r>
              <a:rPr sz="2900" spc="-10" dirty="0">
                <a:solidFill>
                  <a:srgbClr val="00B050"/>
                </a:solidFill>
                <a:latin typeface="Tw Cen MT" panose="020B0602020104020603"/>
                <a:cs typeface="Tw Cen MT" panose="020B0602020104020603"/>
              </a:rPr>
              <a:t>p</a:t>
            </a:r>
            <a:r>
              <a:rPr sz="2900" spc="-5" dirty="0">
                <a:solidFill>
                  <a:srgbClr val="00B050"/>
                </a:solidFill>
                <a:latin typeface="Tw Cen MT" panose="020B0602020104020603"/>
                <a:cs typeface="Tw Cen MT" panose="020B0602020104020603"/>
              </a:rPr>
              <a:t>l</a:t>
            </a:r>
            <a:r>
              <a:rPr sz="2900" dirty="0">
                <a:solidFill>
                  <a:srgbClr val="00B050"/>
                </a:solidFill>
                <a:latin typeface="Tw Cen MT" panose="020B0602020104020603"/>
                <a:cs typeface="Tw Cen MT" panose="020B0602020104020603"/>
              </a:rPr>
              <a:t>e</a:t>
            </a:r>
            <a:r>
              <a:rPr sz="2900" spc="-5" dirty="0">
                <a:solidFill>
                  <a:srgbClr val="00B050"/>
                </a:solidFill>
                <a:latin typeface="Tw Cen MT" panose="020B0602020104020603"/>
                <a:cs typeface="Tw Cen MT" panose="020B0602020104020603"/>
              </a:rPr>
              <a:t> </a:t>
            </a:r>
            <a:r>
              <a:rPr sz="2900" spc="-5">
                <a:solidFill>
                  <a:srgbClr val="00B050"/>
                </a:solidFill>
                <a:latin typeface="Tw Cen MT" panose="020B0602020104020603"/>
                <a:cs typeface="Tw Cen MT" panose="020B0602020104020603"/>
              </a:rPr>
              <a:t>s</a:t>
            </a:r>
            <a:r>
              <a:rPr sz="2900">
                <a:solidFill>
                  <a:srgbClr val="00B050"/>
                </a:solidFill>
                <a:latin typeface="Tw Cen MT" panose="020B0602020104020603"/>
                <a:cs typeface="Tw Cen MT" panose="020B0602020104020603"/>
              </a:rPr>
              <a:t>m</a:t>
            </a:r>
            <a:r>
              <a:rPr sz="2900" spc="-10">
                <a:solidFill>
                  <a:srgbClr val="00B050"/>
                </a:solidFill>
                <a:latin typeface="Tw Cen MT" panose="020B0602020104020603"/>
                <a:cs typeface="Tw Cen MT" panose="020B0602020104020603"/>
              </a:rPr>
              <a:t>a</a:t>
            </a:r>
            <a:r>
              <a:rPr sz="2900" spc="-5">
                <a:solidFill>
                  <a:srgbClr val="00B050"/>
                </a:solidFill>
                <a:latin typeface="Tw Cen MT" panose="020B0602020104020603"/>
                <a:cs typeface="Tw Cen MT" panose="020B0602020104020603"/>
              </a:rPr>
              <a:t>lle</a:t>
            </a:r>
            <a:r>
              <a:rPr sz="2900">
                <a:solidFill>
                  <a:srgbClr val="00B050"/>
                </a:solidFill>
                <a:latin typeface="Tw Cen MT" panose="020B0602020104020603"/>
                <a:cs typeface="Tw Cen MT" panose="020B0602020104020603"/>
              </a:rPr>
              <a:t>r </a:t>
            </a:r>
            <a:r>
              <a:rPr lang="en-US" sz="2900" spc="-5" dirty="0">
                <a:solidFill>
                  <a:srgbClr val="00B050"/>
                </a:solidFill>
                <a:latin typeface="Tw Cen MT" panose="020B0602020104020603"/>
                <a:cs typeface="Tw Cen MT" panose="020B0602020104020603"/>
              </a:rPr>
              <a:t>se</a:t>
            </a:r>
            <a:r>
              <a:rPr lang="en-US" sz="2900" spc="-10" dirty="0">
                <a:solidFill>
                  <a:srgbClr val="00B050"/>
                </a:solidFill>
                <a:latin typeface="Tw Cen MT" panose="020B0602020104020603"/>
                <a:cs typeface="Tw Cen MT" panose="020B0602020104020603"/>
              </a:rPr>
              <a:t>g</a:t>
            </a:r>
            <a:r>
              <a:rPr lang="en-US" sz="2900" dirty="0">
                <a:solidFill>
                  <a:srgbClr val="00B050"/>
                </a:solidFill>
                <a:latin typeface="Tw Cen MT" panose="020B0602020104020603"/>
                <a:cs typeface="Tw Cen MT" panose="020B0602020104020603"/>
              </a:rPr>
              <a:t>m</a:t>
            </a:r>
            <a:r>
              <a:rPr lang="en-US" sz="2900" spc="-5" dirty="0">
                <a:solidFill>
                  <a:srgbClr val="00B050"/>
                </a:solidFill>
                <a:latin typeface="Tw Cen MT" panose="020B0602020104020603"/>
                <a:cs typeface="Tw Cen MT" panose="020B0602020104020603"/>
              </a:rPr>
              <a:t>ent</a:t>
            </a:r>
            <a:r>
              <a:rPr lang="en-US" sz="2900" dirty="0">
                <a:solidFill>
                  <a:srgbClr val="00B050"/>
                </a:solidFill>
                <a:latin typeface="Tw Cen MT" panose="020B0602020104020603"/>
                <a:cs typeface="Tw Cen MT" panose="020B0602020104020603"/>
              </a:rPr>
              <a:t>s </a:t>
            </a:r>
            <a:r>
              <a:rPr lang="en-US" sz="2900" dirty="0">
                <a:solidFill>
                  <a:srgbClr val="0070C0"/>
                </a:solidFill>
                <a:latin typeface="Tw Cen MT" panose="020B0602020104020603"/>
                <a:cs typeface="Tw Cen MT" panose="020B0602020104020603"/>
              </a:rPr>
              <a:t>of </a:t>
            </a:r>
            <a:r>
              <a:rPr sz="2900" spc="-5">
                <a:solidFill>
                  <a:srgbClr val="0070C0"/>
                </a:solidFill>
                <a:latin typeface="Tw Cen MT" panose="020B0602020104020603"/>
                <a:cs typeface="Tw Cen MT" panose="020B0602020104020603"/>
              </a:rPr>
              <a:t>h</a:t>
            </a:r>
            <a:r>
              <a:rPr sz="2900" spc="-10">
                <a:solidFill>
                  <a:srgbClr val="0070C0"/>
                </a:solidFill>
                <a:latin typeface="Tw Cen MT" panose="020B0602020104020603"/>
                <a:cs typeface="Tw Cen MT" panose="020B0602020104020603"/>
              </a:rPr>
              <a:t>a</a:t>
            </a:r>
            <a:r>
              <a:rPr sz="2900" spc="-5">
                <a:solidFill>
                  <a:srgbClr val="0070C0"/>
                </a:solidFill>
                <a:latin typeface="Tw Cen MT" panose="020B0602020104020603"/>
                <a:cs typeface="Tw Cen MT" panose="020B0602020104020603"/>
              </a:rPr>
              <a:t>r</a:t>
            </a:r>
            <a:r>
              <a:rPr sz="2900" spc="-70">
                <a:solidFill>
                  <a:srgbClr val="0070C0"/>
                </a:solidFill>
                <a:latin typeface="Tw Cen MT" panose="020B0602020104020603"/>
                <a:cs typeface="Tw Cen MT" panose="020B0602020104020603"/>
              </a:rPr>
              <a:t>d</a:t>
            </a:r>
            <a:r>
              <a:rPr sz="2900" spc="-120">
                <a:solidFill>
                  <a:srgbClr val="0070C0"/>
                </a:solidFill>
                <a:latin typeface="Tw Cen MT" panose="020B0602020104020603"/>
                <a:cs typeface="Tw Cen MT" panose="020B0602020104020603"/>
              </a:rPr>
              <a:t>w</a:t>
            </a:r>
            <a:r>
              <a:rPr sz="2900" spc="-10">
                <a:solidFill>
                  <a:srgbClr val="0070C0"/>
                </a:solidFill>
                <a:latin typeface="Tw Cen MT" panose="020B0602020104020603"/>
                <a:cs typeface="Tw Cen MT" panose="020B0602020104020603"/>
              </a:rPr>
              <a:t>a</a:t>
            </a:r>
            <a:r>
              <a:rPr sz="2900" spc="-5">
                <a:solidFill>
                  <a:srgbClr val="0070C0"/>
                </a:solidFill>
                <a:latin typeface="Tw Cen MT" panose="020B0602020104020603"/>
                <a:cs typeface="Tw Cen MT" panose="020B0602020104020603"/>
              </a:rPr>
              <a:t>r</a:t>
            </a:r>
            <a:r>
              <a:rPr sz="2900">
                <a:solidFill>
                  <a:srgbClr val="0070C0"/>
                </a:solidFill>
                <a:latin typeface="Tw Cen MT" panose="020B0602020104020603"/>
                <a:cs typeface="Tw Cen MT" panose="020B0602020104020603"/>
              </a:rPr>
              <a:t>e</a:t>
            </a:r>
            <a:r>
              <a:rPr sz="2900" spc="-5">
                <a:solidFill>
                  <a:srgbClr val="0070C0"/>
                </a:solidFill>
                <a:latin typeface="Tw Cen MT" panose="020B0602020104020603"/>
                <a:cs typeface="Tw Cen MT" panose="020B0602020104020603"/>
              </a:rPr>
              <a:t> o</a:t>
            </a:r>
            <a:r>
              <a:rPr sz="2900">
                <a:solidFill>
                  <a:srgbClr val="0070C0"/>
                </a:solidFill>
                <a:latin typeface="Tw Cen MT" panose="020B0602020104020603"/>
                <a:cs typeface="Tw Cen MT" panose="020B0602020104020603"/>
              </a:rPr>
              <a:t>r</a:t>
            </a:r>
            <a:r>
              <a:rPr sz="2900" spc="-5">
                <a:solidFill>
                  <a:srgbClr val="0070C0"/>
                </a:solidFill>
                <a:latin typeface="Tw Cen MT" panose="020B0602020104020603"/>
                <a:cs typeface="Tw Cen MT" panose="020B0602020104020603"/>
              </a:rPr>
              <a:t> </a:t>
            </a:r>
            <a:r>
              <a:rPr sz="2900" spc="-5" dirty="0">
                <a:solidFill>
                  <a:srgbClr val="0070C0"/>
                </a:solidFill>
                <a:latin typeface="Tw Cen MT" panose="020B0602020104020603"/>
                <a:cs typeface="Tw Cen MT" panose="020B0602020104020603"/>
              </a:rPr>
              <a:t>se</a:t>
            </a:r>
            <a:r>
              <a:rPr sz="2900" spc="110" dirty="0">
                <a:solidFill>
                  <a:srgbClr val="0070C0"/>
                </a:solidFill>
                <a:latin typeface="Tw Cen MT" panose="020B0602020104020603"/>
                <a:cs typeface="Tw Cen MT" panose="020B0602020104020603"/>
              </a:rPr>
              <a:t>r</a:t>
            </a:r>
            <a:r>
              <a:rPr sz="2900" spc="-65" dirty="0">
                <a:solidFill>
                  <a:srgbClr val="0070C0"/>
                </a:solidFill>
                <a:latin typeface="Tw Cen MT" panose="020B0602020104020603"/>
                <a:cs typeface="Tw Cen MT" panose="020B0602020104020603"/>
              </a:rPr>
              <a:t>v</a:t>
            </a:r>
            <a:r>
              <a:rPr sz="2900" spc="-5" dirty="0">
                <a:solidFill>
                  <a:srgbClr val="0070C0"/>
                </a:solidFill>
                <a:latin typeface="Tw Cen MT" panose="020B0602020104020603"/>
                <a:cs typeface="Tw Cen MT" panose="020B0602020104020603"/>
              </a:rPr>
              <a:t>er</a:t>
            </a:r>
            <a:r>
              <a:rPr sz="2900" spc="-65" dirty="0">
                <a:solidFill>
                  <a:srgbClr val="0070C0"/>
                </a:solidFill>
                <a:latin typeface="Tw Cen MT" panose="020B0602020104020603"/>
                <a:cs typeface="Tw Cen MT" panose="020B0602020104020603"/>
              </a:rPr>
              <a:t>s</a:t>
            </a:r>
            <a:r>
              <a:rPr sz="2900" dirty="0">
                <a:latin typeface="Tw Cen MT" panose="020B0602020104020603"/>
                <a:cs typeface="Tw Cen MT" panose="020B0602020104020603"/>
              </a:rPr>
              <a:t>,</a:t>
            </a:r>
            <a:r>
              <a:rPr sz="2900" spc="-5" dirty="0">
                <a:latin typeface="Tw Cen MT" panose="020B0602020104020603"/>
                <a:cs typeface="Tw Cen MT" panose="020B0602020104020603"/>
              </a:rPr>
              <a:t> essenti</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ll</a:t>
            </a:r>
            <a:r>
              <a:rPr sz="2900" dirty="0">
                <a:latin typeface="Tw Cen MT" panose="020B0602020104020603"/>
                <a:cs typeface="Tw Cen MT" panose="020B0602020104020603"/>
              </a:rPr>
              <a:t>y </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onsoli</a:t>
            </a:r>
            <a:r>
              <a:rPr sz="2900" spc="-10" dirty="0">
                <a:latin typeface="Tw Cen MT" panose="020B0602020104020603"/>
                <a:cs typeface="Tw Cen MT" panose="020B0602020104020603"/>
              </a:rPr>
              <a:t>da</a:t>
            </a:r>
            <a:r>
              <a:rPr sz="2900" spc="-5" dirty="0">
                <a:latin typeface="Tw Cen MT" panose="020B0602020104020603"/>
                <a:cs typeface="Tw Cen MT" panose="020B0602020104020603"/>
              </a:rPr>
              <a:t>ting </a:t>
            </a:r>
            <a:r>
              <a:rPr sz="2900" spc="55" dirty="0">
                <a:latin typeface="Tw Cen MT" panose="020B0602020104020603"/>
                <a:cs typeface="Tw Cen MT" panose="020B0602020104020603"/>
              </a:rPr>
              <a:t>m</a:t>
            </a:r>
            <a:r>
              <a:rPr sz="2900" spc="-5" dirty="0">
                <a:latin typeface="Tw Cen MT" panose="020B0602020104020603"/>
                <a:cs typeface="Tw Cen MT" panose="020B0602020104020603"/>
              </a:rPr>
              <a:t>ulti</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l</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spc="-5">
                <a:latin typeface="Tw Cen MT" panose="020B0602020104020603"/>
                <a:cs typeface="Tw Cen MT" panose="020B0602020104020603"/>
              </a:rPr>
              <a:t>p</a:t>
            </a:r>
            <a:r>
              <a:rPr sz="2900" spc="-65">
                <a:latin typeface="Tw Cen MT" panose="020B0602020104020603"/>
                <a:cs typeface="Tw Cen MT" panose="020B0602020104020603"/>
              </a:rPr>
              <a:t>h</a:t>
            </a:r>
            <a:r>
              <a:rPr sz="2900" spc="-5">
                <a:latin typeface="Tw Cen MT" panose="020B0602020104020603"/>
                <a:cs typeface="Tw Cen MT" panose="020B0602020104020603"/>
              </a:rPr>
              <a:t>ysi</a:t>
            </a:r>
            <a:r>
              <a:rPr sz="2900" spc="-10">
                <a:latin typeface="Tw Cen MT" panose="020B0602020104020603"/>
                <a:cs typeface="Tw Cen MT" panose="020B0602020104020603"/>
              </a:rPr>
              <a:t>ca</a:t>
            </a:r>
            <a:r>
              <a:rPr sz="2900">
                <a:latin typeface="Tw Cen MT" panose="020B0602020104020603"/>
                <a:cs typeface="Tw Cen MT" panose="020B0602020104020603"/>
              </a:rPr>
              <a:t>l</a:t>
            </a:r>
            <a:r>
              <a:rPr sz="2900" spc="-5">
                <a:latin typeface="Tw Cen MT" panose="020B0602020104020603"/>
                <a:cs typeface="Tw Cen MT" panose="020B0602020104020603"/>
              </a:rPr>
              <a:t> se</a:t>
            </a:r>
            <a:r>
              <a:rPr sz="2900" spc="110">
                <a:latin typeface="Tw Cen MT" panose="020B0602020104020603"/>
                <a:cs typeface="Tw Cen MT" panose="020B0602020104020603"/>
              </a:rPr>
              <a:t>r</a:t>
            </a:r>
            <a:r>
              <a:rPr sz="2900" spc="-65">
                <a:latin typeface="Tw Cen MT" panose="020B0602020104020603"/>
                <a:cs typeface="Tw Cen MT" panose="020B0602020104020603"/>
              </a:rPr>
              <a:t>v</a:t>
            </a:r>
            <a:r>
              <a:rPr sz="2900" spc="-5">
                <a:latin typeface="Tw Cen MT" panose="020B0602020104020603"/>
                <a:cs typeface="Tw Cen MT" panose="020B0602020104020603"/>
              </a:rPr>
              <a:t>er</a:t>
            </a:r>
            <a:r>
              <a:rPr sz="2900">
                <a:latin typeface="Tw Cen MT" panose="020B0602020104020603"/>
                <a:cs typeface="Tw Cen MT" panose="020B0602020104020603"/>
              </a:rPr>
              <a:t>s</a:t>
            </a:r>
            <a:r>
              <a:rPr lang="en-US" sz="2900" dirty="0">
                <a:latin typeface="Tw Cen MT" panose="020B0602020104020603"/>
                <a:cs typeface="Tw Cen MT" panose="020B0602020104020603"/>
              </a:rPr>
              <a:t> </a:t>
            </a:r>
            <a:r>
              <a:rPr sz="2900" spc="-5">
                <a:latin typeface="Tw Cen MT" panose="020B0602020104020603"/>
                <a:cs typeface="Tw Cen MT" panose="020B0602020104020603"/>
              </a:rPr>
              <a:t>int</a:t>
            </a:r>
            <a:r>
              <a:rPr sz="2900">
                <a:latin typeface="Tw Cen MT" panose="020B0602020104020603"/>
                <a:cs typeface="Tw Cen MT" panose="020B0602020104020603"/>
              </a:rPr>
              <a:t>o</a:t>
            </a:r>
            <a:r>
              <a:rPr sz="2900" spc="-5">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vi</a:t>
            </a:r>
            <a:r>
              <a:rPr sz="2900" spc="50" dirty="0">
                <a:solidFill>
                  <a:srgbClr val="FF0000"/>
                </a:solidFill>
                <a:latin typeface="Tw Cen MT" panose="020B0602020104020603"/>
                <a:cs typeface="Tw Cen MT" panose="020B0602020104020603"/>
              </a:rPr>
              <a:t>r</a:t>
            </a:r>
            <a:r>
              <a:rPr sz="2900" spc="-5" dirty="0">
                <a:solidFill>
                  <a:srgbClr val="FF0000"/>
                </a:solidFill>
                <a:latin typeface="Tw Cen MT" panose="020B0602020104020603"/>
                <a:cs typeface="Tw Cen MT" panose="020B0602020104020603"/>
              </a:rPr>
              <a:t>tu</a:t>
            </a:r>
            <a:r>
              <a:rPr sz="2900" spc="-10" dirty="0">
                <a:solidFill>
                  <a:srgbClr val="FF0000"/>
                </a:solidFill>
                <a:latin typeface="Tw Cen MT" panose="020B0602020104020603"/>
                <a:cs typeface="Tw Cen MT" panose="020B0602020104020603"/>
              </a:rPr>
              <a:t>a</a:t>
            </a:r>
            <a:r>
              <a:rPr sz="2900" dirty="0">
                <a:solidFill>
                  <a:srgbClr val="FF0000"/>
                </a:solidFill>
                <a:latin typeface="Tw Cen MT" panose="020B0602020104020603"/>
                <a:cs typeface="Tw Cen MT" panose="020B0602020104020603"/>
              </a:rPr>
              <a:t>l</a:t>
            </a:r>
            <a:r>
              <a:rPr sz="2900" spc="-5" dirty="0">
                <a:solidFill>
                  <a:srgbClr val="FF0000"/>
                </a:solidFill>
                <a:latin typeface="Tw Cen MT" panose="020B0602020104020603"/>
                <a:cs typeface="Tw Cen MT" panose="020B0602020104020603"/>
              </a:rPr>
              <a:t> se</a:t>
            </a:r>
            <a:r>
              <a:rPr sz="2900" spc="110" dirty="0">
                <a:solidFill>
                  <a:srgbClr val="FF0000"/>
                </a:solidFill>
                <a:latin typeface="Tw Cen MT" panose="020B0602020104020603"/>
                <a:cs typeface="Tw Cen MT" panose="020B0602020104020603"/>
              </a:rPr>
              <a:t>r</a:t>
            </a:r>
            <a:r>
              <a:rPr sz="2900" spc="-65" dirty="0">
                <a:solidFill>
                  <a:srgbClr val="FF0000"/>
                </a:solidFill>
                <a:latin typeface="Tw Cen MT" panose="020B0602020104020603"/>
                <a:cs typeface="Tw Cen MT" panose="020B0602020104020603"/>
              </a:rPr>
              <a:t>v</a:t>
            </a:r>
            <a:r>
              <a:rPr sz="2900" spc="-5" dirty="0">
                <a:solidFill>
                  <a:srgbClr val="FF0000"/>
                </a:solidFill>
                <a:latin typeface="Tw Cen MT" panose="020B0602020104020603"/>
                <a:cs typeface="Tw Cen MT" panose="020B0602020104020603"/>
              </a:rPr>
              <a:t>er</a:t>
            </a:r>
            <a:r>
              <a:rPr sz="2900" dirty="0">
                <a:solidFill>
                  <a:srgbClr val="FF0000"/>
                </a:solidFill>
                <a:latin typeface="Tw Cen MT" panose="020B0602020104020603"/>
                <a:cs typeface="Tw Cen MT" panose="020B0602020104020603"/>
              </a:rPr>
              <a:t>s</a:t>
            </a:r>
            <a:r>
              <a:rPr sz="2900" spc="-5" dirty="0">
                <a:solidFill>
                  <a:srgbClr val="FF0000"/>
                </a:solidFill>
                <a:latin typeface="Tw Cen MT" panose="020B0602020104020603"/>
                <a:cs typeface="Tw Cen MT" panose="020B0602020104020603"/>
              </a:rPr>
              <a:t> </a:t>
            </a:r>
            <a:r>
              <a:rPr sz="2900" spc="-5" dirty="0">
                <a:latin typeface="Tw Cen MT" panose="020B0602020104020603"/>
                <a:cs typeface="Tw Cen MT" panose="020B0602020104020603"/>
              </a:rPr>
              <a:t>th</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un</a:t>
            </a:r>
            <a:r>
              <a:rPr sz="2900" dirty="0">
                <a:latin typeface="Tw Cen MT" panose="020B0602020104020603"/>
                <a:cs typeface="Tw Cen MT" panose="020B0602020104020603"/>
              </a:rPr>
              <a:t> </a:t>
            </a:r>
            <a:r>
              <a:rPr sz="2900" spc="-5" dirty="0">
                <a:latin typeface="Tw Cen MT" panose="020B0602020104020603"/>
                <a:cs typeface="Tw Cen MT" panose="020B0602020104020603"/>
              </a:rPr>
              <a:t>on</a:t>
            </a:r>
            <a:r>
              <a:rPr sz="2900" dirty="0">
                <a:latin typeface="Tw Cen MT" panose="020B0602020104020603"/>
                <a:cs typeface="Tw Cen MT" panose="020B0602020104020603"/>
              </a:rPr>
              <a:t> a</a:t>
            </a:r>
            <a:r>
              <a:rPr sz="2900" spc="-5" dirty="0">
                <a:latin typeface="Tw Cen MT" panose="020B0602020104020603"/>
                <a:cs typeface="Tw Cen MT" panose="020B0602020104020603"/>
              </a:rPr>
              <a:t> sin</a:t>
            </a:r>
            <a:r>
              <a:rPr sz="2900" spc="-10" dirty="0">
                <a:latin typeface="Tw Cen MT" panose="020B0602020104020603"/>
                <a:cs typeface="Tw Cen MT" panose="020B0602020104020603"/>
              </a:rPr>
              <a:t>g</a:t>
            </a:r>
            <a:r>
              <a:rPr sz="2900" spc="-5" dirty="0">
                <a:latin typeface="Tw Cen MT" panose="020B0602020104020603"/>
                <a:cs typeface="Tw Cen MT" panose="020B0602020104020603"/>
              </a:rPr>
              <a:t>l</a:t>
            </a:r>
            <a:r>
              <a:rPr sz="2900" dirty="0">
                <a:latin typeface="Tw Cen MT" panose="020B0602020104020603"/>
                <a:cs typeface="Tw Cen MT" panose="020B0602020104020603"/>
              </a:rPr>
              <a:t>e</a:t>
            </a:r>
            <a:r>
              <a:rPr sz="2900" spc="-5" dirty="0">
                <a:latin typeface="Tw Cen MT" panose="020B0602020104020603"/>
                <a:cs typeface="Tw Cen MT" panose="020B0602020104020603"/>
              </a:rPr>
              <a:t> pri</a:t>
            </a:r>
            <a:r>
              <a:rPr sz="2900" dirty="0">
                <a:latin typeface="Tw Cen MT" panose="020B0602020104020603"/>
                <a:cs typeface="Tw Cen MT" panose="020B0602020104020603"/>
              </a:rPr>
              <a:t>m</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r</a:t>
            </a:r>
            <a:r>
              <a:rPr sz="2900" dirty="0">
                <a:latin typeface="Tw Cen MT" panose="020B0602020104020603"/>
                <a:cs typeface="Tw Cen MT" panose="020B0602020104020603"/>
              </a:rPr>
              <a:t>y </a:t>
            </a:r>
            <a:r>
              <a:rPr sz="2900" spc="-10" dirty="0">
                <a:latin typeface="Tw Cen MT" panose="020B0602020104020603"/>
                <a:cs typeface="Tw Cen MT" panose="020B0602020104020603"/>
              </a:rPr>
              <a:t>p</a:t>
            </a:r>
            <a:r>
              <a:rPr sz="2900" spc="-65" dirty="0">
                <a:latin typeface="Tw Cen MT" panose="020B0602020104020603"/>
                <a:cs typeface="Tw Cen MT" panose="020B0602020104020603"/>
              </a:rPr>
              <a:t>h</a:t>
            </a:r>
            <a:r>
              <a:rPr sz="2900" spc="-5" dirty="0">
                <a:latin typeface="Tw Cen MT" panose="020B0602020104020603"/>
                <a:cs typeface="Tw Cen MT" panose="020B0602020104020603"/>
              </a:rPr>
              <a:t>ysi</a:t>
            </a:r>
            <a:r>
              <a:rPr sz="2900" spc="-10" dirty="0">
                <a:latin typeface="Tw Cen MT" panose="020B0602020104020603"/>
                <a:cs typeface="Tw Cen MT" panose="020B0602020104020603"/>
              </a:rPr>
              <a:t>ca</a:t>
            </a:r>
            <a:r>
              <a:rPr sz="2900" dirty="0">
                <a:latin typeface="Tw Cen MT" panose="020B0602020104020603"/>
                <a:cs typeface="Tw Cen MT" panose="020B0602020104020603"/>
              </a:rPr>
              <a:t>l</a:t>
            </a:r>
            <a:r>
              <a:rPr sz="2900" spc="-5" dirty="0">
                <a:latin typeface="Tw Cen MT" panose="020B0602020104020603"/>
                <a:cs typeface="Tw Cen MT" panose="020B0602020104020603"/>
              </a:rPr>
              <a:t> se</a:t>
            </a:r>
            <a:r>
              <a:rPr sz="2900" spc="110" dirty="0">
                <a:latin typeface="Tw Cen MT" panose="020B0602020104020603"/>
                <a:cs typeface="Tw Cen MT" panose="020B0602020104020603"/>
              </a:rPr>
              <a:t>r</a:t>
            </a:r>
            <a:r>
              <a:rPr sz="2900" spc="-65" dirty="0">
                <a:latin typeface="Tw Cen MT" panose="020B0602020104020603"/>
                <a:cs typeface="Tw Cen MT" panose="020B0602020104020603"/>
              </a:rPr>
              <a:t>v</a:t>
            </a:r>
            <a:r>
              <a:rPr sz="2900" spc="-5" dirty="0">
                <a:latin typeface="Tw Cen MT" panose="020B0602020104020603"/>
                <a:cs typeface="Tw Cen MT" panose="020B0602020104020603"/>
              </a:rPr>
              <a:t>e</a:t>
            </a:r>
            <a:r>
              <a:rPr sz="2900" spc="-210" dirty="0">
                <a:latin typeface="Tw Cen MT" panose="020B0602020104020603"/>
                <a:cs typeface="Tw Cen MT" panose="020B0602020104020603"/>
              </a:rPr>
              <a:t>r</a:t>
            </a:r>
            <a:r>
              <a:rPr sz="2900" dirty="0">
                <a:latin typeface="Tw Cen MT" panose="020B0602020104020603"/>
                <a:cs typeface="Tw Cen MT" panose="020B0602020104020603"/>
              </a:rPr>
              <a:t>.</a:t>
            </a:r>
            <a:endParaRPr sz="2900">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132866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1249" y="60278"/>
            <a:ext cx="5812155" cy="677108"/>
          </a:xfrm>
          <a:prstGeom prst="rect">
            <a:avLst/>
          </a:prstGeom>
        </p:spPr>
        <p:txBody>
          <a:bodyPr vert="horz" wrap="square" lIns="0" tIns="0" rIns="0" bIns="0" rtlCol="0" anchor="ctr">
            <a:spAutoFit/>
          </a:bodyPr>
          <a:lstStyle/>
          <a:p>
            <a:pPr marL="12700">
              <a:lnSpc>
                <a:spcPct val="100000"/>
              </a:lnSpc>
            </a:pPr>
            <a:r>
              <a:rPr spc="-5" dirty="0"/>
              <a:t>H</a:t>
            </a:r>
            <a:r>
              <a:rPr spc="-10" dirty="0"/>
              <a:t>a</a:t>
            </a:r>
            <a:r>
              <a:rPr spc="-5" dirty="0"/>
              <a:t>rdw</a:t>
            </a:r>
            <a:r>
              <a:rPr spc="-10" dirty="0"/>
              <a:t>a</a:t>
            </a:r>
            <a:r>
              <a:rPr spc="75" dirty="0"/>
              <a:t>r</a:t>
            </a:r>
            <a:r>
              <a:rPr dirty="0"/>
              <a:t>e</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5148453" y="781968"/>
            <a:ext cx="2129790" cy="677108"/>
          </a:xfrm>
          <a:prstGeom prst="rect">
            <a:avLst/>
          </a:prstGeom>
        </p:spPr>
        <p:txBody>
          <a:bodyPr vert="horz" wrap="square" lIns="0" tIns="0" rIns="0" bIns="0" rtlCol="0">
            <a:spAutoFit/>
          </a:bodyPr>
          <a:lstStyle/>
          <a:p>
            <a:pPr marL="12700"/>
            <a:r>
              <a:rPr sz="4400" b="1" u="heavy" spc="-5" dirty="0">
                <a:solidFill>
                  <a:srgbClr val="006FC0"/>
                </a:solidFill>
                <a:latin typeface="Tw Cen MT" panose="020B0602020104020603"/>
                <a:cs typeface="Tw Cen MT" panose="020B0602020104020603"/>
              </a:rPr>
              <a:t>Subtyp</a:t>
            </a:r>
            <a:r>
              <a:rPr sz="4400" b="1" u="heavy" dirty="0">
                <a:solidFill>
                  <a:srgbClr val="006FC0"/>
                </a:solidFill>
                <a:latin typeface="Tw Cen MT" panose="020B0602020104020603"/>
                <a:cs typeface="Tw Cen MT" panose="020B0602020104020603"/>
              </a:rPr>
              <a:t>e</a:t>
            </a:r>
            <a:r>
              <a:rPr sz="4400" b="1" u="heavy" spc="-5" dirty="0">
                <a:solidFill>
                  <a:srgbClr val="006FC0"/>
                </a:solidFill>
                <a:latin typeface="Tw Cen MT" panose="020B0602020104020603"/>
                <a:cs typeface="Tw Cen MT" panose="020B0602020104020603"/>
              </a:rPr>
              <a:t>s</a:t>
            </a:r>
            <a:endParaRPr sz="4400">
              <a:latin typeface="Tw Cen MT" panose="020B0602020104020603"/>
              <a:cs typeface="Tw Cen MT" panose="020B0602020104020603"/>
            </a:endParaRPr>
          </a:p>
        </p:txBody>
      </p:sp>
      <p:sp>
        <p:nvSpPr>
          <p:cNvPr id="4" name="object 4"/>
          <p:cNvSpPr txBox="1">
            <a:spLocks noGrp="1"/>
          </p:cNvSpPr>
          <p:nvPr>
            <p:ph type="body" idx="1"/>
          </p:nvPr>
        </p:nvSpPr>
        <p:spPr>
          <a:xfrm>
            <a:off x="1985138" y="1600201"/>
            <a:ext cx="8682863" cy="5447645"/>
          </a:xfrm>
          <a:prstGeom prst="rect">
            <a:avLst/>
          </a:prstGeom>
        </p:spPr>
        <p:txBody>
          <a:bodyPr vert="horz" wrap="square" lIns="0" tIns="0" rIns="0" bIns="0" rtlCol="0">
            <a:spAutoFit/>
          </a:bodyPr>
          <a:lstStyle/>
          <a:p>
            <a:pPr marL="561975" marR="5080" indent="-319405">
              <a:lnSpc>
                <a:spcPct val="100000"/>
              </a:lnSpc>
              <a:buClr>
                <a:srgbClr val="DD8046"/>
              </a:buClr>
              <a:buSzPct val="60000"/>
              <a:buFont typeface="Wingdings" panose="05000000000000000000"/>
              <a:buChar char=""/>
              <a:tabLst>
                <a:tab pos="562610" algn="l"/>
              </a:tabLst>
            </a:pPr>
            <a:r>
              <a:rPr u="sng" spc="-5" dirty="0"/>
              <a:t>Ful</a:t>
            </a:r>
            <a:r>
              <a:rPr u="sng" dirty="0"/>
              <a:t>l</a:t>
            </a:r>
            <a:r>
              <a:rPr u="sng" spc="-5" dirty="0"/>
              <a:t> Vi</a:t>
            </a:r>
            <a:r>
              <a:rPr u="sng" spc="50" dirty="0"/>
              <a:t>r</a:t>
            </a:r>
            <a:r>
              <a:rPr u="sng" spc="-5" dirty="0"/>
              <a:t>tu</a:t>
            </a:r>
            <a:r>
              <a:rPr u="sng" spc="-10" dirty="0"/>
              <a:t>a</a:t>
            </a:r>
            <a:r>
              <a:rPr u="sng" spc="-5" dirty="0"/>
              <a:t>liz</a:t>
            </a:r>
            <a:r>
              <a:rPr u="sng" spc="-10" dirty="0"/>
              <a:t>a</a:t>
            </a:r>
            <a:r>
              <a:rPr u="sng" spc="-5" dirty="0"/>
              <a:t>tion</a:t>
            </a:r>
            <a:r>
              <a:rPr u="sng" dirty="0"/>
              <a:t> </a:t>
            </a:r>
            <a:r>
              <a:t>–</a:t>
            </a:r>
            <a:r>
              <a:rPr spc="-5"/>
              <a:t> </a:t>
            </a:r>
            <a:endParaRPr lang="en-US" spc="-5" dirty="0"/>
          </a:p>
          <a:p>
            <a:pPr marL="561975" marR="5080" indent="-319405">
              <a:lnSpc>
                <a:spcPct val="100000"/>
              </a:lnSpc>
              <a:buClr>
                <a:srgbClr val="DD8046"/>
              </a:buClr>
              <a:buSzPct val="60000"/>
              <a:tabLst>
                <a:tab pos="562610" algn="l"/>
              </a:tabLst>
            </a:pPr>
            <a:r>
              <a:rPr lang="en-US" spc="-5" dirty="0"/>
              <a:t>Th</a:t>
            </a:r>
            <a:r>
              <a:rPr lang="en-US" dirty="0"/>
              <a:t>e</a:t>
            </a:r>
            <a:r>
              <a:rPr lang="en-US" spc="-5" dirty="0"/>
              <a:t> un</a:t>
            </a:r>
            <a:r>
              <a:rPr lang="en-US" spc="-10" dirty="0"/>
              <a:t>d</a:t>
            </a:r>
            <a:r>
              <a:rPr lang="en-US" spc="-5" dirty="0"/>
              <a:t>e</a:t>
            </a:r>
            <a:r>
              <a:rPr lang="en-US" spc="50" dirty="0"/>
              <a:t>r</a:t>
            </a:r>
            <a:r>
              <a:rPr lang="en-US" spc="-5" dirty="0"/>
              <a:t>lying h</a:t>
            </a:r>
            <a:r>
              <a:rPr lang="en-US" spc="-10" dirty="0"/>
              <a:t>a</a:t>
            </a:r>
            <a:r>
              <a:rPr lang="en-US" spc="-5" dirty="0"/>
              <a:t>r</a:t>
            </a:r>
            <a:r>
              <a:rPr lang="en-US" spc="-70" dirty="0"/>
              <a:t>d</a:t>
            </a:r>
            <a:r>
              <a:rPr lang="en-US" spc="-120" dirty="0"/>
              <a:t>w</a:t>
            </a:r>
            <a:r>
              <a:rPr lang="en-US" spc="-10" dirty="0"/>
              <a:t>a</a:t>
            </a:r>
            <a:r>
              <a:rPr lang="en-US" spc="-5" dirty="0"/>
              <a:t>r</a:t>
            </a:r>
            <a:r>
              <a:rPr lang="en-US" dirty="0"/>
              <a:t>e</a:t>
            </a:r>
            <a:r>
              <a:rPr lang="en-US" spc="-5" dirty="0"/>
              <a:t> i</a:t>
            </a:r>
            <a:r>
              <a:rPr lang="en-US" dirty="0"/>
              <a:t>s </a:t>
            </a:r>
            <a:r>
              <a:rPr lang="en-US" spc="-5" dirty="0">
                <a:solidFill>
                  <a:srgbClr val="FF0000"/>
                </a:solidFill>
              </a:rPr>
              <a:t>full</a:t>
            </a:r>
            <a:r>
              <a:rPr lang="en-US" dirty="0">
                <a:solidFill>
                  <a:srgbClr val="FF0000"/>
                </a:solidFill>
              </a:rPr>
              <a:t>y</a:t>
            </a:r>
            <a:r>
              <a:rPr lang="en-US" spc="-5" dirty="0">
                <a:solidFill>
                  <a:srgbClr val="FF0000"/>
                </a:solidFill>
              </a:rPr>
              <a:t> si</a:t>
            </a:r>
            <a:r>
              <a:rPr lang="en-US" spc="55" dirty="0">
                <a:solidFill>
                  <a:srgbClr val="FF0000"/>
                </a:solidFill>
              </a:rPr>
              <a:t>m</a:t>
            </a:r>
            <a:r>
              <a:rPr lang="en-US" spc="-5" dirty="0">
                <a:solidFill>
                  <a:srgbClr val="FF0000"/>
                </a:solidFill>
              </a:rPr>
              <a:t>ul</a:t>
            </a:r>
            <a:r>
              <a:rPr lang="en-US" spc="-10" dirty="0">
                <a:solidFill>
                  <a:srgbClr val="FF0000"/>
                </a:solidFill>
              </a:rPr>
              <a:t>a</a:t>
            </a:r>
            <a:r>
              <a:rPr lang="en-US" spc="-5" dirty="0">
                <a:solidFill>
                  <a:srgbClr val="FF0000"/>
                </a:solidFill>
              </a:rPr>
              <a:t>te</a:t>
            </a:r>
            <a:r>
              <a:rPr lang="en-US" spc="-10" dirty="0">
                <a:solidFill>
                  <a:srgbClr val="FF0000"/>
                </a:solidFill>
              </a:rPr>
              <a:t>d</a:t>
            </a:r>
            <a:r>
              <a:rPr lang="en-US" dirty="0">
                <a:solidFill>
                  <a:srgbClr val="FF0000"/>
                </a:solidFill>
              </a:rPr>
              <a:t>.</a:t>
            </a:r>
            <a:endParaRPr lang="en-US" spc="-5" dirty="0">
              <a:solidFill>
                <a:srgbClr val="FF0000"/>
              </a:solidFill>
            </a:endParaRPr>
          </a:p>
          <a:p>
            <a:pPr marL="561975" marR="5080" indent="-319405">
              <a:lnSpc>
                <a:spcPct val="100000"/>
              </a:lnSpc>
              <a:buClr>
                <a:srgbClr val="DD8046"/>
              </a:buClr>
              <a:buSzPct val="60000"/>
              <a:tabLst>
                <a:tab pos="562610" algn="l"/>
              </a:tabLst>
            </a:pPr>
            <a:r>
              <a:rPr spc="-5"/>
              <a:t>Guest</a:t>
            </a:r>
            <a:r>
              <a:t> </a:t>
            </a:r>
            <a:r>
              <a:rPr spc="-5" dirty="0"/>
              <a:t>soft</a:t>
            </a:r>
            <a:r>
              <a:rPr spc="-120" dirty="0"/>
              <a:t>w</a:t>
            </a:r>
            <a:r>
              <a:rPr spc="-10" dirty="0"/>
              <a:t>a</a:t>
            </a:r>
            <a:r>
              <a:rPr spc="-5" dirty="0"/>
              <a:t>r</a:t>
            </a:r>
            <a:r>
              <a:rPr dirty="0"/>
              <a:t>e</a:t>
            </a:r>
            <a:r>
              <a:rPr spc="-5" dirty="0"/>
              <a:t> doe</a:t>
            </a:r>
            <a:r>
              <a:rPr dirty="0"/>
              <a:t>s</a:t>
            </a:r>
            <a:r>
              <a:rPr spc="-5" dirty="0"/>
              <a:t> not</a:t>
            </a:r>
            <a:r>
              <a:rPr dirty="0"/>
              <a:t> </a:t>
            </a:r>
            <a:r>
              <a:rPr spc="-5" dirty="0"/>
              <a:t>re</a:t>
            </a:r>
            <a:r>
              <a:rPr spc="-10" dirty="0"/>
              <a:t>q</a:t>
            </a:r>
            <a:r>
              <a:rPr spc="-5" dirty="0"/>
              <a:t>uir</a:t>
            </a:r>
            <a:r>
              <a:rPr dirty="0"/>
              <a:t>e </a:t>
            </a:r>
            <a:r>
              <a:rPr spc="-10"/>
              <a:t>a</a:t>
            </a:r>
            <a:r>
              <a:rPr spc="-95"/>
              <a:t>n</a:t>
            </a:r>
            <a:r>
              <a:t>y</a:t>
            </a:r>
            <a:r>
              <a:rPr spc="-5"/>
              <a:t> </a:t>
            </a:r>
            <a:r>
              <a:t>m</a:t>
            </a:r>
            <a:r>
              <a:rPr spc="-5"/>
              <a:t>o</a:t>
            </a:r>
            <a:r>
              <a:rPr spc="-10"/>
              <a:t>d</a:t>
            </a:r>
            <a:r>
              <a:rPr spc="-5"/>
              <a:t>ifi</a:t>
            </a:r>
            <a:r>
              <a:rPr spc="-10"/>
              <a:t>ca</a:t>
            </a:r>
            <a:r>
              <a:rPr spc="-5"/>
              <a:t>tion</a:t>
            </a:r>
            <a:r>
              <a:t>s</a:t>
            </a:r>
            <a:r>
              <a:rPr lang="en-US" dirty="0"/>
              <a:t>.</a:t>
            </a:r>
            <a:endParaRPr dirty="0"/>
          </a:p>
          <a:p>
            <a:pPr marL="561975" marR="255905" indent="-319405">
              <a:lnSpc>
                <a:spcPct val="100000"/>
              </a:lnSpc>
              <a:spcBef>
                <a:spcPts val="700"/>
              </a:spcBef>
              <a:buClr>
                <a:srgbClr val="DD8046"/>
              </a:buClr>
              <a:buSzPct val="59000"/>
              <a:buFont typeface="Wingdings" panose="05000000000000000000"/>
              <a:buChar char=""/>
              <a:tabLst>
                <a:tab pos="562610" algn="l"/>
              </a:tabLst>
            </a:pPr>
            <a:r>
              <a:rPr u="sng" spc="-180"/>
              <a:t>P</a:t>
            </a:r>
            <a:r>
              <a:rPr u="sng" spc="-10"/>
              <a:t>a</a:t>
            </a:r>
            <a:r>
              <a:rPr u="sng" spc="-35"/>
              <a:t>r</a:t>
            </a:r>
            <a:r>
              <a:rPr u="sng" spc="-10"/>
              <a:t>a</a:t>
            </a:r>
            <a:r>
              <a:rPr u="sng" spc="-5"/>
              <a:t>-vi</a:t>
            </a:r>
            <a:r>
              <a:rPr u="sng" spc="50"/>
              <a:t>r</a:t>
            </a:r>
            <a:r>
              <a:rPr u="sng" spc="-5"/>
              <a:t>tu</a:t>
            </a:r>
            <a:r>
              <a:rPr u="sng" spc="-10"/>
              <a:t>a</a:t>
            </a:r>
            <a:r>
              <a:rPr u="sng" spc="-5"/>
              <a:t>liz</a:t>
            </a:r>
            <a:r>
              <a:rPr u="sng" spc="-10"/>
              <a:t>a</a:t>
            </a:r>
            <a:r>
              <a:rPr u="sng" spc="-5"/>
              <a:t>tion</a:t>
            </a:r>
            <a:r>
              <a:rPr u="sng"/>
              <a:t> </a:t>
            </a:r>
            <a:r>
              <a:t>–</a:t>
            </a:r>
            <a:endParaRPr lang="en-US" dirty="0"/>
          </a:p>
          <a:p>
            <a:pPr marL="561975" marR="255905" indent="-319405">
              <a:lnSpc>
                <a:spcPct val="100000"/>
              </a:lnSpc>
              <a:spcBef>
                <a:spcPts val="700"/>
              </a:spcBef>
              <a:buClr>
                <a:srgbClr val="DD8046"/>
              </a:buClr>
              <a:buSzPct val="59000"/>
              <a:tabLst>
                <a:tab pos="562610" algn="l"/>
              </a:tabLst>
            </a:pPr>
            <a:r>
              <a:rPr spc="-5"/>
              <a:t> </a:t>
            </a:r>
            <a:r>
              <a:rPr lang="en-US" spc="-5" dirty="0"/>
              <a:t>T</a:t>
            </a:r>
            <a:r>
              <a:rPr spc="-5"/>
              <a:t>h</a:t>
            </a:r>
            <a:r>
              <a:t>e</a:t>
            </a:r>
            <a:r>
              <a:rPr spc="-5"/>
              <a:t> h</a:t>
            </a:r>
            <a:r>
              <a:rPr spc="-10"/>
              <a:t>a</a:t>
            </a:r>
            <a:r>
              <a:rPr spc="-5"/>
              <a:t>r</a:t>
            </a:r>
            <a:r>
              <a:rPr spc="-70"/>
              <a:t>d</a:t>
            </a:r>
            <a:r>
              <a:rPr spc="-120"/>
              <a:t>w</a:t>
            </a:r>
            <a:r>
              <a:rPr spc="-10"/>
              <a:t>a</a:t>
            </a:r>
            <a:r>
              <a:rPr spc="-5"/>
              <a:t>r</a:t>
            </a:r>
            <a:r>
              <a:t>e</a:t>
            </a:r>
            <a:r>
              <a:rPr spc="-5"/>
              <a:t> i</a:t>
            </a:r>
            <a:r>
              <a:t>s</a:t>
            </a:r>
            <a:r>
              <a:rPr spc="-5"/>
              <a:t> </a:t>
            </a:r>
            <a:r>
              <a:rPr spc="-5">
                <a:solidFill>
                  <a:srgbClr val="FF0000"/>
                </a:solidFill>
              </a:rPr>
              <a:t>not</a:t>
            </a:r>
            <a:r>
              <a:rPr>
                <a:solidFill>
                  <a:srgbClr val="FF0000"/>
                </a:solidFill>
              </a:rPr>
              <a:t> </a:t>
            </a:r>
            <a:r>
              <a:rPr spc="-5">
                <a:solidFill>
                  <a:srgbClr val="FF0000"/>
                </a:solidFill>
              </a:rPr>
              <a:t>si</a:t>
            </a:r>
            <a:r>
              <a:rPr spc="55">
                <a:solidFill>
                  <a:srgbClr val="FF0000"/>
                </a:solidFill>
              </a:rPr>
              <a:t>m</a:t>
            </a:r>
            <a:r>
              <a:rPr spc="-5">
                <a:solidFill>
                  <a:srgbClr val="FF0000"/>
                </a:solidFill>
              </a:rPr>
              <a:t>ul</a:t>
            </a:r>
            <a:r>
              <a:rPr spc="-10">
                <a:solidFill>
                  <a:srgbClr val="FF0000"/>
                </a:solidFill>
              </a:rPr>
              <a:t>a</a:t>
            </a:r>
            <a:r>
              <a:rPr spc="-5">
                <a:solidFill>
                  <a:srgbClr val="FF0000"/>
                </a:solidFill>
              </a:rPr>
              <a:t>ted</a:t>
            </a:r>
            <a:r>
              <a:rPr>
                <a:solidFill>
                  <a:srgbClr val="FF0000"/>
                </a:solidFill>
              </a:rPr>
              <a:t> </a:t>
            </a:r>
            <a:r>
              <a:rPr lang="en-US" spc="-10" dirty="0"/>
              <a:t>instead</a:t>
            </a:r>
            <a:r>
              <a:rPr spc="-5"/>
              <a:t> th</a:t>
            </a:r>
            <a:r>
              <a:t>e</a:t>
            </a:r>
            <a:r>
              <a:rPr spc="-5"/>
              <a:t> guest</a:t>
            </a:r>
            <a:r>
              <a:t> </a:t>
            </a:r>
            <a:r>
              <a:rPr spc="-5"/>
              <a:t>soft</a:t>
            </a:r>
            <a:r>
              <a:rPr spc="-120"/>
              <a:t>w</a:t>
            </a:r>
            <a:r>
              <a:rPr spc="-10"/>
              <a:t>a</a:t>
            </a:r>
            <a:r>
              <a:rPr spc="-5"/>
              <a:t>r</a:t>
            </a:r>
            <a:r>
              <a:t>e</a:t>
            </a:r>
            <a:r>
              <a:rPr spc="-5"/>
              <a:t> </a:t>
            </a:r>
            <a:r>
              <a:rPr spc="50"/>
              <a:t>r</a:t>
            </a:r>
            <a:r>
              <a:rPr spc="-5"/>
              <a:t>un</a:t>
            </a:r>
            <a:r>
              <a:t> </a:t>
            </a:r>
            <a:r>
              <a:rPr spc="-5"/>
              <a:t>thei</a:t>
            </a:r>
            <a:r>
              <a:t>r</a:t>
            </a:r>
            <a:r>
              <a:rPr spc="-5"/>
              <a:t> </a:t>
            </a:r>
            <a:r>
              <a:rPr spc="-95">
                <a:solidFill>
                  <a:srgbClr val="00B050"/>
                </a:solidFill>
              </a:rPr>
              <a:t>o</a:t>
            </a:r>
            <a:r>
              <a:rPr>
                <a:solidFill>
                  <a:srgbClr val="00B050"/>
                </a:solidFill>
              </a:rPr>
              <a:t>w</a:t>
            </a:r>
            <a:r>
              <a:rPr spc="-5">
                <a:solidFill>
                  <a:srgbClr val="00B050"/>
                </a:solidFill>
              </a:rPr>
              <a:t>n</a:t>
            </a:r>
            <a:r>
              <a:rPr>
                <a:solidFill>
                  <a:srgbClr val="00B050"/>
                </a:solidFill>
              </a:rPr>
              <a:t> </a:t>
            </a:r>
            <a:r>
              <a:rPr spc="-5">
                <a:solidFill>
                  <a:srgbClr val="00B050"/>
                </a:solidFill>
              </a:rPr>
              <a:t>isol</a:t>
            </a:r>
            <a:r>
              <a:rPr spc="-10">
                <a:solidFill>
                  <a:srgbClr val="00B050"/>
                </a:solidFill>
              </a:rPr>
              <a:t>a</a:t>
            </a:r>
            <a:r>
              <a:rPr spc="-5">
                <a:solidFill>
                  <a:srgbClr val="00B050"/>
                </a:solidFill>
              </a:rPr>
              <a:t>ted</a:t>
            </a:r>
            <a:r>
              <a:rPr>
                <a:solidFill>
                  <a:srgbClr val="00B050"/>
                </a:solidFill>
              </a:rPr>
              <a:t> </a:t>
            </a:r>
            <a:r>
              <a:rPr spc="-10">
                <a:solidFill>
                  <a:srgbClr val="00B050"/>
                </a:solidFill>
              </a:rPr>
              <a:t>d</a:t>
            </a:r>
            <a:r>
              <a:rPr spc="-5">
                <a:solidFill>
                  <a:srgbClr val="00B050"/>
                </a:solidFill>
              </a:rPr>
              <a:t>o</a:t>
            </a:r>
            <a:r>
              <a:rPr>
                <a:solidFill>
                  <a:srgbClr val="00B050"/>
                </a:solidFill>
              </a:rPr>
              <a:t>m</a:t>
            </a:r>
            <a:r>
              <a:rPr spc="-10">
                <a:solidFill>
                  <a:srgbClr val="00B050"/>
                </a:solidFill>
              </a:rPr>
              <a:t>a</a:t>
            </a:r>
            <a:r>
              <a:rPr spc="-5">
                <a:solidFill>
                  <a:srgbClr val="00B050"/>
                </a:solidFill>
              </a:rPr>
              <a:t>in</a:t>
            </a:r>
            <a:r>
              <a:rPr spc="-35">
                <a:solidFill>
                  <a:srgbClr val="00B050"/>
                </a:solidFill>
              </a:rPr>
              <a:t>s</a:t>
            </a:r>
            <a:r>
              <a:rPr>
                <a:solidFill>
                  <a:srgbClr val="00B050"/>
                </a:solidFill>
              </a:rPr>
              <a:t>.</a:t>
            </a:r>
            <a:endParaRPr lang="en-US" dirty="0">
              <a:solidFill>
                <a:srgbClr val="00B050"/>
              </a:solidFill>
            </a:endParaRPr>
          </a:p>
          <a:p>
            <a:pPr marL="561975" marR="255905" indent="-319405">
              <a:spcBef>
                <a:spcPts val="700"/>
              </a:spcBef>
              <a:buClr>
                <a:srgbClr val="DD8046"/>
              </a:buClr>
              <a:buSzPct val="59000"/>
              <a:buFont typeface="Wingdings" panose="05000000000000000000"/>
              <a:buChar char=""/>
              <a:tabLst>
                <a:tab pos="562610" algn="l"/>
              </a:tabLst>
            </a:pPr>
            <a:r>
              <a:rPr lang="en-US" u="sng" spc="-5" dirty="0"/>
              <a:t>E</a:t>
            </a:r>
            <a:r>
              <a:rPr lang="en-US" u="sng" spc="55" dirty="0"/>
              <a:t>m</a:t>
            </a:r>
            <a:r>
              <a:rPr lang="en-US" u="sng" spc="-5" dirty="0"/>
              <a:t>ul</a:t>
            </a:r>
            <a:r>
              <a:rPr lang="en-US" u="sng" spc="-10" dirty="0"/>
              <a:t>a</a:t>
            </a:r>
            <a:r>
              <a:rPr lang="en-US" u="sng" spc="-5" dirty="0"/>
              <a:t>tion</a:t>
            </a:r>
            <a:r>
              <a:rPr lang="en-US" u="sng" dirty="0"/>
              <a:t> </a:t>
            </a:r>
            <a:r>
              <a:rPr lang="en-US" u="sng" spc="-5" dirty="0"/>
              <a:t>Vi</a:t>
            </a:r>
            <a:r>
              <a:rPr lang="en-US" u="sng" spc="50" dirty="0"/>
              <a:t>r</a:t>
            </a:r>
            <a:r>
              <a:rPr lang="en-US" u="sng" spc="-5" dirty="0"/>
              <a:t>tu</a:t>
            </a:r>
            <a:r>
              <a:rPr lang="en-US" u="sng" spc="-10" dirty="0"/>
              <a:t>a</a:t>
            </a:r>
            <a:r>
              <a:rPr lang="en-US" u="sng" spc="-5" dirty="0"/>
              <a:t>liz</a:t>
            </a:r>
            <a:r>
              <a:rPr lang="en-US" u="sng" spc="-10" dirty="0"/>
              <a:t>a</a:t>
            </a:r>
            <a:r>
              <a:rPr lang="en-US" u="sng" spc="-5" dirty="0"/>
              <a:t>tion</a:t>
            </a:r>
            <a:r>
              <a:rPr lang="en-US" u="sng" dirty="0"/>
              <a:t> </a:t>
            </a:r>
            <a:r>
              <a:rPr lang="en-US" dirty="0"/>
              <a:t>–</a:t>
            </a:r>
            <a:r>
              <a:rPr lang="en-US" spc="-5" dirty="0"/>
              <a:t> </a:t>
            </a:r>
          </a:p>
          <a:p>
            <a:pPr marL="561975" marR="255905" indent="-319405">
              <a:spcBef>
                <a:spcPts val="700"/>
              </a:spcBef>
              <a:buClr>
                <a:srgbClr val="DD8046"/>
              </a:buClr>
              <a:buSzPct val="59000"/>
              <a:tabLst>
                <a:tab pos="562610" algn="l"/>
              </a:tabLst>
            </a:pPr>
            <a:r>
              <a:rPr lang="en-US" spc="-5" dirty="0"/>
              <a:t>Th</a:t>
            </a:r>
            <a:r>
              <a:rPr lang="en-US" dirty="0"/>
              <a:t>e</a:t>
            </a:r>
            <a:r>
              <a:rPr lang="en-US" spc="-5" dirty="0"/>
              <a:t> </a:t>
            </a:r>
            <a:r>
              <a:rPr lang="en-US" spc="-5" dirty="0">
                <a:solidFill>
                  <a:srgbClr val="FF0000"/>
                </a:solidFill>
              </a:rPr>
              <a:t>vi</a:t>
            </a:r>
            <a:r>
              <a:rPr lang="en-US" spc="50" dirty="0">
                <a:solidFill>
                  <a:srgbClr val="FF0000"/>
                </a:solidFill>
              </a:rPr>
              <a:t>r</a:t>
            </a:r>
            <a:r>
              <a:rPr lang="en-US" spc="-5" dirty="0">
                <a:solidFill>
                  <a:srgbClr val="FF0000"/>
                </a:solidFill>
              </a:rPr>
              <a:t>tu</a:t>
            </a:r>
            <a:r>
              <a:rPr lang="en-US" spc="-10" dirty="0">
                <a:solidFill>
                  <a:srgbClr val="FF0000"/>
                </a:solidFill>
              </a:rPr>
              <a:t>a</a:t>
            </a:r>
            <a:r>
              <a:rPr lang="en-US" dirty="0">
                <a:solidFill>
                  <a:srgbClr val="FF0000"/>
                </a:solidFill>
              </a:rPr>
              <a:t>l</a:t>
            </a:r>
            <a:r>
              <a:rPr lang="en-US" spc="-5" dirty="0">
                <a:solidFill>
                  <a:srgbClr val="FF0000"/>
                </a:solidFill>
              </a:rPr>
              <a:t> </a:t>
            </a:r>
            <a:r>
              <a:rPr lang="en-US" dirty="0">
                <a:solidFill>
                  <a:srgbClr val="FF0000"/>
                </a:solidFill>
              </a:rPr>
              <a:t>m</a:t>
            </a:r>
            <a:r>
              <a:rPr lang="en-US" spc="-10" dirty="0">
                <a:solidFill>
                  <a:srgbClr val="FF0000"/>
                </a:solidFill>
              </a:rPr>
              <a:t>a</a:t>
            </a:r>
            <a:r>
              <a:rPr lang="en-US" spc="100" dirty="0">
                <a:solidFill>
                  <a:srgbClr val="FF0000"/>
                </a:solidFill>
              </a:rPr>
              <a:t>c</a:t>
            </a:r>
            <a:r>
              <a:rPr lang="en-US" spc="-5" dirty="0">
                <a:solidFill>
                  <a:srgbClr val="FF0000"/>
                </a:solidFill>
              </a:rPr>
              <a:t>hin</a:t>
            </a:r>
            <a:r>
              <a:rPr lang="en-US" dirty="0">
                <a:solidFill>
                  <a:srgbClr val="FF0000"/>
                </a:solidFill>
              </a:rPr>
              <a:t>e </a:t>
            </a:r>
            <a:r>
              <a:rPr lang="en-US" spc="-5" dirty="0">
                <a:solidFill>
                  <a:srgbClr val="FF0000"/>
                </a:solidFill>
              </a:rPr>
              <a:t>si</a:t>
            </a:r>
            <a:r>
              <a:rPr lang="en-US" spc="55" dirty="0">
                <a:solidFill>
                  <a:srgbClr val="FF0000"/>
                </a:solidFill>
              </a:rPr>
              <a:t>m</a:t>
            </a:r>
            <a:r>
              <a:rPr lang="en-US" spc="-5" dirty="0">
                <a:solidFill>
                  <a:srgbClr val="FF0000"/>
                </a:solidFill>
              </a:rPr>
              <a:t>ul</a:t>
            </a:r>
            <a:r>
              <a:rPr lang="en-US" spc="-10" dirty="0">
                <a:solidFill>
                  <a:srgbClr val="FF0000"/>
                </a:solidFill>
              </a:rPr>
              <a:t>a</a:t>
            </a:r>
            <a:r>
              <a:rPr lang="en-US" spc="-5" dirty="0">
                <a:solidFill>
                  <a:srgbClr val="FF0000"/>
                </a:solidFill>
              </a:rPr>
              <a:t>te</a:t>
            </a:r>
            <a:r>
              <a:rPr lang="en-US" dirty="0">
                <a:solidFill>
                  <a:srgbClr val="FF0000"/>
                </a:solidFill>
              </a:rPr>
              <a:t>s</a:t>
            </a:r>
            <a:r>
              <a:rPr lang="en-US" spc="-5" dirty="0">
                <a:solidFill>
                  <a:srgbClr val="FF0000"/>
                </a:solidFill>
              </a:rPr>
              <a:t> th</a:t>
            </a:r>
            <a:r>
              <a:rPr lang="en-US" dirty="0">
                <a:solidFill>
                  <a:srgbClr val="FF0000"/>
                </a:solidFill>
              </a:rPr>
              <a:t>e</a:t>
            </a:r>
            <a:r>
              <a:rPr lang="en-US" spc="-5" dirty="0">
                <a:solidFill>
                  <a:srgbClr val="FF0000"/>
                </a:solidFill>
              </a:rPr>
              <a:t> h</a:t>
            </a:r>
            <a:r>
              <a:rPr lang="en-US" spc="-10" dirty="0">
                <a:solidFill>
                  <a:srgbClr val="FF0000"/>
                </a:solidFill>
              </a:rPr>
              <a:t>a</a:t>
            </a:r>
            <a:r>
              <a:rPr lang="en-US" spc="-5" dirty="0">
                <a:solidFill>
                  <a:srgbClr val="FF0000"/>
                </a:solidFill>
              </a:rPr>
              <a:t>r</a:t>
            </a:r>
            <a:r>
              <a:rPr lang="en-US" spc="-70" dirty="0">
                <a:solidFill>
                  <a:srgbClr val="FF0000"/>
                </a:solidFill>
              </a:rPr>
              <a:t>d</a:t>
            </a:r>
            <a:r>
              <a:rPr lang="en-US" spc="-120" dirty="0">
                <a:solidFill>
                  <a:srgbClr val="FF0000"/>
                </a:solidFill>
              </a:rPr>
              <a:t>w</a:t>
            </a:r>
            <a:r>
              <a:rPr lang="en-US" spc="-10" dirty="0">
                <a:solidFill>
                  <a:srgbClr val="FF0000"/>
                </a:solidFill>
              </a:rPr>
              <a:t>a</a:t>
            </a:r>
            <a:r>
              <a:rPr lang="en-US" spc="-5" dirty="0">
                <a:solidFill>
                  <a:srgbClr val="FF0000"/>
                </a:solidFill>
              </a:rPr>
              <a:t>r</a:t>
            </a:r>
            <a:r>
              <a:rPr lang="en-US" dirty="0">
                <a:solidFill>
                  <a:srgbClr val="FF0000"/>
                </a:solidFill>
              </a:rPr>
              <a:t>e</a:t>
            </a:r>
            <a:r>
              <a:rPr lang="en-US" spc="-5" dirty="0">
                <a:solidFill>
                  <a:srgbClr val="FF0000"/>
                </a:solidFill>
              </a:rPr>
              <a:t> </a:t>
            </a:r>
            <a:r>
              <a:rPr lang="en-US" spc="-5" dirty="0"/>
              <a:t>and </a:t>
            </a:r>
            <a:r>
              <a:rPr lang="en-US" spc="-10" dirty="0"/>
              <a:t>b</a:t>
            </a:r>
            <a:r>
              <a:rPr lang="en-US" spc="-5" dirty="0"/>
              <a:t>e</a:t>
            </a:r>
            <a:r>
              <a:rPr lang="en-US" spc="-10" dirty="0"/>
              <a:t>c</a:t>
            </a:r>
            <a:r>
              <a:rPr lang="en-US" spc="-5" dirty="0"/>
              <a:t>o</a:t>
            </a:r>
            <a:r>
              <a:rPr lang="en-US" dirty="0"/>
              <a:t>m</a:t>
            </a:r>
            <a:r>
              <a:rPr lang="en-US" spc="-5" dirty="0"/>
              <a:t>e</a:t>
            </a:r>
            <a:r>
              <a:rPr lang="en-US" dirty="0"/>
              <a:t>s</a:t>
            </a:r>
            <a:r>
              <a:rPr lang="en-US" spc="-5" dirty="0"/>
              <a:t> </a:t>
            </a:r>
            <a:r>
              <a:rPr lang="en-US" spc="-5" dirty="0">
                <a:solidFill>
                  <a:srgbClr val="FF0000"/>
                </a:solidFill>
              </a:rPr>
              <a:t>in</a:t>
            </a:r>
            <a:r>
              <a:rPr lang="en-US" spc="-10" dirty="0">
                <a:solidFill>
                  <a:srgbClr val="FF0000"/>
                </a:solidFill>
              </a:rPr>
              <a:t>d</a:t>
            </a:r>
            <a:r>
              <a:rPr lang="en-US" spc="-5" dirty="0">
                <a:solidFill>
                  <a:srgbClr val="FF0000"/>
                </a:solidFill>
              </a:rPr>
              <a:t>e</a:t>
            </a:r>
            <a:r>
              <a:rPr lang="en-US" spc="-10" dirty="0">
                <a:solidFill>
                  <a:srgbClr val="FF0000"/>
                </a:solidFill>
              </a:rPr>
              <a:t>p</a:t>
            </a:r>
            <a:r>
              <a:rPr lang="en-US" spc="-5" dirty="0">
                <a:solidFill>
                  <a:srgbClr val="FF0000"/>
                </a:solidFill>
              </a:rPr>
              <a:t>en</a:t>
            </a:r>
            <a:r>
              <a:rPr lang="en-US" spc="-10" dirty="0">
                <a:solidFill>
                  <a:srgbClr val="FF0000"/>
                </a:solidFill>
              </a:rPr>
              <a:t>d</a:t>
            </a:r>
            <a:r>
              <a:rPr lang="en-US" spc="-5" dirty="0">
                <a:solidFill>
                  <a:srgbClr val="FF0000"/>
                </a:solidFill>
              </a:rPr>
              <a:t>ent </a:t>
            </a:r>
            <a:r>
              <a:rPr lang="en-US" spc="-5" dirty="0"/>
              <a:t>o</a:t>
            </a:r>
            <a:r>
              <a:rPr lang="en-US" dirty="0"/>
              <a:t>f</a:t>
            </a:r>
            <a:r>
              <a:rPr lang="en-US" spc="80" dirty="0"/>
              <a:t> </a:t>
            </a:r>
            <a:r>
              <a:rPr lang="en-US" spc="-5" dirty="0"/>
              <a:t>it</a:t>
            </a:r>
            <a:r>
              <a:rPr lang="en-US" dirty="0"/>
              <a:t>.</a:t>
            </a:r>
            <a:r>
              <a:rPr lang="en-US" spc="-5" dirty="0"/>
              <a:t> </a:t>
            </a:r>
          </a:p>
          <a:p>
            <a:pPr marL="561975" marR="255905" indent="-319405">
              <a:spcBef>
                <a:spcPts val="700"/>
              </a:spcBef>
              <a:buClr>
                <a:srgbClr val="DD8046"/>
              </a:buClr>
              <a:buSzPct val="59000"/>
              <a:tabLst>
                <a:tab pos="562610" algn="l"/>
              </a:tabLst>
            </a:pPr>
            <a:r>
              <a:rPr lang="en-US" spc="-5" dirty="0"/>
              <a:t>Guest</a:t>
            </a:r>
            <a:r>
              <a:rPr lang="en-US" dirty="0"/>
              <a:t> </a:t>
            </a:r>
            <a:r>
              <a:rPr lang="en-US" spc="-5" dirty="0"/>
              <a:t>software doe</a:t>
            </a:r>
            <a:r>
              <a:rPr lang="en-US" dirty="0"/>
              <a:t>s</a:t>
            </a:r>
            <a:r>
              <a:rPr lang="en-US" spc="-5" dirty="0"/>
              <a:t> not</a:t>
            </a:r>
            <a:r>
              <a:rPr lang="en-US" dirty="0"/>
              <a:t> </a:t>
            </a:r>
            <a:r>
              <a:rPr lang="en-US" spc="-5" dirty="0"/>
              <a:t>re</a:t>
            </a:r>
            <a:r>
              <a:rPr lang="en-US" spc="-10" dirty="0"/>
              <a:t>q</a:t>
            </a:r>
            <a:r>
              <a:rPr lang="en-US" spc="-5" dirty="0"/>
              <a:t>uir</a:t>
            </a:r>
            <a:r>
              <a:rPr lang="en-US" dirty="0"/>
              <a:t>e </a:t>
            </a:r>
            <a:r>
              <a:rPr lang="en-US" spc="-10" dirty="0"/>
              <a:t>a</a:t>
            </a:r>
            <a:r>
              <a:rPr lang="en-US" spc="-95" dirty="0"/>
              <a:t>n</a:t>
            </a:r>
            <a:r>
              <a:rPr lang="en-US" dirty="0"/>
              <a:t>y</a:t>
            </a:r>
            <a:r>
              <a:rPr lang="en-US" spc="-5" dirty="0"/>
              <a:t> </a:t>
            </a:r>
            <a:r>
              <a:rPr lang="en-US" dirty="0"/>
              <a:t>m</a:t>
            </a:r>
            <a:r>
              <a:rPr lang="en-US" spc="-5" dirty="0"/>
              <a:t>o</a:t>
            </a:r>
            <a:r>
              <a:rPr lang="en-US" spc="-10" dirty="0"/>
              <a:t>d</a:t>
            </a:r>
            <a:r>
              <a:rPr lang="en-US" spc="-5" dirty="0"/>
              <a:t>ifi</a:t>
            </a:r>
            <a:r>
              <a:rPr lang="en-US" spc="-10" dirty="0"/>
              <a:t>ca</a:t>
            </a:r>
            <a:r>
              <a:rPr lang="en-US" spc="-5" dirty="0"/>
              <a:t>tion</a:t>
            </a:r>
            <a:r>
              <a:rPr lang="en-US" spc="-35" dirty="0"/>
              <a:t>s</a:t>
            </a:r>
            <a:r>
              <a:rPr lang="en-US" dirty="0"/>
              <a:t>.</a:t>
            </a:r>
          </a:p>
          <a:p>
            <a:pPr marL="561975" marR="255905" indent="-319405">
              <a:lnSpc>
                <a:spcPct val="100000"/>
              </a:lnSpc>
              <a:spcBef>
                <a:spcPts val="700"/>
              </a:spcBef>
              <a:buClr>
                <a:srgbClr val="DD8046"/>
              </a:buClr>
              <a:buSzPct val="59000"/>
              <a:tabLst>
                <a:tab pos="562610" algn="l"/>
              </a:tabLst>
            </a:pPr>
            <a:endParaRPr dirty="0"/>
          </a:p>
        </p:txBody>
      </p:sp>
      <p:sp>
        <p:nvSpPr>
          <p:cNvPr id="5" name="object 5"/>
          <p:cNvSpPr txBox="1"/>
          <p:nvPr/>
        </p:nvSpPr>
        <p:spPr>
          <a:xfrm>
            <a:off x="1685289" y="1289496"/>
            <a:ext cx="211454" cy="184666"/>
          </a:xfrm>
          <a:prstGeom prst="rect">
            <a:avLst/>
          </a:prstGeom>
        </p:spPr>
        <p:txBody>
          <a:bodyPr vert="horz" wrap="square" lIns="0" tIns="0" rIns="0" bIns="0" rtlCol="0">
            <a:spAutoFit/>
          </a:bodyPr>
          <a:lstStyle/>
          <a:p>
            <a:pPr marL="12700"/>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3</a:t>
            </a:r>
            <a:endParaRPr sz="1200">
              <a:latin typeface="Comic Sans MS" panose="030F0702030302020204"/>
              <a:cs typeface="Comic Sans MS" panose="030F0702030302020204"/>
            </a:endParaRPr>
          </a:p>
        </p:txBody>
      </p:sp>
      <p:sp>
        <p:nvSpPr>
          <p:cNvPr id="6" name="object 6"/>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699555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76201"/>
            <a:ext cx="7772400" cy="1440179"/>
          </a:xfrm>
        </p:spPr>
        <p:txBody>
          <a:bodyPr/>
          <a:lstStyle/>
          <a:p>
            <a:endParaRPr lang="en-US"/>
          </a:p>
        </p:txBody>
      </p:sp>
      <p:sp>
        <p:nvSpPr>
          <p:cNvPr id="3" name="Subtitle 2"/>
          <p:cNvSpPr>
            <a:spLocks noGrp="1"/>
          </p:cNvSpPr>
          <p:nvPr>
            <p:ph type="subTitle" idx="4294967295"/>
          </p:nvPr>
        </p:nvSpPr>
        <p:spPr>
          <a:xfrm>
            <a:off x="1828801" y="1524000"/>
            <a:ext cx="8336915" cy="4462780"/>
          </a:xfrm>
        </p:spPr>
        <p:txBody>
          <a:bodyPr wrap="square"/>
          <a:lstStyle/>
          <a:p>
            <a:r>
              <a:rPr lang="en-US"/>
              <a:t>Full virtualization is a common and cost-effective type of virtualization, which is basically a method by which computer service requests are separated from the physical hardware that facilitates them. </a:t>
            </a:r>
          </a:p>
          <a:p>
            <a:r>
              <a:rPr lang="en-US"/>
              <a:t>With full virtualization, operating systems and their hosted software are run on top of virtual hardware. </a:t>
            </a:r>
          </a:p>
          <a:p>
            <a:r>
              <a:rPr lang="en-US"/>
              <a:t>It differs from other forms of virtualization (like paravirtualization and hardware-assisted virtualization) in its total isolation of guest operating systems from their hosts.</a:t>
            </a:r>
          </a:p>
        </p:txBody>
      </p:sp>
    </p:spTree>
    <p:extLst>
      <p:ext uri="{BB962C8B-B14F-4D97-AF65-F5344CB8AC3E}">
        <p14:creationId xmlns:p14="http://schemas.microsoft.com/office/powerpoint/2010/main" val="3738375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2016888" y="436297"/>
            <a:ext cx="8158225" cy="676910"/>
          </a:xfrm>
        </p:spPr>
        <p:txBody>
          <a:bodyPr>
            <a:normAutofit fontScale="90000"/>
          </a:bodyPr>
          <a:lstStyle/>
          <a:p>
            <a:r>
              <a:rPr lang="en-US">
                <a:sym typeface="+mn-ea"/>
              </a:rPr>
              <a:t>Full virtualization</a:t>
            </a:r>
            <a:endParaRPr lang="en-US"/>
          </a:p>
        </p:txBody>
      </p:sp>
      <p:sp>
        <p:nvSpPr>
          <p:cNvPr id="3" name="Content Placeholder 2"/>
          <p:cNvSpPr>
            <a:spLocks noGrp="1"/>
          </p:cNvSpPr>
          <p:nvPr>
            <p:ph sz="half" idx="2"/>
          </p:nvPr>
        </p:nvSpPr>
        <p:spPr>
          <a:xfrm>
            <a:off x="1981200" y="2514601"/>
            <a:ext cx="8193912" cy="2662267"/>
          </a:xfrm>
        </p:spPr>
        <p:txBody>
          <a:bodyPr wrap="square">
            <a:normAutofit fontScale="92500" lnSpcReduction="10000"/>
          </a:bodyPr>
          <a:lstStyle/>
          <a:p>
            <a:r>
              <a:rPr lang="en-US" sz="2400" dirty="0"/>
              <a:t>Full virtualization is fulfilled by the use of both binary translation and direct execution. </a:t>
            </a:r>
          </a:p>
          <a:p>
            <a:endParaRPr lang="en-US" sz="2400" dirty="0"/>
          </a:p>
          <a:p>
            <a:r>
              <a:rPr lang="en-US" sz="2400" dirty="0"/>
              <a:t> In full virtualization, the guest OS is completely isolated by the virtual machine from the virtualization layer and hardware. </a:t>
            </a:r>
          </a:p>
          <a:p>
            <a:endParaRPr lang="en-US" sz="2400" dirty="0"/>
          </a:p>
          <a:p>
            <a:r>
              <a:rPr lang="en-US" sz="2400" dirty="0"/>
              <a:t>Microsoft and Parallels systems are examples of full virtualization..</a:t>
            </a:r>
            <a:r>
              <a:rPr lang="en-US" dirty="0"/>
              <a:t> </a:t>
            </a:r>
          </a:p>
        </p:txBody>
      </p:sp>
    </p:spTree>
    <p:extLst>
      <p:ext uri="{BB962C8B-B14F-4D97-AF65-F5344CB8AC3E}">
        <p14:creationId xmlns:p14="http://schemas.microsoft.com/office/powerpoint/2010/main" val="32737412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888" y="436297"/>
            <a:ext cx="8158225" cy="677108"/>
          </a:xfrm>
        </p:spPr>
        <p:txBody>
          <a:bodyPr>
            <a:normAutofit fontScale="90000"/>
          </a:bodyPr>
          <a:lstStyle/>
          <a:p>
            <a:r>
              <a:rPr lang="en-US" dirty="0"/>
              <a:t>Fig.</a:t>
            </a:r>
          </a:p>
        </p:txBody>
      </p:sp>
      <p:pic>
        <p:nvPicPr>
          <p:cNvPr id="5" name="Picture 2" descr="Architecture of Full Virtualization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4" y="1752601"/>
            <a:ext cx="6191250" cy="471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4757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spc="-180">
                <a:sym typeface="+mn-ea"/>
              </a:rPr>
              <a:t>P</a:t>
            </a:r>
            <a:r>
              <a:rPr u="sng" spc="-10">
                <a:sym typeface="+mn-ea"/>
              </a:rPr>
              <a:t>a</a:t>
            </a:r>
            <a:r>
              <a:rPr u="sng" spc="-35">
                <a:sym typeface="+mn-ea"/>
              </a:rPr>
              <a:t>r</a:t>
            </a:r>
            <a:r>
              <a:rPr u="sng" spc="-10">
                <a:sym typeface="+mn-ea"/>
              </a:rPr>
              <a:t>a</a:t>
            </a:r>
            <a:r>
              <a:rPr u="sng" spc="-5">
                <a:sym typeface="+mn-ea"/>
              </a:rPr>
              <a:t>-vi</a:t>
            </a:r>
            <a:r>
              <a:rPr u="sng" spc="50">
                <a:sym typeface="+mn-ea"/>
              </a:rPr>
              <a:t>r</a:t>
            </a:r>
            <a:r>
              <a:rPr u="sng" spc="-5">
                <a:sym typeface="+mn-ea"/>
              </a:rPr>
              <a:t>tu</a:t>
            </a:r>
            <a:r>
              <a:rPr u="sng" spc="-10">
                <a:sym typeface="+mn-ea"/>
              </a:rPr>
              <a:t>a</a:t>
            </a:r>
            <a:r>
              <a:rPr u="sng" spc="-5">
                <a:sym typeface="+mn-ea"/>
              </a:rPr>
              <a:t>liz</a:t>
            </a:r>
            <a:r>
              <a:rPr u="sng" spc="-10">
                <a:sym typeface="+mn-ea"/>
              </a:rPr>
              <a:t>a</a:t>
            </a:r>
            <a:r>
              <a:rPr u="sng" spc="-5">
                <a:sym typeface="+mn-ea"/>
              </a:rPr>
              <a:t>tion</a:t>
            </a:r>
            <a:endParaRPr lang="en-US"/>
          </a:p>
        </p:txBody>
      </p:sp>
      <p:sp>
        <p:nvSpPr>
          <p:cNvPr id="6" name="Text Box 5"/>
          <p:cNvSpPr txBox="1"/>
          <p:nvPr/>
        </p:nvSpPr>
        <p:spPr>
          <a:xfrm>
            <a:off x="2286000" y="2087245"/>
            <a:ext cx="7602220" cy="3416320"/>
          </a:xfrm>
          <a:prstGeom prst="rect">
            <a:avLst/>
          </a:prstGeom>
          <a:noFill/>
        </p:spPr>
        <p:txBody>
          <a:bodyPr wrap="square" rtlCol="0">
            <a:spAutoFit/>
          </a:bodyPr>
          <a:lstStyle/>
          <a:p>
            <a:pPr algn="just"/>
            <a:r>
              <a:rPr lang="en-US" sz="2400" dirty="0"/>
              <a:t>Paravirtualization is the category of CPU virtualization which uses </a:t>
            </a:r>
            <a:r>
              <a:rPr lang="en-US" sz="2400" dirty="0" err="1"/>
              <a:t>hypercalls</a:t>
            </a:r>
            <a:r>
              <a:rPr lang="en-US" sz="2400" dirty="0"/>
              <a:t> for operations to handle instructions at compile time.</a:t>
            </a:r>
          </a:p>
          <a:p>
            <a:pPr algn="just"/>
            <a:endParaRPr lang="en-US" sz="2400" dirty="0"/>
          </a:p>
          <a:p>
            <a:pPr algn="just"/>
            <a:r>
              <a:rPr lang="en-US" sz="2400" dirty="0"/>
              <a:t>In paravirtualization, guest OS is not completely isolated but it is partially isolated by the virtual machine from the virtualization layer and hardware. </a:t>
            </a:r>
          </a:p>
          <a:p>
            <a:pPr algn="just"/>
            <a:endParaRPr lang="en-US" sz="2400" dirty="0"/>
          </a:p>
          <a:p>
            <a:pPr algn="just"/>
            <a:r>
              <a:rPr lang="en-US" sz="2400" dirty="0"/>
              <a:t>VMware and Xen are some examples of paravirtualization..</a:t>
            </a:r>
          </a:p>
        </p:txBody>
      </p:sp>
    </p:spTree>
    <p:extLst>
      <p:ext uri="{BB962C8B-B14F-4D97-AF65-F5344CB8AC3E}">
        <p14:creationId xmlns:p14="http://schemas.microsoft.com/office/powerpoint/2010/main" val="1145946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888" y="436297"/>
            <a:ext cx="8158225" cy="677108"/>
          </a:xfrm>
        </p:spPr>
        <p:txBody>
          <a:bodyPr>
            <a:normAutofit fontScale="90000"/>
          </a:bodyPr>
          <a:lstStyle/>
          <a:p>
            <a:r>
              <a:rPr lang="en-US" dirty="0">
                <a:solidFill>
                  <a:srgbClr val="0070C0"/>
                </a:solidFill>
              </a:rPr>
              <a:t>Fig.</a:t>
            </a:r>
          </a:p>
        </p:txBody>
      </p:sp>
      <p:pic>
        <p:nvPicPr>
          <p:cNvPr id="2050" name="Picture 2" descr="What is paravirtualization? - Quo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752600"/>
            <a:ext cx="4919662" cy="4756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405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07809" y="1412747"/>
            <a:ext cx="3060191" cy="417576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524001" y="1302196"/>
            <a:ext cx="3385185" cy="184666"/>
          </a:xfrm>
          <a:prstGeom prst="rect">
            <a:avLst/>
          </a:prstGeom>
        </p:spPr>
        <p:txBody>
          <a:bodyPr vert="horz" wrap="square" lIns="0" tIns="0" rIns="0" bIns="0" rtlCol="0">
            <a:spAutoFit/>
          </a:bodyPr>
          <a:lstStyle/>
          <a:p>
            <a:pPr marL="173990"/>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4</a:t>
            </a:r>
            <a:endParaRPr sz="1200">
              <a:latin typeface="Comic Sans MS" panose="030F0702030302020204"/>
              <a:cs typeface="Comic Sans MS" panose="030F0702030302020204"/>
            </a:endParaRPr>
          </a:p>
        </p:txBody>
      </p:sp>
      <p:sp>
        <p:nvSpPr>
          <p:cNvPr id="4" name="object 4"/>
          <p:cNvSpPr/>
          <p:nvPr/>
        </p:nvSpPr>
        <p:spPr>
          <a:xfrm>
            <a:off x="1524000" y="1341119"/>
            <a:ext cx="3384804" cy="4175760"/>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4439411" y="1341119"/>
            <a:ext cx="3276600" cy="4282440"/>
          </a:xfrm>
          <a:prstGeom prst="rect">
            <a:avLst/>
          </a:prstGeom>
          <a:blipFill>
            <a:blip r:embed="rId4" cstate="print"/>
            <a:stretch>
              <a:fillRect/>
            </a:stretch>
          </a:blipFill>
        </p:spPr>
        <p:txBody>
          <a:bodyPr wrap="square" lIns="0" tIns="0" rIns="0" bIns="0" rtlCol="0"/>
          <a:lstStyle/>
          <a:p>
            <a:endParaRPr/>
          </a:p>
        </p:txBody>
      </p:sp>
      <p:sp>
        <p:nvSpPr>
          <p:cNvPr id="6" name="object 6"/>
          <p:cNvSpPr txBox="1"/>
          <p:nvPr/>
        </p:nvSpPr>
        <p:spPr>
          <a:xfrm>
            <a:off x="1998282" y="5831933"/>
            <a:ext cx="2553335" cy="369332"/>
          </a:xfrm>
          <a:prstGeom prst="rect">
            <a:avLst/>
          </a:prstGeom>
        </p:spPr>
        <p:txBody>
          <a:bodyPr vert="horz" wrap="square" lIns="0" tIns="0" rIns="0" bIns="0" rtlCol="0">
            <a:spAutoFit/>
          </a:bodyPr>
          <a:lstStyle/>
          <a:p>
            <a:pPr marL="12700"/>
            <a:r>
              <a:rPr sz="2400" spc="-5" dirty="0">
                <a:latin typeface="Comic Sans MS" panose="030F0702030302020204"/>
                <a:cs typeface="Comic Sans MS" panose="030F0702030302020204"/>
              </a:rPr>
              <a:t>Fu</a:t>
            </a:r>
            <a:r>
              <a:rPr sz="2400" spc="-10" dirty="0">
                <a:latin typeface="Comic Sans MS" panose="030F0702030302020204"/>
                <a:cs typeface="Comic Sans MS" panose="030F0702030302020204"/>
              </a:rPr>
              <a:t>l</a:t>
            </a:r>
            <a:r>
              <a:rPr sz="2400" spc="-5" dirty="0">
                <a:latin typeface="Comic Sans MS" panose="030F0702030302020204"/>
                <a:cs typeface="Comic Sans MS" panose="030F0702030302020204"/>
              </a:rPr>
              <a:t>l V</a:t>
            </a:r>
            <a:r>
              <a:rPr sz="2400" dirty="0">
                <a:latin typeface="Comic Sans MS" panose="030F0702030302020204"/>
                <a:cs typeface="Comic Sans MS" panose="030F0702030302020204"/>
              </a:rPr>
              <a:t>ir</a:t>
            </a:r>
            <a:r>
              <a:rPr sz="2400" spc="-5" dirty="0">
                <a:latin typeface="Comic Sans MS" panose="030F0702030302020204"/>
                <a:cs typeface="Comic Sans MS" panose="030F0702030302020204"/>
              </a:rPr>
              <a:t>t</a:t>
            </a:r>
            <a:r>
              <a:rPr sz="2400" dirty="0">
                <a:latin typeface="Comic Sans MS" panose="030F0702030302020204"/>
                <a:cs typeface="Comic Sans MS" panose="030F0702030302020204"/>
              </a:rPr>
              <a:t>u</a:t>
            </a:r>
            <a:r>
              <a:rPr sz="2400" spc="-5" dirty="0">
                <a:latin typeface="Comic Sans MS" panose="030F0702030302020204"/>
                <a:cs typeface="Comic Sans MS" panose="030F0702030302020204"/>
              </a:rPr>
              <a:t>a</a:t>
            </a:r>
            <a:r>
              <a:rPr sz="2400" spc="-10" dirty="0">
                <a:latin typeface="Comic Sans MS" panose="030F0702030302020204"/>
                <a:cs typeface="Comic Sans MS" panose="030F0702030302020204"/>
              </a:rPr>
              <a:t>l</a:t>
            </a:r>
            <a:r>
              <a:rPr sz="2400" dirty="0">
                <a:latin typeface="Comic Sans MS" panose="030F0702030302020204"/>
                <a:cs typeface="Comic Sans MS" panose="030F0702030302020204"/>
              </a:rPr>
              <a:t>i</a:t>
            </a:r>
            <a:r>
              <a:rPr sz="2400" spc="-5" dirty="0">
                <a:latin typeface="Comic Sans MS" panose="030F0702030302020204"/>
                <a:cs typeface="Comic Sans MS" panose="030F0702030302020204"/>
              </a:rPr>
              <a:t>zat</a:t>
            </a:r>
            <a:r>
              <a:rPr sz="2400" dirty="0">
                <a:latin typeface="Comic Sans MS" panose="030F0702030302020204"/>
                <a:cs typeface="Comic Sans MS" panose="030F0702030302020204"/>
              </a:rPr>
              <a:t>i</a:t>
            </a:r>
            <a:r>
              <a:rPr sz="2400" spc="-5" dirty="0">
                <a:latin typeface="Comic Sans MS" panose="030F0702030302020204"/>
                <a:cs typeface="Comic Sans MS" panose="030F0702030302020204"/>
              </a:rPr>
              <a:t>o</a:t>
            </a:r>
            <a:r>
              <a:rPr sz="2400" dirty="0">
                <a:latin typeface="Comic Sans MS" panose="030F0702030302020204"/>
                <a:cs typeface="Comic Sans MS" panose="030F0702030302020204"/>
              </a:rPr>
              <a:t>n</a:t>
            </a:r>
            <a:endParaRPr sz="2400">
              <a:latin typeface="Comic Sans MS" panose="030F0702030302020204"/>
              <a:cs typeface="Comic Sans MS" panose="030F0702030302020204"/>
            </a:endParaRPr>
          </a:p>
        </p:txBody>
      </p:sp>
      <p:sp>
        <p:nvSpPr>
          <p:cNvPr id="7" name="object 7"/>
          <p:cNvSpPr txBox="1"/>
          <p:nvPr/>
        </p:nvSpPr>
        <p:spPr>
          <a:xfrm>
            <a:off x="8262976" y="5975951"/>
            <a:ext cx="1400175" cy="369332"/>
          </a:xfrm>
          <a:prstGeom prst="rect">
            <a:avLst/>
          </a:prstGeom>
        </p:spPr>
        <p:txBody>
          <a:bodyPr vert="horz" wrap="square" lIns="0" tIns="0" rIns="0" bIns="0" rtlCol="0">
            <a:spAutoFit/>
          </a:bodyPr>
          <a:lstStyle/>
          <a:p>
            <a:pPr marL="12700"/>
            <a:r>
              <a:rPr sz="2400" spc="-5" dirty="0">
                <a:latin typeface="Comic Sans MS" panose="030F0702030302020204"/>
                <a:cs typeface="Comic Sans MS" panose="030F0702030302020204"/>
              </a:rPr>
              <a:t>Emu</a:t>
            </a:r>
            <a:r>
              <a:rPr sz="2400" spc="-10" dirty="0">
                <a:latin typeface="Comic Sans MS" panose="030F0702030302020204"/>
                <a:cs typeface="Comic Sans MS" panose="030F0702030302020204"/>
              </a:rPr>
              <a:t>l</a:t>
            </a:r>
            <a:r>
              <a:rPr sz="2400" spc="-5" dirty="0">
                <a:latin typeface="Comic Sans MS" panose="030F0702030302020204"/>
                <a:cs typeface="Comic Sans MS" panose="030F0702030302020204"/>
              </a:rPr>
              <a:t>at</a:t>
            </a:r>
            <a:r>
              <a:rPr sz="2400" dirty="0">
                <a:latin typeface="Comic Sans MS" panose="030F0702030302020204"/>
                <a:cs typeface="Comic Sans MS" panose="030F0702030302020204"/>
              </a:rPr>
              <a:t>i</a:t>
            </a:r>
            <a:r>
              <a:rPr sz="2400" spc="-5" dirty="0">
                <a:latin typeface="Comic Sans MS" panose="030F0702030302020204"/>
                <a:cs typeface="Comic Sans MS" panose="030F0702030302020204"/>
              </a:rPr>
              <a:t>o</a:t>
            </a:r>
            <a:r>
              <a:rPr sz="2400" dirty="0">
                <a:latin typeface="Comic Sans MS" panose="030F0702030302020204"/>
                <a:cs typeface="Comic Sans MS" panose="030F0702030302020204"/>
              </a:rPr>
              <a:t>n</a:t>
            </a:r>
            <a:endParaRPr sz="2400">
              <a:latin typeface="Comic Sans MS" panose="030F0702030302020204"/>
              <a:cs typeface="Comic Sans MS" panose="030F0702030302020204"/>
            </a:endParaRPr>
          </a:p>
        </p:txBody>
      </p:sp>
      <p:sp>
        <p:nvSpPr>
          <p:cNvPr id="8" name="object 8"/>
          <p:cNvSpPr txBox="1"/>
          <p:nvPr/>
        </p:nvSpPr>
        <p:spPr>
          <a:xfrm>
            <a:off x="5094618" y="5903941"/>
            <a:ext cx="2661285" cy="369332"/>
          </a:xfrm>
          <a:prstGeom prst="rect">
            <a:avLst/>
          </a:prstGeom>
        </p:spPr>
        <p:txBody>
          <a:bodyPr vert="horz" wrap="square" lIns="0" tIns="0" rIns="0" bIns="0" rtlCol="0">
            <a:spAutoFit/>
          </a:bodyPr>
          <a:lstStyle/>
          <a:p>
            <a:pPr marL="12700"/>
            <a:r>
              <a:rPr sz="2400" spc="-5" dirty="0">
                <a:latin typeface="Comic Sans MS" panose="030F0702030302020204"/>
                <a:cs typeface="Comic Sans MS" panose="030F0702030302020204"/>
              </a:rPr>
              <a:t>Para Virt</a:t>
            </a:r>
            <a:r>
              <a:rPr sz="2400" dirty="0">
                <a:latin typeface="Comic Sans MS" panose="030F0702030302020204"/>
                <a:cs typeface="Comic Sans MS" panose="030F0702030302020204"/>
              </a:rPr>
              <a:t>u</a:t>
            </a:r>
            <a:r>
              <a:rPr sz="2400" spc="-5" dirty="0">
                <a:latin typeface="Comic Sans MS" panose="030F0702030302020204"/>
                <a:cs typeface="Comic Sans MS" panose="030F0702030302020204"/>
              </a:rPr>
              <a:t>a</a:t>
            </a:r>
            <a:r>
              <a:rPr sz="2400" spc="-10" dirty="0">
                <a:latin typeface="Comic Sans MS" panose="030F0702030302020204"/>
                <a:cs typeface="Comic Sans MS" panose="030F0702030302020204"/>
              </a:rPr>
              <a:t>l</a:t>
            </a:r>
            <a:r>
              <a:rPr sz="2400" dirty="0">
                <a:latin typeface="Comic Sans MS" panose="030F0702030302020204"/>
                <a:cs typeface="Comic Sans MS" panose="030F0702030302020204"/>
              </a:rPr>
              <a:t>i</a:t>
            </a:r>
            <a:r>
              <a:rPr sz="2400" spc="-5" dirty="0">
                <a:latin typeface="Comic Sans MS" panose="030F0702030302020204"/>
                <a:cs typeface="Comic Sans MS" panose="030F0702030302020204"/>
              </a:rPr>
              <a:t>zat</a:t>
            </a:r>
            <a:r>
              <a:rPr sz="2400" dirty="0">
                <a:latin typeface="Comic Sans MS" panose="030F0702030302020204"/>
                <a:cs typeface="Comic Sans MS" panose="030F0702030302020204"/>
              </a:rPr>
              <a:t>i</a:t>
            </a:r>
            <a:r>
              <a:rPr sz="2400" spc="-5" dirty="0">
                <a:latin typeface="Comic Sans MS" panose="030F0702030302020204"/>
                <a:cs typeface="Comic Sans MS" panose="030F0702030302020204"/>
              </a:rPr>
              <a:t>o</a:t>
            </a:r>
            <a:r>
              <a:rPr sz="2400" dirty="0">
                <a:latin typeface="Comic Sans MS" panose="030F0702030302020204"/>
                <a:cs typeface="Comic Sans MS" panose="030F0702030302020204"/>
              </a:rPr>
              <a:t>n</a:t>
            </a:r>
            <a:endParaRPr sz="2400">
              <a:latin typeface="Comic Sans MS" panose="030F0702030302020204"/>
              <a:cs typeface="Comic Sans MS" panose="030F0702030302020204"/>
            </a:endParaRPr>
          </a:p>
        </p:txBody>
      </p:sp>
      <p:sp>
        <p:nvSpPr>
          <p:cNvPr id="9" name="object 9"/>
          <p:cNvSpPr txBox="1">
            <a:spLocks noGrp="1"/>
          </p:cNvSpPr>
          <p:nvPr>
            <p:ph type="title"/>
          </p:nvPr>
        </p:nvSpPr>
        <p:spPr>
          <a:xfrm>
            <a:off x="3381249" y="57005"/>
            <a:ext cx="5812155" cy="1354217"/>
          </a:xfrm>
          <a:prstGeom prst="rect">
            <a:avLst/>
          </a:prstGeom>
        </p:spPr>
        <p:txBody>
          <a:bodyPr vert="horz" wrap="square" lIns="0" tIns="0" rIns="0" bIns="0" rtlCol="0" anchor="ctr">
            <a:spAutoFit/>
          </a:bodyPr>
          <a:lstStyle/>
          <a:p>
            <a:pPr marL="12700">
              <a:lnSpc>
                <a:spcPct val="100000"/>
              </a:lnSpc>
            </a:pPr>
            <a:r>
              <a:rPr spc="-5" dirty="0"/>
              <a:t>H</a:t>
            </a:r>
            <a:r>
              <a:rPr spc="-10" dirty="0"/>
              <a:t>a</a:t>
            </a:r>
            <a:r>
              <a:rPr spc="-5" dirty="0"/>
              <a:t>rdw</a:t>
            </a:r>
            <a:r>
              <a:rPr spc="-10" dirty="0"/>
              <a:t>a</a:t>
            </a:r>
            <a:r>
              <a:rPr spc="75" dirty="0"/>
              <a:t>r</a:t>
            </a:r>
            <a:r>
              <a:rPr dirty="0"/>
              <a:t>e</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a:p>
            <a:pPr marL="1779905">
              <a:lnSpc>
                <a:spcPct val="100000"/>
              </a:lnSpc>
            </a:pPr>
            <a:r>
              <a:rPr spc="-5" dirty="0"/>
              <a:t>Subtyp</a:t>
            </a:r>
            <a:r>
              <a:rPr dirty="0"/>
              <a:t>e</a:t>
            </a:r>
            <a:r>
              <a:rPr spc="-5" dirty="0"/>
              <a:t>s</a:t>
            </a:r>
          </a:p>
        </p:txBody>
      </p:sp>
      <p:sp>
        <p:nvSpPr>
          <p:cNvPr id="10" name="object 10"/>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0772920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494155">
              <a:lnSpc>
                <a:spcPct val="100000"/>
              </a:lnSpc>
            </a:pPr>
            <a:r>
              <a:rPr spc="-5" dirty="0"/>
              <a:t>Softw</a:t>
            </a:r>
            <a:r>
              <a:rPr spc="-10" dirty="0"/>
              <a:t>a</a:t>
            </a:r>
            <a:r>
              <a:rPr spc="75" dirty="0"/>
              <a:t>r</a:t>
            </a:r>
            <a:r>
              <a:rPr dirty="0"/>
              <a:t>e</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1685291" y="1289685"/>
            <a:ext cx="5908675" cy="4481830"/>
          </a:xfrm>
          <a:prstGeom prst="rect">
            <a:avLst/>
          </a:prstGeom>
        </p:spPr>
        <p:txBody>
          <a:bodyPr vert="horz" wrap="square" lIns="0" tIns="0" rIns="0" bIns="0" rtlCol="0">
            <a:spAutoFit/>
          </a:bodyPr>
          <a:lstStyle/>
          <a:p>
            <a:pPr marL="12700"/>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5</a:t>
            </a:r>
            <a:endParaRPr sz="1200">
              <a:latin typeface="Comic Sans MS" panose="030F0702030302020204"/>
              <a:cs typeface="Comic Sans MS" panose="030F0702030302020204"/>
            </a:endParaRPr>
          </a:p>
          <a:p>
            <a:pPr marL="542290" marR="5080">
              <a:lnSpc>
                <a:spcPct val="120000"/>
              </a:lnSpc>
              <a:spcBef>
                <a:spcPts val="565"/>
              </a:spcBef>
              <a:buFont typeface="Arial" panose="020B0604020202020204" pitchFamily="34" charset="0"/>
              <a:buChar char="•"/>
            </a:pPr>
            <a:r>
              <a:rPr sz="2400" spc="-5" dirty="0">
                <a:latin typeface="Tw Cen MT" panose="020B0602020104020603"/>
                <a:cs typeface="Tw Cen MT" panose="020B0602020104020603"/>
              </a:rPr>
              <a:t>Soft</a:t>
            </a:r>
            <a:r>
              <a:rPr sz="2400" spc="-120" dirty="0">
                <a:latin typeface="Tw Cen MT" panose="020B0602020104020603"/>
                <a:cs typeface="Tw Cen MT" panose="020B0602020104020603"/>
              </a:rPr>
              <a:t>w</a:t>
            </a:r>
            <a:r>
              <a:rPr sz="2400" spc="-10" dirty="0">
                <a:latin typeface="Tw Cen MT" panose="020B0602020104020603"/>
                <a:cs typeface="Tw Cen MT" panose="020B0602020104020603"/>
              </a:rPr>
              <a:t>a</a:t>
            </a:r>
            <a:r>
              <a:rPr sz="2400" spc="-5" dirty="0">
                <a:latin typeface="Tw Cen MT" panose="020B0602020104020603"/>
                <a:cs typeface="Tw Cen MT" panose="020B0602020104020603"/>
              </a:rPr>
              <a:t>r</a:t>
            </a:r>
            <a:r>
              <a:rPr sz="2400" dirty="0">
                <a:latin typeface="Tw Cen MT" panose="020B0602020104020603"/>
                <a:cs typeface="Tw Cen MT" panose="020B0602020104020603"/>
              </a:rPr>
              <a:t>e</a:t>
            </a:r>
            <a:r>
              <a:rPr sz="2400" spc="-5" dirty="0">
                <a:latin typeface="Tw Cen MT" panose="020B0602020104020603"/>
                <a:cs typeface="Tw Cen MT" panose="020B0602020104020603"/>
              </a:rPr>
              <a:t> Vi</a:t>
            </a:r>
            <a:r>
              <a:rPr sz="2400" spc="50" dirty="0">
                <a:latin typeface="Tw Cen MT" panose="020B0602020104020603"/>
                <a:cs typeface="Tw Cen MT" panose="020B0602020104020603"/>
              </a:rPr>
              <a:t>r</a:t>
            </a:r>
            <a:r>
              <a:rPr sz="2400" spc="-5" dirty="0">
                <a:latin typeface="Tw Cen MT" panose="020B0602020104020603"/>
                <a:cs typeface="Tw Cen MT" panose="020B0602020104020603"/>
              </a:rPr>
              <a:t>tu</a:t>
            </a:r>
            <a:r>
              <a:rPr sz="2400" spc="-10" dirty="0">
                <a:latin typeface="Tw Cen MT" panose="020B0602020104020603"/>
                <a:cs typeface="Tw Cen MT" panose="020B0602020104020603"/>
              </a:rPr>
              <a:t>a</a:t>
            </a:r>
            <a:r>
              <a:rPr sz="2400" spc="-5" dirty="0">
                <a:latin typeface="Tw Cen MT" panose="020B0602020104020603"/>
                <a:cs typeface="Tw Cen MT" panose="020B0602020104020603"/>
              </a:rPr>
              <a:t>liz</a:t>
            </a:r>
            <a:r>
              <a:rPr sz="2400" spc="-10" dirty="0">
                <a:latin typeface="Tw Cen MT" panose="020B0602020104020603"/>
                <a:cs typeface="Tw Cen MT" panose="020B0602020104020603"/>
              </a:rPr>
              <a:t>a</a:t>
            </a:r>
            <a:r>
              <a:rPr sz="2400" spc="-5" dirty="0">
                <a:latin typeface="Tw Cen MT" panose="020B0602020104020603"/>
                <a:cs typeface="Tw Cen MT" panose="020B0602020104020603"/>
              </a:rPr>
              <a:t>tion</a:t>
            </a:r>
            <a:r>
              <a:rPr sz="2400" dirty="0">
                <a:latin typeface="Tw Cen MT" panose="020B0602020104020603"/>
                <a:cs typeface="Tw Cen MT" panose="020B0602020104020603"/>
              </a:rPr>
              <a:t> </a:t>
            </a:r>
            <a:r>
              <a:rPr sz="2400" spc="-5" dirty="0">
                <a:latin typeface="Tw Cen MT" panose="020B0602020104020603"/>
                <a:cs typeface="Tw Cen MT" panose="020B0602020104020603"/>
              </a:rPr>
              <a:t>in</a:t>
            </a:r>
            <a:r>
              <a:rPr sz="2400" spc="-65" dirty="0">
                <a:latin typeface="Tw Cen MT" panose="020B0602020104020603"/>
                <a:cs typeface="Tw Cen MT" panose="020B0602020104020603"/>
              </a:rPr>
              <a:t>v</a:t>
            </a:r>
            <a:r>
              <a:rPr sz="2400" spc="-5" dirty="0">
                <a:latin typeface="Tw Cen MT" panose="020B0602020104020603"/>
                <a:cs typeface="Tw Cen MT" panose="020B0602020104020603"/>
              </a:rPr>
              <a:t>ol</a:t>
            </a:r>
            <a:r>
              <a:rPr sz="2400" spc="-65" dirty="0">
                <a:latin typeface="Tw Cen MT" panose="020B0602020104020603"/>
                <a:cs typeface="Tw Cen MT" panose="020B0602020104020603"/>
              </a:rPr>
              <a:t>v</a:t>
            </a:r>
            <a:r>
              <a:rPr sz="2400" spc="-5" dirty="0">
                <a:latin typeface="Tw Cen MT" panose="020B0602020104020603"/>
                <a:cs typeface="Tw Cen MT" panose="020B0602020104020603"/>
              </a:rPr>
              <a:t>e</a:t>
            </a:r>
            <a:r>
              <a:rPr sz="2400" dirty="0">
                <a:latin typeface="Tw Cen MT" panose="020B0602020104020603"/>
                <a:cs typeface="Tw Cen MT" panose="020B0602020104020603"/>
              </a:rPr>
              <a:t>s</a:t>
            </a:r>
            <a:r>
              <a:rPr sz="2400" spc="-5" dirty="0">
                <a:latin typeface="Tw Cen MT" panose="020B0602020104020603"/>
                <a:cs typeface="Tw Cen MT" panose="020B0602020104020603"/>
              </a:rPr>
              <a:t> th</a:t>
            </a:r>
            <a:r>
              <a:rPr sz="2400" dirty="0">
                <a:latin typeface="Tw Cen MT" panose="020B0602020104020603"/>
                <a:cs typeface="Tw Cen MT" panose="020B0602020104020603"/>
              </a:rPr>
              <a:t>e</a:t>
            </a:r>
            <a:r>
              <a:rPr sz="2400" spc="-5" dirty="0">
                <a:latin typeface="Tw Cen MT" panose="020B0602020104020603"/>
                <a:cs typeface="Tw Cen MT" panose="020B0602020104020603"/>
              </a:rPr>
              <a:t> </a:t>
            </a:r>
            <a:r>
              <a:rPr sz="2400" spc="-10">
                <a:solidFill>
                  <a:srgbClr val="00B050"/>
                </a:solidFill>
                <a:latin typeface="Tw Cen MT" panose="020B0602020104020603"/>
                <a:cs typeface="Tw Cen MT" panose="020B0602020104020603"/>
              </a:rPr>
              <a:t>c</a:t>
            </a:r>
            <a:r>
              <a:rPr sz="2400" spc="-5">
                <a:solidFill>
                  <a:srgbClr val="00B050"/>
                </a:solidFill>
                <a:latin typeface="Tw Cen MT" panose="020B0602020104020603"/>
                <a:cs typeface="Tw Cen MT" panose="020B0602020104020603"/>
              </a:rPr>
              <a:t>re</a:t>
            </a:r>
            <a:r>
              <a:rPr sz="2400" spc="-10">
                <a:solidFill>
                  <a:srgbClr val="00B050"/>
                </a:solidFill>
                <a:latin typeface="Tw Cen MT" panose="020B0602020104020603"/>
                <a:cs typeface="Tw Cen MT" panose="020B0602020104020603"/>
              </a:rPr>
              <a:t>a</a:t>
            </a:r>
            <a:r>
              <a:rPr sz="2400" spc="-5">
                <a:solidFill>
                  <a:srgbClr val="00B050"/>
                </a:solidFill>
                <a:latin typeface="Tw Cen MT" panose="020B0602020104020603"/>
                <a:cs typeface="Tw Cen MT" panose="020B0602020104020603"/>
              </a:rPr>
              <a:t>tion</a:t>
            </a:r>
            <a:r>
              <a:rPr sz="2400">
                <a:solidFill>
                  <a:srgbClr val="00B050"/>
                </a:solidFill>
                <a:latin typeface="Tw Cen MT" panose="020B0602020104020603"/>
                <a:cs typeface="Tw Cen MT" panose="020B0602020104020603"/>
              </a:rPr>
              <a:t> </a:t>
            </a:r>
            <a:r>
              <a:rPr sz="2400" spc="-5">
                <a:solidFill>
                  <a:srgbClr val="00B050"/>
                </a:solidFill>
                <a:latin typeface="Tw Cen MT" panose="020B0602020104020603"/>
                <a:cs typeface="Tw Cen MT" panose="020B0602020104020603"/>
              </a:rPr>
              <a:t>an</a:t>
            </a:r>
            <a:r>
              <a:rPr lang="en-US" sz="2400" spc="-5" dirty="0">
                <a:solidFill>
                  <a:srgbClr val="00B050"/>
                </a:solidFill>
                <a:latin typeface="Tw Cen MT" panose="020B0602020104020603"/>
                <a:cs typeface="Tw Cen MT" panose="020B0602020104020603"/>
              </a:rPr>
              <a:t>d</a:t>
            </a:r>
            <a:r>
              <a:rPr sz="2400" spc="-5">
                <a:solidFill>
                  <a:srgbClr val="00B050"/>
                </a:solidFill>
                <a:latin typeface="Tw Cen MT" panose="020B0602020104020603"/>
                <a:cs typeface="Tw Cen MT" panose="020B0602020104020603"/>
              </a:rPr>
              <a:t> </a:t>
            </a:r>
            <a:r>
              <a:rPr sz="2400" spc="-5" dirty="0">
                <a:solidFill>
                  <a:srgbClr val="00B050"/>
                </a:solidFill>
                <a:latin typeface="Tw Cen MT" panose="020B0602020104020603"/>
                <a:cs typeface="Tw Cen MT" panose="020B0602020104020603"/>
              </a:rPr>
              <a:t>o</a:t>
            </a:r>
            <a:r>
              <a:rPr sz="2400" spc="-10" dirty="0">
                <a:solidFill>
                  <a:srgbClr val="00B050"/>
                </a:solidFill>
                <a:latin typeface="Tw Cen MT" panose="020B0602020104020603"/>
                <a:cs typeface="Tw Cen MT" panose="020B0602020104020603"/>
              </a:rPr>
              <a:t>p</a:t>
            </a:r>
            <a:r>
              <a:rPr sz="2400" spc="-5" dirty="0">
                <a:solidFill>
                  <a:srgbClr val="00B050"/>
                </a:solidFill>
                <a:latin typeface="Tw Cen MT" panose="020B0602020104020603"/>
                <a:cs typeface="Tw Cen MT" panose="020B0602020104020603"/>
              </a:rPr>
              <a:t>e</a:t>
            </a:r>
            <a:r>
              <a:rPr sz="2400" spc="-35" dirty="0">
                <a:solidFill>
                  <a:srgbClr val="00B050"/>
                </a:solidFill>
                <a:latin typeface="Tw Cen MT" panose="020B0602020104020603"/>
                <a:cs typeface="Tw Cen MT" panose="020B0602020104020603"/>
              </a:rPr>
              <a:t>r</a:t>
            </a:r>
            <a:r>
              <a:rPr sz="2400" spc="-10" dirty="0">
                <a:solidFill>
                  <a:srgbClr val="00B050"/>
                </a:solidFill>
                <a:latin typeface="Tw Cen MT" panose="020B0602020104020603"/>
                <a:cs typeface="Tw Cen MT" panose="020B0602020104020603"/>
              </a:rPr>
              <a:t>a</a:t>
            </a:r>
            <a:r>
              <a:rPr sz="2400" spc="-5" dirty="0">
                <a:solidFill>
                  <a:srgbClr val="00B050"/>
                </a:solidFill>
                <a:latin typeface="Tw Cen MT" panose="020B0602020104020603"/>
                <a:cs typeface="Tw Cen MT" panose="020B0602020104020603"/>
              </a:rPr>
              <a:t>tion</a:t>
            </a:r>
            <a:r>
              <a:rPr sz="2400" dirty="0">
                <a:latin typeface="Tw Cen MT" panose="020B0602020104020603"/>
                <a:cs typeface="Tw Cen MT" panose="020B0602020104020603"/>
              </a:rPr>
              <a:t> </a:t>
            </a:r>
            <a:r>
              <a:rPr sz="2400" spc="-5" dirty="0">
                <a:latin typeface="Tw Cen MT" panose="020B0602020104020603"/>
                <a:cs typeface="Tw Cen MT" panose="020B0602020104020603"/>
              </a:rPr>
              <a:t>o</a:t>
            </a:r>
            <a:r>
              <a:rPr sz="2400" dirty="0">
                <a:latin typeface="Tw Cen MT" panose="020B0602020104020603"/>
                <a:cs typeface="Tw Cen MT" panose="020B0602020104020603"/>
              </a:rPr>
              <a:t>f</a:t>
            </a:r>
            <a:r>
              <a:rPr sz="2400" spc="80" dirty="0">
                <a:latin typeface="Tw Cen MT" panose="020B0602020104020603"/>
                <a:cs typeface="Tw Cen MT" panose="020B0602020104020603"/>
              </a:rPr>
              <a:t> </a:t>
            </a:r>
            <a:r>
              <a:rPr sz="2400" spc="55" dirty="0">
                <a:solidFill>
                  <a:srgbClr val="FF0000"/>
                </a:solidFill>
                <a:latin typeface="Tw Cen MT" panose="020B0602020104020603"/>
                <a:cs typeface="Tw Cen MT" panose="020B0602020104020603"/>
              </a:rPr>
              <a:t>m</a:t>
            </a:r>
            <a:r>
              <a:rPr sz="2400" spc="-5" dirty="0">
                <a:solidFill>
                  <a:srgbClr val="FF0000"/>
                </a:solidFill>
                <a:latin typeface="Tw Cen MT" panose="020B0602020104020603"/>
                <a:cs typeface="Tw Cen MT" panose="020B0602020104020603"/>
              </a:rPr>
              <a:t>ulti</a:t>
            </a:r>
            <a:r>
              <a:rPr sz="2400" spc="-10" dirty="0">
                <a:solidFill>
                  <a:srgbClr val="FF0000"/>
                </a:solidFill>
                <a:latin typeface="Tw Cen MT" panose="020B0602020104020603"/>
                <a:cs typeface="Tw Cen MT" panose="020B0602020104020603"/>
              </a:rPr>
              <a:t>p</a:t>
            </a:r>
            <a:r>
              <a:rPr sz="2400" spc="-5" dirty="0">
                <a:solidFill>
                  <a:srgbClr val="FF0000"/>
                </a:solidFill>
                <a:latin typeface="Tw Cen MT" panose="020B0602020104020603"/>
                <a:cs typeface="Tw Cen MT" panose="020B0602020104020603"/>
              </a:rPr>
              <a:t>l</a:t>
            </a:r>
            <a:r>
              <a:rPr sz="2400" dirty="0">
                <a:solidFill>
                  <a:srgbClr val="FF0000"/>
                </a:solidFill>
                <a:latin typeface="Tw Cen MT" panose="020B0602020104020603"/>
                <a:cs typeface="Tw Cen MT" panose="020B0602020104020603"/>
              </a:rPr>
              <a:t>e</a:t>
            </a:r>
            <a:r>
              <a:rPr sz="2400" spc="-5" dirty="0">
                <a:solidFill>
                  <a:srgbClr val="FF0000"/>
                </a:solidFill>
                <a:latin typeface="Tw Cen MT" panose="020B0602020104020603"/>
                <a:cs typeface="Tw Cen MT" panose="020B0602020104020603"/>
              </a:rPr>
              <a:t> vi</a:t>
            </a:r>
            <a:r>
              <a:rPr sz="2400" spc="50" dirty="0">
                <a:solidFill>
                  <a:srgbClr val="FF0000"/>
                </a:solidFill>
                <a:latin typeface="Tw Cen MT" panose="020B0602020104020603"/>
                <a:cs typeface="Tw Cen MT" panose="020B0602020104020603"/>
              </a:rPr>
              <a:t>r</a:t>
            </a:r>
            <a:r>
              <a:rPr sz="2400" spc="-5" dirty="0">
                <a:solidFill>
                  <a:srgbClr val="FF0000"/>
                </a:solidFill>
                <a:latin typeface="Tw Cen MT" panose="020B0602020104020603"/>
                <a:cs typeface="Tw Cen MT" panose="020B0602020104020603"/>
              </a:rPr>
              <a:t>tu</a:t>
            </a:r>
            <a:r>
              <a:rPr sz="2400" spc="-10" dirty="0">
                <a:solidFill>
                  <a:srgbClr val="FF0000"/>
                </a:solidFill>
                <a:latin typeface="Tw Cen MT" panose="020B0602020104020603"/>
                <a:cs typeface="Tw Cen MT" panose="020B0602020104020603"/>
              </a:rPr>
              <a:t>a</a:t>
            </a:r>
            <a:r>
              <a:rPr sz="2400" dirty="0">
                <a:solidFill>
                  <a:srgbClr val="FF0000"/>
                </a:solidFill>
                <a:latin typeface="Tw Cen MT" panose="020B0602020104020603"/>
                <a:cs typeface="Tw Cen MT" panose="020B0602020104020603"/>
              </a:rPr>
              <a:t>l</a:t>
            </a:r>
            <a:r>
              <a:rPr sz="2400" spc="-5" dirty="0">
                <a:solidFill>
                  <a:srgbClr val="FF0000"/>
                </a:solidFill>
                <a:latin typeface="Tw Cen MT" panose="020B0602020104020603"/>
                <a:cs typeface="Tw Cen MT" panose="020B0602020104020603"/>
              </a:rPr>
              <a:t> envi</a:t>
            </a:r>
            <a:r>
              <a:rPr sz="2400" spc="-65" dirty="0">
                <a:solidFill>
                  <a:srgbClr val="FF0000"/>
                </a:solidFill>
                <a:latin typeface="Tw Cen MT" panose="020B0602020104020603"/>
                <a:cs typeface="Tw Cen MT" panose="020B0602020104020603"/>
              </a:rPr>
              <a:t>r</a:t>
            </a:r>
            <a:r>
              <a:rPr sz="2400" spc="-5" dirty="0">
                <a:solidFill>
                  <a:srgbClr val="FF0000"/>
                </a:solidFill>
                <a:latin typeface="Tw Cen MT" panose="020B0602020104020603"/>
                <a:cs typeface="Tw Cen MT" panose="020B0602020104020603"/>
              </a:rPr>
              <a:t>on</a:t>
            </a:r>
            <a:r>
              <a:rPr sz="2400" dirty="0">
                <a:solidFill>
                  <a:srgbClr val="FF0000"/>
                </a:solidFill>
                <a:latin typeface="Tw Cen MT" panose="020B0602020104020603"/>
                <a:cs typeface="Tw Cen MT" panose="020B0602020104020603"/>
              </a:rPr>
              <a:t>m</a:t>
            </a:r>
            <a:r>
              <a:rPr sz="2400" spc="-5" dirty="0">
                <a:solidFill>
                  <a:srgbClr val="FF0000"/>
                </a:solidFill>
                <a:latin typeface="Tw Cen MT" panose="020B0602020104020603"/>
                <a:cs typeface="Tw Cen MT" panose="020B0602020104020603"/>
              </a:rPr>
              <a:t>ent</a:t>
            </a:r>
            <a:r>
              <a:rPr sz="2400" dirty="0">
                <a:solidFill>
                  <a:srgbClr val="FF0000"/>
                </a:solidFill>
                <a:latin typeface="Tw Cen MT" panose="020B0602020104020603"/>
                <a:cs typeface="Tw Cen MT" panose="020B0602020104020603"/>
              </a:rPr>
              <a:t>s</a:t>
            </a:r>
            <a:r>
              <a:rPr sz="2400" spc="-5" dirty="0">
                <a:solidFill>
                  <a:srgbClr val="FF0000"/>
                </a:solidFill>
                <a:latin typeface="Tw Cen MT" panose="020B0602020104020603"/>
                <a:cs typeface="Tw Cen MT" panose="020B0602020104020603"/>
              </a:rPr>
              <a:t> </a:t>
            </a:r>
            <a:r>
              <a:rPr sz="2400" spc="-5" dirty="0">
                <a:latin typeface="Tw Cen MT" panose="020B0602020104020603"/>
                <a:cs typeface="Tw Cen MT" panose="020B0602020104020603"/>
              </a:rPr>
              <a:t>on</a:t>
            </a:r>
            <a:r>
              <a:rPr sz="2400" dirty="0">
                <a:latin typeface="Tw Cen MT" panose="020B0602020104020603"/>
                <a:cs typeface="Tw Cen MT" panose="020B0602020104020603"/>
              </a:rPr>
              <a:t> </a:t>
            </a:r>
            <a:r>
              <a:rPr sz="2400" spc="-5" dirty="0">
                <a:latin typeface="Tw Cen MT" panose="020B0602020104020603"/>
                <a:cs typeface="Tw Cen MT" panose="020B0602020104020603"/>
              </a:rPr>
              <a:t>th</a:t>
            </a:r>
            <a:r>
              <a:rPr sz="2400" dirty="0">
                <a:latin typeface="Tw Cen MT" panose="020B0602020104020603"/>
                <a:cs typeface="Tw Cen MT" panose="020B0602020104020603"/>
              </a:rPr>
              <a:t>e </a:t>
            </a:r>
            <a:r>
              <a:rPr sz="2400" spc="-5" dirty="0">
                <a:latin typeface="Tw Cen MT" panose="020B0602020104020603"/>
                <a:cs typeface="Tw Cen MT" panose="020B0602020104020603"/>
              </a:rPr>
              <a:t>host</a:t>
            </a:r>
            <a:r>
              <a:rPr sz="2400" dirty="0">
                <a:latin typeface="Tw Cen MT" panose="020B0602020104020603"/>
                <a:cs typeface="Tw Cen MT" panose="020B0602020104020603"/>
              </a:rPr>
              <a:t> </a:t>
            </a:r>
            <a:r>
              <a:rPr sz="2400">
                <a:latin typeface="Tw Cen MT" panose="020B0602020104020603"/>
                <a:cs typeface="Tw Cen MT" panose="020B0602020104020603"/>
              </a:rPr>
              <a:t>m</a:t>
            </a:r>
            <a:r>
              <a:rPr sz="2400" spc="-10">
                <a:latin typeface="Tw Cen MT" panose="020B0602020104020603"/>
                <a:cs typeface="Tw Cen MT" panose="020B0602020104020603"/>
              </a:rPr>
              <a:t>a</a:t>
            </a:r>
            <a:r>
              <a:rPr sz="2400" spc="100">
                <a:latin typeface="Tw Cen MT" panose="020B0602020104020603"/>
                <a:cs typeface="Tw Cen MT" panose="020B0602020104020603"/>
              </a:rPr>
              <a:t>c</a:t>
            </a:r>
            <a:r>
              <a:rPr sz="2400" spc="-5">
                <a:latin typeface="Tw Cen MT" panose="020B0602020104020603"/>
                <a:cs typeface="Tw Cen MT" panose="020B0602020104020603"/>
              </a:rPr>
              <a:t>hin</a:t>
            </a:r>
            <a:r>
              <a:rPr sz="2400" spc="-35">
                <a:latin typeface="Tw Cen MT" panose="020B0602020104020603"/>
                <a:cs typeface="Tw Cen MT" panose="020B0602020104020603"/>
              </a:rPr>
              <a:t>e</a:t>
            </a:r>
            <a:r>
              <a:rPr sz="2400">
                <a:latin typeface="Tw Cen MT" panose="020B0602020104020603"/>
                <a:cs typeface="Tw Cen MT" panose="020B0602020104020603"/>
              </a:rPr>
              <a:t>.</a:t>
            </a:r>
            <a:endParaRPr lang="en-US" sz="2400" dirty="0">
              <a:latin typeface="Tw Cen MT" panose="020B0602020104020603"/>
              <a:cs typeface="Tw Cen MT" panose="020B0602020104020603"/>
            </a:endParaRPr>
          </a:p>
          <a:p>
            <a:pPr marL="542290" marR="5080">
              <a:lnSpc>
                <a:spcPct val="120000"/>
              </a:lnSpc>
              <a:spcBef>
                <a:spcPts val="565"/>
              </a:spcBef>
              <a:buFont typeface="Arial" panose="020B0604020202020204" pitchFamily="34" charset="0"/>
              <a:buChar char="•"/>
            </a:pPr>
            <a:r>
              <a:rPr sz="2400" spc="-5">
                <a:latin typeface="Tw Cen MT" panose="020B0602020104020603"/>
                <a:cs typeface="Tw Cen MT" panose="020B0602020104020603"/>
              </a:rPr>
              <a:t> It</a:t>
            </a:r>
            <a:r>
              <a:rPr sz="2400">
                <a:latin typeface="Tw Cen MT" panose="020B0602020104020603"/>
                <a:cs typeface="Tw Cen MT" panose="020B0602020104020603"/>
              </a:rPr>
              <a:t> </a:t>
            </a:r>
            <a:r>
              <a:rPr lang="en-US" sz="2400" spc="-10" dirty="0">
                <a:latin typeface="Tw Cen MT" panose="020B0602020104020603"/>
                <a:cs typeface="Tw Cen MT" panose="020B0602020104020603"/>
              </a:rPr>
              <a:t>is used to enable</a:t>
            </a:r>
            <a:r>
              <a:rPr sz="2400" spc="-5">
                <a:latin typeface="Tw Cen MT" panose="020B0602020104020603"/>
                <a:cs typeface="Tw Cen MT" panose="020B0602020104020603"/>
              </a:rPr>
              <a:t> </a:t>
            </a:r>
            <a:r>
              <a:rPr sz="2400">
                <a:latin typeface="Tw Cen MT" panose="020B0602020104020603"/>
                <a:cs typeface="Tw Cen MT" panose="020B0602020104020603"/>
              </a:rPr>
              <a:t>a</a:t>
            </a:r>
            <a:r>
              <a:rPr sz="2400" spc="-5">
                <a:latin typeface="Tw Cen MT" panose="020B0602020104020603"/>
                <a:cs typeface="Tw Cen MT" panose="020B0602020104020603"/>
              </a:rPr>
              <a:t> </a:t>
            </a:r>
            <a:r>
              <a:rPr lang="en-US" sz="2400" spc="-10" dirty="0">
                <a:solidFill>
                  <a:srgbClr val="FF0000"/>
                </a:solidFill>
                <a:latin typeface="Tw Cen MT" panose="020B0602020104020603"/>
                <a:cs typeface="Tw Cen MT" panose="020B0602020104020603"/>
              </a:rPr>
              <a:t>c</a:t>
            </a:r>
            <a:r>
              <a:rPr lang="en-US" sz="2400" spc="-5" dirty="0">
                <a:solidFill>
                  <a:srgbClr val="FF0000"/>
                </a:solidFill>
                <a:latin typeface="Tw Cen MT" panose="020B0602020104020603"/>
                <a:cs typeface="Tw Cen MT" panose="020B0602020104020603"/>
              </a:rPr>
              <a:t>o</a:t>
            </a:r>
            <a:r>
              <a:rPr lang="en-US" sz="2400" dirty="0">
                <a:solidFill>
                  <a:srgbClr val="FF0000"/>
                </a:solidFill>
                <a:latin typeface="Tw Cen MT" panose="020B0602020104020603"/>
                <a:cs typeface="Tw Cen MT" panose="020B0602020104020603"/>
              </a:rPr>
              <a:t>m</a:t>
            </a:r>
            <a:r>
              <a:rPr lang="en-US" sz="2400" spc="-10" dirty="0">
                <a:solidFill>
                  <a:srgbClr val="FF0000"/>
                </a:solidFill>
                <a:latin typeface="Tw Cen MT" panose="020B0602020104020603"/>
                <a:cs typeface="Tw Cen MT" panose="020B0602020104020603"/>
              </a:rPr>
              <a:t>p</a:t>
            </a:r>
            <a:r>
              <a:rPr lang="en-US" sz="2400" spc="-5" dirty="0">
                <a:solidFill>
                  <a:srgbClr val="FF0000"/>
                </a:solidFill>
                <a:latin typeface="Tw Cen MT" panose="020B0602020104020603"/>
                <a:cs typeface="Tw Cen MT" panose="020B0602020104020603"/>
              </a:rPr>
              <a:t>let</a:t>
            </a:r>
            <a:r>
              <a:rPr lang="en-US" sz="2400" dirty="0">
                <a:solidFill>
                  <a:srgbClr val="FF0000"/>
                </a:solidFill>
                <a:latin typeface="Tw Cen MT" panose="020B0602020104020603"/>
                <a:cs typeface="Tw Cen MT" panose="020B0602020104020603"/>
              </a:rPr>
              <a:t>e</a:t>
            </a:r>
            <a:r>
              <a:rPr lang="en-US" sz="2400" spc="-5" dirty="0">
                <a:solidFill>
                  <a:srgbClr val="FF0000"/>
                </a:solidFill>
                <a:latin typeface="Tw Cen MT" panose="020B0602020104020603"/>
                <a:cs typeface="Tw Cen MT" panose="020B0602020104020603"/>
              </a:rPr>
              <a:t> </a:t>
            </a:r>
            <a:r>
              <a:rPr sz="2400" spc="-10">
                <a:solidFill>
                  <a:srgbClr val="FF0000"/>
                </a:solidFill>
                <a:latin typeface="Tw Cen MT" panose="020B0602020104020603"/>
                <a:cs typeface="Tw Cen MT" panose="020B0602020104020603"/>
              </a:rPr>
              <a:t>c</a:t>
            </a:r>
            <a:r>
              <a:rPr sz="2400" spc="-5">
                <a:solidFill>
                  <a:srgbClr val="FF0000"/>
                </a:solidFill>
                <a:latin typeface="Tw Cen MT" panose="020B0602020104020603"/>
                <a:cs typeface="Tw Cen MT" panose="020B0602020104020603"/>
              </a:rPr>
              <a:t>o</a:t>
            </a:r>
            <a:r>
              <a:rPr sz="2400">
                <a:solidFill>
                  <a:srgbClr val="FF0000"/>
                </a:solidFill>
                <a:latin typeface="Tw Cen MT" panose="020B0602020104020603"/>
                <a:cs typeface="Tw Cen MT" panose="020B0602020104020603"/>
              </a:rPr>
              <a:t>m</a:t>
            </a:r>
            <a:r>
              <a:rPr sz="2400" spc="-10">
                <a:solidFill>
                  <a:srgbClr val="FF0000"/>
                </a:solidFill>
                <a:latin typeface="Tw Cen MT" panose="020B0602020104020603"/>
                <a:cs typeface="Tw Cen MT" panose="020B0602020104020603"/>
              </a:rPr>
              <a:t>p</a:t>
            </a:r>
            <a:r>
              <a:rPr sz="2400" spc="-5">
                <a:solidFill>
                  <a:srgbClr val="FF0000"/>
                </a:solidFill>
                <a:latin typeface="Tw Cen MT" panose="020B0602020104020603"/>
                <a:cs typeface="Tw Cen MT" panose="020B0602020104020603"/>
              </a:rPr>
              <a:t>ute</a:t>
            </a:r>
            <a:r>
              <a:rPr sz="2400">
                <a:solidFill>
                  <a:srgbClr val="FF0000"/>
                </a:solidFill>
                <a:latin typeface="Tw Cen MT" panose="020B0602020104020603"/>
                <a:cs typeface="Tw Cen MT" panose="020B0602020104020603"/>
              </a:rPr>
              <a:t>r</a:t>
            </a:r>
            <a:r>
              <a:rPr sz="2400" spc="-5">
                <a:solidFill>
                  <a:srgbClr val="FF0000"/>
                </a:solidFill>
                <a:latin typeface="Tw Cen MT" panose="020B0602020104020603"/>
                <a:cs typeface="Tw Cen MT" panose="020B0602020104020603"/>
              </a:rPr>
              <a:t> syste</a:t>
            </a:r>
            <a:r>
              <a:rPr sz="2400">
                <a:solidFill>
                  <a:srgbClr val="FF0000"/>
                </a:solidFill>
                <a:latin typeface="Tw Cen MT" panose="020B0602020104020603"/>
                <a:cs typeface="Tw Cen MT" panose="020B0602020104020603"/>
              </a:rPr>
              <a:t>m </a:t>
            </a:r>
            <a:r>
              <a:rPr lang="en-US" sz="2400" dirty="0">
                <a:latin typeface="Tw Cen MT" panose="020B0602020104020603"/>
                <a:cs typeface="Tw Cen MT" panose="020B0602020104020603"/>
              </a:rPr>
              <a:t>in order to </a:t>
            </a:r>
            <a:r>
              <a:rPr lang="en-US" sz="2400" dirty="0">
                <a:solidFill>
                  <a:srgbClr val="00B050"/>
                </a:solidFill>
                <a:latin typeface="Tw Cen MT" panose="020B0602020104020603"/>
                <a:cs typeface="Tw Cen MT" panose="020B0602020104020603"/>
              </a:rPr>
              <a:t>allow </a:t>
            </a:r>
            <a:r>
              <a:rPr sz="2400" spc="-5">
                <a:solidFill>
                  <a:srgbClr val="00B050"/>
                </a:solidFill>
                <a:latin typeface="Tw Cen MT" panose="020B0602020104020603"/>
                <a:cs typeface="Tw Cen MT" panose="020B0602020104020603"/>
              </a:rPr>
              <a:t>th</a:t>
            </a:r>
            <a:r>
              <a:rPr sz="2400">
                <a:solidFill>
                  <a:srgbClr val="00B050"/>
                </a:solidFill>
                <a:latin typeface="Tw Cen MT" panose="020B0602020104020603"/>
                <a:cs typeface="Tw Cen MT" panose="020B0602020104020603"/>
              </a:rPr>
              <a:t>e</a:t>
            </a:r>
            <a:r>
              <a:rPr sz="2400" spc="-5">
                <a:solidFill>
                  <a:srgbClr val="00B050"/>
                </a:solidFill>
                <a:latin typeface="Tw Cen MT" panose="020B0602020104020603"/>
                <a:cs typeface="Tw Cen MT" panose="020B0602020104020603"/>
              </a:rPr>
              <a:t> </a:t>
            </a:r>
            <a:r>
              <a:rPr sz="2400" spc="-5" dirty="0">
                <a:solidFill>
                  <a:srgbClr val="00B050"/>
                </a:solidFill>
                <a:latin typeface="Tw Cen MT" panose="020B0602020104020603"/>
                <a:cs typeface="Tw Cen MT" panose="020B0602020104020603"/>
              </a:rPr>
              <a:t>guest o</a:t>
            </a:r>
            <a:r>
              <a:rPr sz="2400" spc="-10" dirty="0">
                <a:solidFill>
                  <a:srgbClr val="00B050"/>
                </a:solidFill>
                <a:latin typeface="Tw Cen MT" panose="020B0602020104020603"/>
                <a:cs typeface="Tw Cen MT" panose="020B0602020104020603"/>
              </a:rPr>
              <a:t>p</a:t>
            </a:r>
            <a:r>
              <a:rPr sz="2400" spc="-5" dirty="0">
                <a:solidFill>
                  <a:srgbClr val="00B050"/>
                </a:solidFill>
                <a:latin typeface="Tw Cen MT" panose="020B0602020104020603"/>
                <a:cs typeface="Tw Cen MT" panose="020B0602020104020603"/>
              </a:rPr>
              <a:t>e</a:t>
            </a:r>
            <a:r>
              <a:rPr sz="2400" spc="-35" dirty="0">
                <a:solidFill>
                  <a:srgbClr val="00B050"/>
                </a:solidFill>
                <a:latin typeface="Tw Cen MT" panose="020B0602020104020603"/>
                <a:cs typeface="Tw Cen MT" panose="020B0602020104020603"/>
              </a:rPr>
              <a:t>r</a:t>
            </a:r>
            <a:r>
              <a:rPr sz="2400" spc="-10" dirty="0">
                <a:solidFill>
                  <a:srgbClr val="00B050"/>
                </a:solidFill>
                <a:latin typeface="Tw Cen MT" panose="020B0602020104020603"/>
                <a:cs typeface="Tw Cen MT" panose="020B0602020104020603"/>
              </a:rPr>
              <a:t>a</a:t>
            </a:r>
            <a:r>
              <a:rPr sz="2400" spc="-5" dirty="0">
                <a:solidFill>
                  <a:srgbClr val="00B050"/>
                </a:solidFill>
                <a:latin typeface="Tw Cen MT" panose="020B0602020104020603"/>
                <a:cs typeface="Tw Cen MT" panose="020B0602020104020603"/>
              </a:rPr>
              <a:t>ting syste</a:t>
            </a:r>
            <a:r>
              <a:rPr sz="2400" dirty="0">
                <a:solidFill>
                  <a:srgbClr val="00B050"/>
                </a:solidFill>
                <a:latin typeface="Tw Cen MT" panose="020B0602020104020603"/>
                <a:cs typeface="Tw Cen MT" panose="020B0602020104020603"/>
              </a:rPr>
              <a:t>m</a:t>
            </a:r>
            <a:r>
              <a:rPr sz="2400" spc="-5" dirty="0">
                <a:solidFill>
                  <a:srgbClr val="00B050"/>
                </a:solidFill>
                <a:latin typeface="Tw Cen MT" panose="020B0602020104020603"/>
                <a:cs typeface="Tw Cen MT" panose="020B0602020104020603"/>
              </a:rPr>
              <a:t> </a:t>
            </a:r>
            <a:r>
              <a:rPr sz="2400" spc="-5">
                <a:solidFill>
                  <a:srgbClr val="00B050"/>
                </a:solidFill>
                <a:latin typeface="Tw Cen MT" panose="020B0602020104020603"/>
                <a:cs typeface="Tw Cen MT" panose="020B0602020104020603"/>
              </a:rPr>
              <a:t>t</a:t>
            </a:r>
            <a:r>
              <a:rPr sz="2400">
                <a:solidFill>
                  <a:srgbClr val="00B050"/>
                </a:solidFill>
                <a:latin typeface="Tw Cen MT" panose="020B0602020104020603"/>
                <a:cs typeface="Tw Cen MT" panose="020B0602020104020603"/>
              </a:rPr>
              <a:t>o</a:t>
            </a:r>
            <a:r>
              <a:rPr sz="2400" spc="-5">
                <a:solidFill>
                  <a:srgbClr val="00B050"/>
                </a:solidFill>
                <a:latin typeface="Tw Cen MT" panose="020B0602020104020603"/>
                <a:cs typeface="Tw Cen MT" panose="020B0602020104020603"/>
              </a:rPr>
              <a:t> </a:t>
            </a:r>
            <a:r>
              <a:rPr sz="2400" spc="50">
                <a:solidFill>
                  <a:srgbClr val="00B050"/>
                </a:solidFill>
                <a:latin typeface="Tw Cen MT" panose="020B0602020104020603"/>
                <a:cs typeface="Tw Cen MT" panose="020B0602020104020603"/>
              </a:rPr>
              <a:t>r</a:t>
            </a:r>
            <a:r>
              <a:rPr sz="2400" spc="-5">
                <a:solidFill>
                  <a:srgbClr val="00B050"/>
                </a:solidFill>
                <a:latin typeface="Tw Cen MT" panose="020B0602020104020603"/>
                <a:cs typeface="Tw Cen MT" panose="020B0602020104020603"/>
              </a:rPr>
              <a:t>un</a:t>
            </a:r>
            <a:r>
              <a:rPr lang="en-US" sz="2400" spc="-5" dirty="0">
                <a:solidFill>
                  <a:srgbClr val="00B050"/>
                </a:solidFill>
                <a:latin typeface="Tw Cen MT" panose="020B0602020104020603"/>
                <a:cs typeface="Tw Cen MT" panose="020B0602020104020603"/>
              </a:rPr>
              <a:t>.</a:t>
            </a:r>
            <a:endParaRPr lang="en-US" sz="2400" dirty="0">
              <a:solidFill>
                <a:srgbClr val="00B050"/>
              </a:solidFill>
              <a:latin typeface="Tw Cen MT" panose="020B0602020104020603"/>
              <a:cs typeface="Tw Cen MT" panose="020B0602020104020603"/>
            </a:endParaRPr>
          </a:p>
          <a:p>
            <a:pPr marL="542290" marR="5080">
              <a:lnSpc>
                <a:spcPct val="120000"/>
              </a:lnSpc>
              <a:spcBef>
                <a:spcPts val="565"/>
              </a:spcBef>
              <a:buFont typeface="Arial" panose="020B0604020202020204" pitchFamily="34" charset="0"/>
              <a:buChar char="•"/>
            </a:pPr>
            <a:r>
              <a:rPr sz="2400" spc="-35">
                <a:latin typeface="Tw Cen MT" panose="020B0602020104020603"/>
                <a:cs typeface="Tw Cen MT" panose="020B0602020104020603"/>
              </a:rPr>
              <a:t>F</a:t>
            </a:r>
            <a:r>
              <a:rPr sz="2400" spc="-5">
                <a:latin typeface="Tw Cen MT" panose="020B0602020104020603"/>
                <a:cs typeface="Tw Cen MT" panose="020B0602020104020603"/>
              </a:rPr>
              <a:t>o</a:t>
            </a:r>
            <a:r>
              <a:rPr sz="2400">
                <a:latin typeface="Tw Cen MT" panose="020B0602020104020603"/>
                <a:cs typeface="Tw Cen MT" panose="020B0602020104020603"/>
              </a:rPr>
              <a:t>r</a:t>
            </a:r>
            <a:r>
              <a:rPr sz="2400" spc="-5">
                <a:latin typeface="Tw Cen MT" panose="020B0602020104020603"/>
                <a:cs typeface="Tw Cen MT" panose="020B0602020104020603"/>
              </a:rPr>
              <a:t> </a:t>
            </a:r>
            <a:r>
              <a:rPr lang="en-US" sz="2400" spc="-95" dirty="0">
                <a:latin typeface="Tw Cen MT" panose="020B0602020104020603"/>
                <a:cs typeface="Tw Cen MT" panose="020B0602020104020603"/>
              </a:rPr>
              <a:t>instance, letting </a:t>
            </a:r>
            <a:r>
              <a:rPr lang="en-US" sz="2400" spc="-5" dirty="0">
                <a:latin typeface="Tw Cen MT" panose="020B0602020104020603"/>
                <a:cs typeface="Tw Cen MT" panose="020B0602020104020603"/>
              </a:rPr>
              <a:t>LINUX</a:t>
            </a:r>
            <a:r>
              <a:rPr sz="2400" spc="-5">
                <a:latin typeface="Tw Cen MT" panose="020B0602020104020603"/>
                <a:cs typeface="Tw Cen MT" panose="020B0602020104020603"/>
              </a:rPr>
              <a:t> O</a:t>
            </a:r>
            <a:r>
              <a:rPr sz="2400">
                <a:latin typeface="Tw Cen MT" panose="020B0602020104020603"/>
                <a:cs typeface="Tw Cen MT" panose="020B0602020104020603"/>
              </a:rPr>
              <a:t>S</a:t>
            </a:r>
            <a:r>
              <a:rPr sz="2400" spc="-5">
                <a:latin typeface="Tw Cen MT" panose="020B0602020104020603"/>
                <a:cs typeface="Tw Cen MT" panose="020B0602020104020603"/>
              </a:rPr>
              <a:t> </a:t>
            </a:r>
            <a:r>
              <a:rPr lang="en-US" sz="2400" spc="-5" dirty="0">
                <a:latin typeface="Tw Cen MT" panose="020B0602020104020603"/>
                <a:cs typeface="Tw Cen MT" panose="020B0602020104020603"/>
              </a:rPr>
              <a:t>to run as a guest that is </a:t>
            </a:r>
            <a:r>
              <a:rPr sz="2400" spc="-5">
                <a:latin typeface="Tw Cen MT" panose="020B0602020104020603"/>
                <a:cs typeface="Tw Cen MT" panose="020B0602020104020603"/>
              </a:rPr>
              <a:t>n</a:t>
            </a:r>
            <a:r>
              <a:rPr sz="2400" spc="-10">
                <a:latin typeface="Tw Cen MT" panose="020B0602020104020603"/>
                <a:cs typeface="Tw Cen MT" panose="020B0602020104020603"/>
              </a:rPr>
              <a:t>a</a:t>
            </a:r>
            <a:r>
              <a:rPr sz="2400" spc="-5">
                <a:latin typeface="Tw Cen MT" panose="020B0602020104020603"/>
                <a:cs typeface="Tw Cen MT" panose="020B0602020104020603"/>
              </a:rPr>
              <a:t>ti</a:t>
            </a:r>
            <a:r>
              <a:rPr sz="2400" spc="-65">
                <a:latin typeface="Tw Cen MT" panose="020B0602020104020603"/>
                <a:cs typeface="Tw Cen MT" panose="020B0602020104020603"/>
              </a:rPr>
              <a:t>v</a:t>
            </a:r>
            <a:r>
              <a:rPr sz="2400" spc="-5">
                <a:latin typeface="Tw Cen MT" panose="020B0602020104020603"/>
                <a:cs typeface="Tw Cen MT" panose="020B0602020104020603"/>
              </a:rPr>
              <a:t>el</a:t>
            </a:r>
            <a:r>
              <a:rPr sz="2400">
                <a:latin typeface="Tw Cen MT" panose="020B0602020104020603"/>
                <a:cs typeface="Tw Cen MT" panose="020B0602020104020603"/>
              </a:rPr>
              <a:t>y</a:t>
            </a:r>
            <a:r>
              <a:rPr sz="2400" spc="-5">
                <a:latin typeface="Tw Cen MT" panose="020B0602020104020603"/>
                <a:cs typeface="Tw Cen MT" panose="020B0602020104020603"/>
              </a:rPr>
              <a:t> </a:t>
            </a:r>
            <a:r>
              <a:rPr sz="2400" spc="-5" dirty="0">
                <a:latin typeface="Tw Cen MT" panose="020B0602020104020603"/>
                <a:cs typeface="Tw Cen MT" panose="020B0602020104020603"/>
              </a:rPr>
              <a:t>using a Mi</a:t>
            </a:r>
            <a:r>
              <a:rPr sz="2400" spc="-10" dirty="0">
                <a:latin typeface="Tw Cen MT" panose="020B0602020104020603"/>
                <a:cs typeface="Tw Cen MT" panose="020B0602020104020603"/>
              </a:rPr>
              <a:t>c</a:t>
            </a:r>
            <a:r>
              <a:rPr sz="2400" spc="-65" dirty="0">
                <a:latin typeface="Tw Cen MT" panose="020B0602020104020603"/>
                <a:cs typeface="Tw Cen MT" panose="020B0602020104020603"/>
              </a:rPr>
              <a:t>r</a:t>
            </a:r>
            <a:r>
              <a:rPr sz="2400" spc="-5" dirty="0">
                <a:latin typeface="Tw Cen MT" panose="020B0602020104020603"/>
                <a:cs typeface="Tw Cen MT" panose="020B0602020104020603"/>
              </a:rPr>
              <a:t>osoft</a:t>
            </a:r>
            <a:r>
              <a:rPr sz="2400" dirty="0">
                <a:latin typeface="Tw Cen MT" panose="020B0602020104020603"/>
                <a:cs typeface="Tw Cen MT" panose="020B0602020104020603"/>
              </a:rPr>
              <a:t> </a:t>
            </a:r>
            <a:r>
              <a:rPr sz="2400" spc="-5">
                <a:latin typeface="Tw Cen MT" panose="020B0602020104020603"/>
                <a:cs typeface="Tw Cen MT" panose="020B0602020104020603"/>
              </a:rPr>
              <a:t>Win</a:t>
            </a:r>
            <a:r>
              <a:rPr sz="2400" spc="-10">
                <a:latin typeface="Tw Cen MT" panose="020B0602020104020603"/>
                <a:cs typeface="Tw Cen MT" panose="020B0602020104020603"/>
              </a:rPr>
              <a:t>d</a:t>
            </a:r>
            <a:r>
              <a:rPr sz="2400" spc="-95">
                <a:latin typeface="Tw Cen MT" panose="020B0602020104020603"/>
                <a:cs typeface="Tw Cen MT" panose="020B0602020104020603"/>
              </a:rPr>
              <a:t>o</a:t>
            </a:r>
            <a:r>
              <a:rPr sz="2400">
                <a:latin typeface="Tw Cen MT" panose="020B0602020104020603"/>
                <a:cs typeface="Tw Cen MT" panose="020B0602020104020603"/>
              </a:rPr>
              <a:t>ws</a:t>
            </a:r>
            <a:r>
              <a:rPr sz="2400" spc="-5">
                <a:latin typeface="Tw Cen MT" panose="020B0602020104020603"/>
                <a:cs typeface="Tw Cen MT" panose="020B0602020104020603"/>
              </a:rPr>
              <a:t> O</a:t>
            </a:r>
            <a:r>
              <a:rPr sz="2400" spc="-95">
                <a:latin typeface="Tw Cen MT" panose="020B0602020104020603"/>
                <a:cs typeface="Tw Cen MT" panose="020B0602020104020603"/>
              </a:rPr>
              <a:t>S</a:t>
            </a:r>
            <a:r>
              <a:rPr lang="en-US" sz="2900" spc="-95" dirty="0">
                <a:latin typeface="Tw Cen MT" panose="020B0602020104020603"/>
                <a:cs typeface="Tw Cen MT" panose="020B0602020104020603"/>
              </a:rPr>
              <a:t>.</a:t>
            </a:r>
            <a:r>
              <a:rPr sz="2900" spc="-5">
                <a:latin typeface="Tw Cen MT" panose="020B0602020104020603"/>
                <a:cs typeface="Tw Cen MT" panose="020B0602020104020603"/>
              </a:rPr>
              <a:t> </a:t>
            </a:r>
            <a:endParaRPr sz="2900">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pic>
        <p:nvPicPr>
          <p:cNvPr id="5" name="Content Placeholder 4"/>
          <p:cNvPicPr>
            <a:picLocks noGrp="1" noChangeAspect="1"/>
          </p:cNvPicPr>
          <p:nvPr>
            <p:ph sz="half" idx="2"/>
          </p:nvPr>
        </p:nvPicPr>
        <p:blipFill>
          <a:blip r:embed="rId2"/>
          <a:srcRect r="30603"/>
          <a:stretch>
            <a:fillRect/>
          </a:stretch>
        </p:blipFill>
        <p:spPr>
          <a:xfrm>
            <a:off x="7696201" y="2438400"/>
            <a:ext cx="2760345" cy="2081530"/>
          </a:xfrm>
          <a:prstGeom prst="rect">
            <a:avLst/>
          </a:prstGeom>
        </p:spPr>
      </p:pic>
    </p:spTree>
    <p:extLst>
      <p:ext uri="{BB962C8B-B14F-4D97-AF65-F5344CB8AC3E}">
        <p14:creationId xmlns:p14="http://schemas.microsoft.com/office/powerpoint/2010/main" val="23346030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6888" y="436297"/>
            <a:ext cx="8158225" cy="677108"/>
          </a:xfrm>
          <a:prstGeom prst="rect">
            <a:avLst/>
          </a:prstGeom>
        </p:spPr>
        <p:txBody>
          <a:bodyPr vert="horz" wrap="square" lIns="0" tIns="0" rIns="0" bIns="0" rtlCol="0" anchor="ctr">
            <a:spAutoFit/>
          </a:bodyPr>
          <a:lstStyle/>
          <a:p>
            <a:pPr marL="395605">
              <a:lnSpc>
                <a:spcPct val="100000"/>
              </a:lnSpc>
            </a:pPr>
            <a:r>
              <a:rPr spc="-5" dirty="0"/>
              <a:t>Softw</a:t>
            </a:r>
            <a:r>
              <a:rPr spc="-10" dirty="0"/>
              <a:t>a</a:t>
            </a:r>
            <a:r>
              <a:rPr spc="75" dirty="0"/>
              <a:t>r</a:t>
            </a:r>
            <a:r>
              <a:rPr dirty="0"/>
              <a:t>e</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r>
              <a:rPr spc="65" dirty="0">
                <a:latin typeface="Times New Roman" panose="02020603050405020304"/>
                <a:cs typeface="Times New Roman" panose="02020603050405020304"/>
              </a:rPr>
              <a:t> </a:t>
            </a:r>
            <a:r>
              <a:rPr spc="-5"/>
              <a:t>:Subtyp</a:t>
            </a:r>
            <a:r>
              <a:t>e</a:t>
            </a:r>
            <a:r>
              <a:rPr lang="en-US" b="0" dirty="0"/>
              <a:t>s</a:t>
            </a:r>
            <a:endParaRPr b="0" dirty="0">
              <a:latin typeface="Tw Cen MT" panose="020B0602020104020603"/>
              <a:cs typeface="Tw Cen MT" panose="020B0602020104020603"/>
            </a:endParaRPr>
          </a:p>
        </p:txBody>
      </p:sp>
      <p:sp>
        <p:nvSpPr>
          <p:cNvPr id="3" name="object 3"/>
          <p:cNvSpPr txBox="1"/>
          <p:nvPr/>
        </p:nvSpPr>
        <p:spPr>
          <a:xfrm>
            <a:off x="1981201" y="1752600"/>
            <a:ext cx="8373111" cy="4283224"/>
          </a:xfrm>
          <a:prstGeom prst="rect">
            <a:avLst/>
          </a:prstGeom>
        </p:spPr>
        <p:txBody>
          <a:bodyPr vert="horz" wrap="square" lIns="0" tIns="0" rIns="0" bIns="0" rtlCol="0">
            <a:spAutoFit/>
          </a:bodyPr>
          <a:lstStyle/>
          <a:p>
            <a:pPr marL="12700"/>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6</a:t>
            </a:r>
            <a:endParaRPr sz="1200">
              <a:latin typeface="Comic Sans MS" panose="030F0702030302020204"/>
              <a:cs typeface="Comic Sans MS" panose="030F0702030302020204"/>
            </a:endParaRPr>
          </a:p>
          <a:p>
            <a:endParaRPr sz="1100">
              <a:latin typeface="Times New Roman" panose="02020603050405020304"/>
              <a:cs typeface="Times New Roman" panose="02020603050405020304"/>
            </a:endParaRPr>
          </a:p>
          <a:p>
            <a:pPr marL="861695" marR="109855" indent="-319405">
              <a:buClr>
                <a:srgbClr val="DD8046"/>
              </a:buClr>
              <a:buSzPct val="60000"/>
              <a:buFont typeface="Wingdings" panose="05000000000000000000"/>
              <a:buChar char=""/>
              <a:tabLst>
                <a:tab pos="862330" algn="l"/>
              </a:tabLst>
            </a:pPr>
            <a:r>
              <a:rPr sz="2900" u="sng" spc="-5" dirty="0">
                <a:latin typeface="Tw Cen MT" panose="020B0602020104020603"/>
                <a:cs typeface="Tw Cen MT" panose="020B0602020104020603"/>
              </a:rPr>
              <a:t>O</a:t>
            </a:r>
            <a:r>
              <a:rPr sz="2900" u="sng" spc="-10" dirty="0">
                <a:latin typeface="Tw Cen MT" panose="020B0602020104020603"/>
                <a:cs typeface="Tw Cen MT" panose="020B0602020104020603"/>
              </a:rPr>
              <a:t>p</a:t>
            </a:r>
            <a:r>
              <a:rPr sz="2900" u="sng" spc="-5" dirty="0">
                <a:latin typeface="Tw Cen MT" panose="020B0602020104020603"/>
                <a:cs typeface="Tw Cen MT" panose="020B0602020104020603"/>
              </a:rPr>
              <a:t>e</a:t>
            </a:r>
            <a:r>
              <a:rPr sz="2900" u="sng" spc="-35" dirty="0">
                <a:latin typeface="Tw Cen MT" panose="020B0602020104020603"/>
                <a:cs typeface="Tw Cen MT" panose="020B0602020104020603"/>
              </a:rPr>
              <a:t>r</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ting Syste</a:t>
            </a:r>
            <a:r>
              <a:rPr sz="2900" u="sng" dirty="0">
                <a:latin typeface="Tw Cen MT" panose="020B0602020104020603"/>
                <a:cs typeface="Tw Cen MT" panose="020B0602020104020603"/>
              </a:rPr>
              <a:t>m</a:t>
            </a:r>
            <a:r>
              <a:rPr sz="2900" u="sng" spc="-5" dirty="0">
                <a:latin typeface="Tw Cen MT" panose="020B0602020104020603"/>
                <a:cs typeface="Tw Cen MT" panose="020B0602020104020603"/>
              </a:rPr>
              <a:t> Vi</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tu</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liz</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tion</a:t>
            </a:r>
            <a:r>
              <a:rPr sz="2900" u="sng" dirty="0">
                <a:latin typeface="Tw Cen MT" panose="020B0602020104020603"/>
                <a:cs typeface="Tw Cen MT" panose="020B0602020104020603"/>
              </a:rPr>
              <a:t> </a:t>
            </a:r>
            <a:r>
              <a:rPr sz="2900" u="sng">
                <a:latin typeface="Tw Cen MT" panose="020B0602020104020603"/>
                <a:cs typeface="Tw Cen MT" panose="020B0602020104020603"/>
              </a:rPr>
              <a:t>–</a:t>
            </a:r>
            <a:r>
              <a:rPr sz="2900" u="sng" spc="-5">
                <a:latin typeface="Tw Cen MT" panose="020B0602020104020603"/>
                <a:cs typeface="Tw Cen MT" panose="020B0602020104020603"/>
              </a:rPr>
              <a:t> </a:t>
            </a:r>
            <a:endParaRPr lang="en-US" sz="2900" u="sng" spc="-5" dirty="0">
              <a:latin typeface="Tw Cen MT" panose="020B0602020104020603"/>
              <a:cs typeface="Tw Cen MT" panose="020B0602020104020603"/>
            </a:endParaRPr>
          </a:p>
          <a:p>
            <a:pPr marL="861695" marR="109855" indent="-319405">
              <a:buClr>
                <a:srgbClr val="DD8046"/>
              </a:buClr>
              <a:buSzPct val="60000"/>
              <a:tabLst>
                <a:tab pos="862330" algn="l"/>
              </a:tabLst>
            </a:pPr>
            <a:r>
              <a:rPr lang="en-US" sz="2900" spc="-5" dirty="0">
                <a:latin typeface="Tw Cen MT" panose="020B0602020104020603"/>
                <a:cs typeface="Tw Cen MT" panose="020B0602020104020603"/>
              </a:rPr>
              <a:t>				</a:t>
            </a:r>
            <a:r>
              <a:rPr sz="2900" spc="-5">
                <a:latin typeface="Tw Cen MT" panose="020B0602020104020603"/>
                <a:cs typeface="Tw Cen MT" panose="020B0602020104020603"/>
              </a:rPr>
              <a:t>hosting </a:t>
            </a:r>
            <a:r>
              <a:rPr sz="2900" spc="55" dirty="0">
                <a:latin typeface="Tw Cen MT" panose="020B0602020104020603"/>
                <a:cs typeface="Tw Cen MT" panose="020B0602020104020603"/>
              </a:rPr>
              <a:t>m</a:t>
            </a:r>
            <a:r>
              <a:rPr sz="2900" spc="-5" dirty="0">
                <a:latin typeface="Tw Cen MT" panose="020B0602020104020603"/>
                <a:cs typeface="Tw Cen MT" panose="020B0602020104020603"/>
              </a:rPr>
              <a:t>ulti</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l</a:t>
            </a:r>
            <a:r>
              <a:rPr sz="2900" dirty="0">
                <a:latin typeface="Tw Cen MT" panose="020B0602020104020603"/>
                <a:cs typeface="Tw Cen MT" panose="020B0602020104020603"/>
              </a:rPr>
              <a:t>e </a:t>
            </a:r>
            <a:r>
              <a:rPr sz="2900" spc="-5" dirty="0">
                <a:latin typeface="Tw Cen MT" panose="020B0602020104020603"/>
                <a:cs typeface="Tw Cen MT" panose="020B0602020104020603"/>
              </a:rPr>
              <a:t>O</a:t>
            </a:r>
            <a:r>
              <a:rPr sz="2900" dirty="0">
                <a:latin typeface="Tw Cen MT" panose="020B0602020104020603"/>
                <a:cs typeface="Tw Cen MT" panose="020B0602020104020603"/>
              </a:rPr>
              <a:t>S</a:t>
            </a:r>
            <a:r>
              <a:rPr sz="2900" spc="-5" dirty="0">
                <a:latin typeface="Tw Cen MT" panose="020B0602020104020603"/>
                <a:cs typeface="Tw Cen MT" panose="020B0602020104020603"/>
              </a:rPr>
              <a:t> on</a:t>
            </a:r>
            <a:r>
              <a:rPr sz="2900" dirty="0">
                <a:latin typeface="Tw Cen MT" panose="020B0602020104020603"/>
                <a:cs typeface="Tw Cen MT" panose="020B0602020104020603"/>
              </a:rPr>
              <a:t> </a:t>
            </a:r>
            <a:r>
              <a:rPr sz="2900" spc="-5" dirty="0">
                <a:latin typeface="Tw Cen MT" panose="020B0602020104020603"/>
                <a:cs typeface="Tw Cen MT" panose="020B0602020104020603"/>
              </a:rPr>
              <a:t>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n</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a:t>
            </a:r>
            <a:r>
              <a:rPr sz="2900" spc="-65" dirty="0">
                <a:latin typeface="Tw Cen MT" panose="020B0602020104020603"/>
                <a:cs typeface="Tw Cen MT" panose="020B0602020104020603"/>
              </a:rPr>
              <a:t>v</a:t>
            </a:r>
            <a:r>
              <a:rPr sz="2900" dirty="0">
                <a:latin typeface="Tw Cen MT" panose="020B0602020104020603"/>
                <a:cs typeface="Tw Cen MT" panose="020B0602020104020603"/>
              </a:rPr>
              <a:t>e</a:t>
            </a:r>
            <a:r>
              <a:rPr sz="2900" spc="-5" dirty="0">
                <a:latin typeface="Tw Cen MT" panose="020B0602020104020603"/>
                <a:cs typeface="Tw Cen MT" panose="020B0602020104020603"/>
              </a:rPr>
              <a:t> O</a:t>
            </a:r>
            <a:r>
              <a:rPr sz="2900" dirty="0">
                <a:latin typeface="Tw Cen MT" panose="020B0602020104020603"/>
                <a:cs typeface="Tw Cen MT" panose="020B0602020104020603"/>
              </a:rPr>
              <a:t>S</a:t>
            </a:r>
            <a:endParaRPr sz="2900">
              <a:latin typeface="Tw Cen MT" panose="020B0602020104020603"/>
              <a:cs typeface="Tw Cen MT" panose="020B0602020104020603"/>
            </a:endParaRPr>
          </a:p>
          <a:p>
            <a:pPr marL="861695" marR="5080" indent="-319405">
              <a:spcBef>
                <a:spcPts val="700"/>
              </a:spcBef>
              <a:buClr>
                <a:srgbClr val="DD8046"/>
              </a:buClr>
              <a:buSzPct val="60000"/>
              <a:buFont typeface="Wingdings" panose="05000000000000000000"/>
              <a:buChar char=""/>
              <a:tabLst>
                <a:tab pos="862330" algn="l"/>
              </a:tabLst>
            </a:pPr>
            <a:r>
              <a:rPr sz="2900" u="sng" spc="-5" dirty="0">
                <a:latin typeface="Tw Cen MT" panose="020B0602020104020603"/>
                <a:cs typeface="Tw Cen MT" panose="020B0602020104020603"/>
              </a:rPr>
              <a:t>A</a:t>
            </a:r>
            <a:r>
              <a:rPr sz="2900" u="sng" spc="-10" dirty="0">
                <a:latin typeface="Tw Cen MT" panose="020B0602020104020603"/>
                <a:cs typeface="Tw Cen MT" panose="020B0602020104020603"/>
              </a:rPr>
              <a:t>pp</a:t>
            </a:r>
            <a:r>
              <a:rPr sz="2900" u="sng" spc="-5" dirty="0">
                <a:latin typeface="Tw Cen MT" panose="020B0602020104020603"/>
                <a:cs typeface="Tw Cen MT" panose="020B0602020104020603"/>
              </a:rPr>
              <a:t>li</a:t>
            </a:r>
            <a:r>
              <a:rPr sz="2900" u="sng" spc="-10" dirty="0">
                <a:latin typeface="Tw Cen MT" panose="020B0602020104020603"/>
                <a:cs typeface="Tw Cen MT" panose="020B0602020104020603"/>
              </a:rPr>
              <a:t>ca</a:t>
            </a:r>
            <a:r>
              <a:rPr sz="2900" u="sng" spc="-5" dirty="0">
                <a:latin typeface="Tw Cen MT" panose="020B0602020104020603"/>
                <a:cs typeface="Tw Cen MT" panose="020B0602020104020603"/>
              </a:rPr>
              <a:t>tion</a:t>
            </a:r>
            <a:r>
              <a:rPr sz="2900" u="sng" dirty="0">
                <a:latin typeface="Tw Cen MT" panose="020B0602020104020603"/>
                <a:cs typeface="Tw Cen MT" panose="020B0602020104020603"/>
              </a:rPr>
              <a:t> </a:t>
            </a:r>
            <a:r>
              <a:rPr sz="2900" u="sng" spc="-5">
                <a:latin typeface="Tw Cen MT" panose="020B0602020104020603"/>
                <a:cs typeface="Tw Cen MT" panose="020B0602020104020603"/>
              </a:rPr>
              <a:t>Vi</a:t>
            </a:r>
            <a:r>
              <a:rPr sz="2900" u="sng" spc="50">
                <a:latin typeface="Tw Cen MT" panose="020B0602020104020603"/>
                <a:cs typeface="Tw Cen MT" panose="020B0602020104020603"/>
              </a:rPr>
              <a:t>r</a:t>
            </a:r>
            <a:r>
              <a:rPr sz="2900" u="sng" spc="-5">
                <a:latin typeface="Tw Cen MT" panose="020B0602020104020603"/>
                <a:cs typeface="Tw Cen MT" panose="020B0602020104020603"/>
              </a:rPr>
              <a:t>tu</a:t>
            </a:r>
            <a:r>
              <a:rPr sz="2900" u="sng" spc="-10">
                <a:latin typeface="Tw Cen MT" panose="020B0602020104020603"/>
                <a:cs typeface="Tw Cen MT" panose="020B0602020104020603"/>
              </a:rPr>
              <a:t>a</a:t>
            </a:r>
            <a:r>
              <a:rPr sz="2900" u="sng" spc="-5">
                <a:latin typeface="Tw Cen MT" panose="020B0602020104020603"/>
                <a:cs typeface="Tw Cen MT" panose="020B0602020104020603"/>
              </a:rPr>
              <a:t>liz</a:t>
            </a:r>
            <a:r>
              <a:rPr sz="2900" u="sng" spc="-10">
                <a:latin typeface="Tw Cen MT" panose="020B0602020104020603"/>
                <a:cs typeface="Tw Cen MT" panose="020B0602020104020603"/>
              </a:rPr>
              <a:t>a</a:t>
            </a:r>
            <a:r>
              <a:rPr sz="2900" u="sng" spc="-5">
                <a:latin typeface="Tw Cen MT" panose="020B0602020104020603"/>
                <a:cs typeface="Tw Cen MT" panose="020B0602020104020603"/>
              </a:rPr>
              <a:t>tion</a:t>
            </a:r>
            <a:r>
              <a:rPr sz="2900" u="sng">
                <a:latin typeface="Tw Cen MT" panose="020B0602020104020603"/>
                <a:cs typeface="Tw Cen MT" panose="020B0602020104020603"/>
              </a:rPr>
              <a:t> –</a:t>
            </a:r>
            <a:endParaRPr lang="en-US" sz="2900" u="sng" dirty="0">
              <a:latin typeface="Tw Cen MT" panose="020B0602020104020603"/>
              <a:cs typeface="Tw Cen MT" panose="020B0602020104020603"/>
            </a:endParaRPr>
          </a:p>
          <a:p>
            <a:pPr marL="861695" marR="5080" indent="-319405">
              <a:spcBef>
                <a:spcPts val="700"/>
              </a:spcBef>
              <a:buClr>
                <a:srgbClr val="DD8046"/>
              </a:buClr>
              <a:buSzPct val="60000"/>
              <a:tabLst>
                <a:tab pos="862330" algn="l"/>
              </a:tabLst>
            </a:pPr>
            <a:r>
              <a:rPr lang="en-US" sz="2900" spc="-5" dirty="0">
                <a:latin typeface="Tw Cen MT" panose="020B0602020104020603"/>
                <a:cs typeface="Tw Cen MT" panose="020B0602020104020603"/>
              </a:rPr>
              <a:t>				</a:t>
            </a:r>
            <a:r>
              <a:rPr sz="2900" spc="-5">
                <a:latin typeface="Tw Cen MT" panose="020B0602020104020603"/>
                <a:cs typeface="Tw Cen MT" panose="020B0602020104020603"/>
              </a:rPr>
              <a:t>hosting </a:t>
            </a:r>
            <a:r>
              <a:rPr sz="2900" spc="-5" dirty="0">
                <a:latin typeface="Tw Cen MT" panose="020B0602020104020603"/>
                <a:cs typeface="Tw Cen MT" panose="020B0602020104020603"/>
              </a:rPr>
              <a:t>in</a:t>
            </a:r>
            <a:r>
              <a:rPr sz="2900" spc="-10" dirty="0">
                <a:latin typeface="Tw Cen MT" panose="020B0602020104020603"/>
                <a:cs typeface="Tw Cen MT" panose="020B0602020104020603"/>
              </a:rPr>
              <a:t>d</a:t>
            </a:r>
            <a:r>
              <a:rPr sz="2900" spc="-5" dirty="0">
                <a:latin typeface="Tw Cen MT" panose="020B0602020104020603"/>
                <a:cs typeface="Tw Cen MT" panose="020B0602020104020603"/>
              </a:rPr>
              <a:t>ivi</a:t>
            </a:r>
            <a:r>
              <a:rPr sz="2900" spc="-10" dirty="0">
                <a:latin typeface="Tw Cen MT" panose="020B0602020104020603"/>
                <a:cs typeface="Tw Cen MT" panose="020B0602020104020603"/>
              </a:rPr>
              <a:t>d</a:t>
            </a:r>
            <a:r>
              <a:rPr sz="2900" spc="-5" dirty="0">
                <a:latin typeface="Tw Cen MT" panose="020B0602020104020603"/>
                <a:cs typeface="Tw Cen MT" panose="020B0602020104020603"/>
              </a:rPr>
              <a:t>u</a:t>
            </a:r>
            <a:r>
              <a:rPr sz="2900" spc="-10" dirty="0">
                <a:latin typeface="Tw Cen MT" panose="020B0602020104020603"/>
                <a:cs typeface="Tw Cen MT" panose="020B0602020104020603"/>
              </a:rPr>
              <a:t>a</a:t>
            </a:r>
            <a:r>
              <a:rPr sz="2900" dirty="0">
                <a:latin typeface="Tw Cen MT" panose="020B0602020104020603"/>
                <a:cs typeface="Tw Cen MT" panose="020B0602020104020603"/>
              </a:rPr>
              <a:t>l </a:t>
            </a:r>
            <a:r>
              <a:rPr sz="2900" spc="-10" dirty="0">
                <a:latin typeface="Tw Cen MT" panose="020B0602020104020603"/>
                <a:cs typeface="Tw Cen MT" panose="020B0602020104020603"/>
              </a:rPr>
              <a:t>app</a:t>
            </a:r>
            <a:r>
              <a:rPr sz="2900" spc="-5" dirty="0">
                <a:latin typeface="Tw Cen MT" panose="020B0602020104020603"/>
                <a:cs typeface="Tw Cen MT" panose="020B0602020104020603"/>
              </a:rPr>
              <a:t>li</a:t>
            </a:r>
            <a:r>
              <a:rPr sz="2900" spc="-10" dirty="0">
                <a:latin typeface="Tw Cen MT" panose="020B0602020104020603"/>
                <a:cs typeface="Tw Cen MT" panose="020B0602020104020603"/>
              </a:rPr>
              <a:t>ca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s</a:t>
            </a:r>
            <a:r>
              <a:rPr sz="2900" spc="-5" dirty="0">
                <a:latin typeface="Tw Cen MT" panose="020B0602020104020603"/>
                <a:cs typeface="Tw Cen MT" panose="020B0602020104020603"/>
              </a:rPr>
              <a:t> in</a:t>
            </a:r>
            <a:r>
              <a:rPr sz="2900" dirty="0">
                <a:latin typeface="Tw Cen MT" panose="020B0602020104020603"/>
                <a:cs typeface="Tw Cen MT" panose="020B0602020104020603"/>
              </a:rPr>
              <a:t> a</a:t>
            </a:r>
            <a:r>
              <a:rPr sz="2900" spc="-5" dirty="0">
                <a:latin typeface="Tw Cen MT" panose="020B0602020104020603"/>
                <a:cs typeface="Tw Cen MT" panose="020B0602020104020603"/>
              </a:rPr>
              <a:t> vi</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tu</a:t>
            </a:r>
            <a:r>
              <a:rPr sz="2900" spc="-10" dirty="0">
                <a:latin typeface="Tw Cen MT" panose="020B0602020104020603"/>
                <a:cs typeface="Tw Cen MT" panose="020B0602020104020603"/>
              </a:rPr>
              <a:t>a</a:t>
            </a:r>
            <a:r>
              <a:rPr sz="2900" dirty="0">
                <a:latin typeface="Tw Cen MT" panose="020B0602020104020603"/>
                <a:cs typeface="Tw Cen MT" panose="020B0602020104020603"/>
              </a:rPr>
              <a:t>l</a:t>
            </a:r>
            <a:r>
              <a:rPr sz="2900" spc="-5" dirty="0">
                <a:latin typeface="Tw Cen MT" panose="020B0602020104020603"/>
                <a:cs typeface="Tw Cen MT" panose="020B0602020104020603"/>
              </a:rPr>
              <a:t> envi</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on</a:t>
            </a:r>
            <a:r>
              <a:rPr sz="2900" dirty="0">
                <a:latin typeface="Tw Cen MT" panose="020B0602020104020603"/>
                <a:cs typeface="Tw Cen MT" panose="020B0602020104020603"/>
              </a:rPr>
              <a:t>m</a:t>
            </a:r>
            <a:r>
              <a:rPr sz="2900" spc="-5" dirty="0">
                <a:latin typeface="Tw Cen MT" panose="020B0602020104020603"/>
                <a:cs typeface="Tw Cen MT" panose="020B0602020104020603"/>
              </a:rPr>
              <a:t>ent</a:t>
            </a:r>
            <a:r>
              <a:rPr sz="2900" dirty="0">
                <a:latin typeface="Tw Cen MT" panose="020B0602020104020603"/>
                <a:cs typeface="Tw Cen MT" panose="020B0602020104020603"/>
              </a:rPr>
              <a:t> </a:t>
            </a:r>
            <a:r>
              <a:rPr sz="2900" spc="-5" dirty="0">
                <a:latin typeface="Tw Cen MT" panose="020B0602020104020603"/>
                <a:cs typeface="Tw Cen MT" panose="020B0602020104020603"/>
              </a:rPr>
              <a:t>se</a:t>
            </a:r>
            <a:r>
              <a:rPr sz="2900" spc="-10" dirty="0">
                <a:latin typeface="Tw Cen MT" panose="020B0602020104020603"/>
                <a:cs typeface="Tw Cen MT" panose="020B0602020104020603"/>
              </a:rPr>
              <a:t>pa</a:t>
            </a:r>
            <a:r>
              <a:rPr sz="2900" spc="-35" dirty="0">
                <a:latin typeface="Tw Cen MT" panose="020B0602020104020603"/>
                <a:cs typeface="Tw Cen MT" panose="020B0602020104020603"/>
              </a:rPr>
              <a:t>r</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a:t>
            </a:r>
            <a:r>
              <a:rPr sz="2900" dirty="0">
                <a:latin typeface="Tw Cen MT" panose="020B0602020104020603"/>
                <a:cs typeface="Tw Cen MT" panose="020B0602020104020603"/>
              </a:rPr>
              <a:t>e</a:t>
            </a:r>
            <a:r>
              <a:rPr sz="2900" spc="-5" dirty="0">
                <a:latin typeface="Tw Cen MT" panose="020B0602020104020603"/>
                <a:cs typeface="Tw Cen MT" panose="020B0602020104020603"/>
              </a:rPr>
              <a:t> f</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a:t>
            </a:r>
            <a:r>
              <a:rPr sz="2900" dirty="0">
                <a:latin typeface="Tw Cen MT" panose="020B0602020104020603"/>
                <a:cs typeface="Tw Cen MT" panose="020B0602020104020603"/>
              </a:rPr>
              <a:t>m </a:t>
            </a:r>
            <a:r>
              <a:rPr sz="2900" spc="-5" dirty="0">
                <a:latin typeface="Tw Cen MT" panose="020B0602020104020603"/>
                <a:cs typeface="Tw Cen MT" panose="020B0602020104020603"/>
              </a:rPr>
              <a:t>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n</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a:t>
            </a:r>
            <a:r>
              <a:rPr sz="2900" spc="-65" dirty="0">
                <a:latin typeface="Tw Cen MT" panose="020B0602020104020603"/>
                <a:cs typeface="Tw Cen MT" panose="020B0602020104020603"/>
              </a:rPr>
              <a:t>v</a:t>
            </a:r>
            <a:r>
              <a:rPr sz="2900" dirty="0">
                <a:latin typeface="Tw Cen MT" panose="020B0602020104020603"/>
                <a:cs typeface="Tw Cen MT" panose="020B0602020104020603"/>
              </a:rPr>
              <a:t>e</a:t>
            </a:r>
            <a:r>
              <a:rPr sz="2900" spc="-5" dirty="0">
                <a:latin typeface="Tw Cen MT" panose="020B0602020104020603"/>
                <a:cs typeface="Tw Cen MT" panose="020B0602020104020603"/>
              </a:rPr>
              <a:t> O</a:t>
            </a:r>
            <a:r>
              <a:rPr sz="2900" dirty="0">
                <a:latin typeface="Tw Cen MT" panose="020B0602020104020603"/>
                <a:cs typeface="Tw Cen MT" panose="020B0602020104020603"/>
              </a:rPr>
              <a:t>S</a:t>
            </a:r>
            <a:endParaRPr sz="2900">
              <a:latin typeface="Tw Cen MT" panose="020B0602020104020603"/>
              <a:cs typeface="Tw Cen MT" panose="020B0602020104020603"/>
            </a:endParaRPr>
          </a:p>
          <a:p>
            <a:pPr marL="861695" marR="281305" indent="-319405">
              <a:spcBef>
                <a:spcPts val="700"/>
              </a:spcBef>
              <a:buClr>
                <a:srgbClr val="DD8046"/>
              </a:buClr>
              <a:buSzPct val="60000"/>
              <a:buFont typeface="Wingdings" panose="05000000000000000000"/>
              <a:buChar char=""/>
              <a:tabLst>
                <a:tab pos="862330" algn="l"/>
              </a:tabLst>
            </a:pPr>
            <a:r>
              <a:rPr sz="2900" u="sng" spc="-5" dirty="0">
                <a:latin typeface="Tw Cen MT" panose="020B0602020104020603"/>
                <a:cs typeface="Tw Cen MT" panose="020B0602020104020603"/>
              </a:rPr>
              <a:t>Se</a:t>
            </a:r>
            <a:r>
              <a:rPr sz="2900" u="sng" spc="110" dirty="0">
                <a:latin typeface="Tw Cen MT" panose="020B0602020104020603"/>
                <a:cs typeface="Tw Cen MT" panose="020B0602020104020603"/>
              </a:rPr>
              <a:t>r</a:t>
            </a:r>
            <a:r>
              <a:rPr sz="2900" u="sng" spc="-5" dirty="0">
                <a:latin typeface="Tw Cen MT" panose="020B0602020104020603"/>
                <a:cs typeface="Tw Cen MT" panose="020B0602020104020603"/>
              </a:rPr>
              <a:t>vi</a:t>
            </a:r>
            <a:r>
              <a:rPr sz="2900" u="sng" spc="-10" dirty="0">
                <a:latin typeface="Tw Cen MT" panose="020B0602020104020603"/>
                <a:cs typeface="Tw Cen MT" panose="020B0602020104020603"/>
              </a:rPr>
              <a:t>c</a:t>
            </a:r>
            <a:r>
              <a:rPr sz="2900" u="sng" dirty="0">
                <a:latin typeface="Tw Cen MT" panose="020B0602020104020603"/>
                <a:cs typeface="Tw Cen MT" panose="020B0602020104020603"/>
              </a:rPr>
              <a:t>e</a:t>
            </a:r>
            <a:r>
              <a:rPr sz="2900" u="sng" spc="-5" dirty="0">
                <a:latin typeface="Tw Cen MT" panose="020B0602020104020603"/>
                <a:cs typeface="Tw Cen MT" panose="020B0602020104020603"/>
              </a:rPr>
              <a:t> Vi</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tu</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liz</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tion</a:t>
            </a:r>
            <a:r>
              <a:rPr sz="2900" u="sng" dirty="0">
                <a:latin typeface="Tw Cen MT" panose="020B0602020104020603"/>
                <a:cs typeface="Tw Cen MT" panose="020B0602020104020603"/>
              </a:rPr>
              <a:t> </a:t>
            </a:r>
            <a:r>
              <a:rPr sz="2900" u="sng">
                <a:latin typeface="Tw Cen MT" panose="020B0602020104020603"/>
                <a:cs typeface="Tw Cen MT" panose="020B0602020104020603"/>
              </a:rPr>
              <a:t>–</a:t>
            </a:r>
            <a:r>
              <a:rPr sz="2900" u="sng" spc="-5">
                <a:latin typeface="Tw Cen MT" panose="020B0602020104020603"/>
                <a:cs typeface="Tw Cen MT" panose="020B0602020104020603"/>
              </a:rPr>
              <a:t> </a:t>
            </a:r>
            <a:endParaRPr lang="en-US" sz="2900" u="sng" spc="-5" dirty="0">
              <a:latin typeface="Tw Cen MT" panose="020B0602020104020603"/>
              <a:cs typeface="Tw Cen MT" panose="020B0602020104020603"/>
            </a:endParaRPr>
          </a:p>
          <a:p>
            <a:pPr marL="861695" marR="281305" indent="-319405">
              <a:spcBef>
                <a:spcPts val="700"/>
              </a:spcBef>
              <a:buClr>
                <a:srgbClr val="DD8046"/>
              </a:buClr>
              <a:buSzPct val="60000"/>
              <a:tabLst>
                <a:tab pos="862330" algn="l"/>
              </a:tabLst>
            </a:pPr>
            <a:r>
              <a:rPr lang="en-US" sz="2900" spc="-5" dirty="0">
                <a:latin typeface="Tw Cen MT" panose="020B0602020104020603"/>
                <a:cs typeface="Tw Cen MT" panose="020B0602020104020603"/>
              </a:rPr>
              <a:t>				</a:t>
            </a:r>
            <a:r>
              <a:rPr sz="2900" spc="-5">
                <a:latin typeface="Tw Cen MT" panose="020B0602020104020603"/>
                <a:cs typeface="Tw Cen MT" panose="020B0602020104020603"/>
              </a:rPr>
              <a:t>hosting s</a:t>
            </a:r>
            <a:r>
              <a:rPr sz="2900" spc="-10">
                <a:latin typeface="Tw Cen MT" panose="020B0602020104020603"/>
                <a:cs typeface="Tw Cen MT" panose="020B0602020104020603"/>
              </a:rPr>
              <a:t>p</a:t>
            </a:r>
            <a:r>
              <a:rPr sz="2900" spc="-5">
                <a:latin typeface="Tw Cen MT" panose="020B0602020104020603"/>
                <a:cs typeface="Tw Cen MT" panose="020B0602020104020603"/>
              </a:rPr>
              <a:t>e</a:t>
            </a:r>
            <a:r>
              <a:rPr sz="2900" spc="-10">
                <a:latin typeface="Tw Cen MT" panose="020B0602020104020603"/>
                <a:cs typeface="Tw Cen MT" panose="020B0602020104020603"/>
              </a:rPr>
              <a:t>c</a:t>
            </a:r>
            <a:r>
              <a:rPr sz="2900" spc="-5">
                <a:latin typeface="Tw Cen MT" panose="020B0602020104020603"/>
                <a:cs typeface="Tw Cen MT" panose="020B0602020104020603"/>
              </a:rPr>
              <a:t>ific </a:t>
            </a:r>
            <a:r>
              <a:rPr lang="en-US" sz="2900" spc="-5" dirty="0">
                <a:latin typeface="Tw Cen MT" panose="020B0602020104020603"/>
                <a:cs typeface="Tw Cen MT" panose="020B0602020104020603"/>
              </a:rPr>
              <a:t> </a:t>
            </a:r>
            <a:r>
              <a:rPr sz="2900" spc="-5">
                <a:latin typeface="Tw Cen MT" panose="020B0602020104020603"/>
                <a:cs typeface="Tw Cen MT" panose="020B0602020104020603"/>
              </a:rPr>
              <a:t>se</a:t>
            </a:r>
            <a:r>
              <a:rPr sz="2900" spc="110">
                <a:latin typeface="Tw Cen MT" panose="020B0602020104020603"/>
                <a:cs typeface="Tw Cen MT" panose="020B0602020104020603"/>
              </a:rPr>
              <a:t>r</a:t>
            </a:r>
            <a:r>
              <a:rPr sz="2900" spc="-5">
                <a:latin typeface="Tw Cen MT" panose="020B0602020104020603"/>
                <a:cs typeface="Tw Cen MT" panose="020B0602020104020603"/>
              </a:rPr>
              <a:t>vi</a:t>
            </a:r>
            <a:r>
              <a:rPr sz="2900" spc="-10">
                <a:latin typeface="Tw Cen MT" panose="020B0602020104020603"/>
                <a:cs typeface="Tw Cen MT" panose="020B0602020104020603"/>
              </a:rPr>
              <a:t>c</a:t>
            </a:r>
            <a:r>
              <a:rPr sz="2900" spc="-5">
                <a:latin typeface="Tw Cen MT" panose="020B0602020104020603"/>
                <a:cs typeface="Tw Cen MT" panose="020B0602020104020603"/>
              </a:rPr>
              <a:t>e</a:t>
            </a:r>
            <a:r>
              <a:rPr sz="2900">
                <a:latin typeface="Tw Cen MT" panose="020B0602020104020603"/>
                <a:cs typeface="Tw Cen MT" panose="020B0602020104020603"/>
              </a:rPr>
              <a:t>s</a:t>
            </a:r>
            <a:r>
              <a:rPr sz="2900" spc="-5">
                <a:latin typeface="Tw Cen MT" panose="020B0602020104020603"/>
                <a:cs typeface="Tw Cen MT" panose="020B0602020104020603"/>
              </a:rPr>
              <a:t> </a:t>
            </a:r>
            <a:r>
              <a:rPr sz="2900" spc="-5" dirty="0">
                <a:latin typeface="Tw Cen MT" panose="020B0602020104020603"/>
                <a:cs typeface="Tw Cen MT" panose="020B0602020104020603"/>
              </a:rPr>
              <a:t>rel</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ted 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a:t>
            </a:r>
            <a:r>
              <a:rPr sz="2900" dirty="0">
                <a:latin typeface="Tw Cen MT" panose="020B0602020104020603"/>
                <a:cs typeface="Tw Cen MT" panose="020B0602020104020603"/>
              </a:rPr>
              <a:t>a</a:t>
            </a:r>
            <a:r>
              <a:rPr sz="2900" spc="-5" dirty="0">
                <a:latin typeface="Tw Cen MT" panose="020B0602020104020603"/>
                <a:cs typeface="Tw Cen MT" panose="020B0602020104020603"/>
              </a:rPr>
              <a:t> </a:t>
            </a:r>
            <a:r>
              <a:rPr sz="2900" spc="-5">
                <a:latin typeface="Tw Cen MT" panose="020B0602020104020603"/>
                <a:cs typeface="Tw Cen MT" panose="020B0602020104020603"/>
              </a:rPr>
              <a:t>pa</a:t>
            </a:r>
            <a:r>
              <a:rPr sz="2900" spc="50">
                <a:latin typeface="Tw Cen MT" panose="020B0602020104020603"/>
                <a:cs typeface="Tw Cen MT" panose="020B0602020104020603"/>
              </a:rPr>
              <a:t>r</a:t>
            </a:r>
            <a:r>
              <a:rPr sz="2900" spc="-5">
                <a:latin typeface="Tw Cen MT" panose="020B0602020104020603"/>
                <a:cs typeface="Tw Cen MT" panose="020B0602020104020603"/>
              </a:rPr>
              <a:t>ti</a:t>
            </a:r>
            <a:r>
              <a:rPr sz="2900" spc="-10">
                <a:latin typeface="Tw Cen MT" panose="020B0602020104020603"/>
                <a:cs typeface="Tw Cen MT" panose="020B0602020104020603"/>
              </a:rPr>
              <a:t>c</a:t>
            </a:r>
            <a:r>
              <a:rPr sz="2900" spc="-5">
                <a:latin typeface="Tw Cen MT" panose="020B0602020104020603"/>
                <a:cs typeface="Tw Cen MT" panose="020B0602020104020603"/>
              </a:rPr>
              <a:t>ul</a:t>
            </a:r>
            <a:r>
              <a:rPr sz="2900" spc="-10">
                <a:latin typeface="Tw Cen MT" panose="020B0602020104020603"/>
                <a:cs typeface="Tw Cen MT" panose="020B0602020104020603"/>
              </a:rPr>
              <a:t>a</a:t>
            </a:r>
            <a:r>
              <a:rPr sz="2900">
                <a:latin typeface="Tw Cen MT" panose="020B0602020104020603"/>
                <a:cs typeface="Tw Cen MT" panose="020B0602020104020603"/>
              </a:rPr>
              <a:t>r</a:t>
            </a:r>
            <a:r>
              <a:rPr sz="2900" spc="-5">
                <a:latin typeface="Tw Cen MT" panose="020B0602020104020603"/>
                <a:cs typeface="Tw Cen MT" panose="020B0602020104020603"/>
              </a:rPr>
              <a:t> appli</a:t>
            </a:r>
            <a:r>
              <a:rPr sz="2900" spc="-10">
                <a:latin typeface="Tw Cen MT" panose="020B0602020104020603"/>
                <a:cs typeface="Tw Cen MT" panose="020B0602020104020603"/>
              </a:rPr>
              <a:t>ca</a:t>
            </a:r>
            <a:r>
              <a:rPr sz="2900" spc="-5">
                <a:latin typeface="Tw Cen MT" panose="020B0602020104020603"/>
                <a:cs typeface="Tw Cen MT" panose="020B0602020104020603"/>
              </a:rPr>
              <a:t>tion</a:t>
            </a:r>
            <a:r>
              <a:rPr lang="en-US" sz="2900" spc="-5" dirty="0">
                <a:latin typeface="Tw Cen MT" panose="020B0602020104020603"/>
                <a:cs typeface="Tw Cen MT" panose="020B0602020104020603"/>
              </a:rPr>
              <a:t>.</a:t>
            </a:r>
            <a:endParaRPr sz="2900">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5080201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565275">
              <a:lnSpc>
                <a:spcPct val="100000"/>
              </a:lnSpc>
            </a:pPr>
            <a:r>
              <a:rPr spc="-5" dirty="0"/>
              <a:t>M</a:t>
            </a:r>
            <a:r>
              <a:rPr dirty="0"/>
              <a:t>e</a:t>
            </a:r>
            <a:r>
              <a:rPr spc="-5" dirty="0"/>
              <a:t>mo</a:t>
            </a:r>
            <a:r>
              <a:rPr spc="75" dirty="0"/>
              <a:t>r</a:t>
            </a:r>
            <a:r>
              <a:rPr spc="-5" dirty="0"/>
              <a:t>y</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1896745" y="1676576"/>
            <a:ext cx="8154542" cy="1692275"/>
          </a:xfrm>
          <a:prstGeom prst="rect">
            <a:avLst/>
          </a:prstGeom>
        </p:spPr>
        <p:txBody>
          <a:bodyPr vert="horz" wrap="square" lIns="0" tIns="0" rIns="0" bIns="0" rtlCol="0">
            <a:spAutoFit/>
          </a:bodyPr>
          <a:lstStyle/>
          <a:p>
            <a:pPr marL="12700" marR="5080" algn="just">
              <a:buFont typeface="Arial" panose="020B0604020202020204" pitchFamily="34" charset="0"/>
              <a:buChar char="•"/>
            </a:pPr>
            <a:r>
              <a:rPr sz="2200" spc="260" dirty="0">
                <a:latin typeface="Tw Cen MT" panose="020B0602020104020603"/>
                <a:cs typeface="Tw Cen MT" panose="020B0602020104020603"/>
              </a:rPr>
              <a:t>P</a:t>
            </a:r>
            <a:r>
              <a:rPr sz="2200" spc="200" dirty="0">
                <a:latin typeface="Tw Cen MT" panose="020B0602020104020603"/>
                <a:cs typeface="Tw Cen MT" panose="020B0602020104020603"/>
              </a:rPr>
              <a:t>h</a:t>
            </a:r>
            <a:r>
              <a:rPr sz="2200" spc="260" dirty="0">
                <a:latin typeface="Tw Cen MT" panose="020B0602020104020603"/>
                <a:cs typeface="Tw Cen MT" panose="020B0602020104020603"/>
              </a:rPr>
              <a:t>ysi</a:t>
            </a:r>
            <a:r>
              <a:rPr sz="2200" spc="250" dirty="0">
                <a:latin typeface="Tw Cen MT" panose="020B0602020104020603"/>
                <a:cs typeface="Tw Cen MT" panose="020B0602020104020603"/>
              </a:rPr>
              <a:t>ca</a:t>
            </a:r>
            <a:r>
              <a:rPr sz="2200" dirty="0">
                <a:latin typeface="Tw Cen MT" panose="020B0602020104020603"/>
                <a:cs typeface="Tw Cen MT" panose="020B0602020104020603"/>
              </a:rPr>
              <a:t>l </a:t>
            </a:r>
            <a:r>
              <a:rPr sz="2200" spc="-275" dirty="0">
                <a:latin typeface="Tw Cen MT" panose="020B0602020104020603"/>
                <a:cs typeface="Tw Cen MT" panose="020B0602020104020603"/>
              </a:rPr>
              <a:t> </a:t>
            </a:r>
            <a:r>
              <a:rPr sz="2200" spc="265" dirty="0">
                <a:latin typeface="Tw Cen MT" panose="020B0602020104020603"/>
                <a:cs typeface="Tw Cen MT" panose="020B0602020104020603"/>
              </a:rPr>
              <a:t>m</a:t>
            </a:r>
            <a:r>
              <a:rPr sz="2200" spc="260" dirty="0">
                <a:latin typeface="Tw Cen MT" panose="020B0602020104020603"/>
                <a:cs typeface="Tw Cen MT" panose="020B0602020104020603"/>
              </a:rPr>
              <a:t>e</a:t>
            </a:r>
            <a:r>
              <a:rPr sz="2200" spc="265" dirty="0">
                <a:latin typeface="Tw Cen MT" panose="020B0602020104020603"/>
                <a:cs typeface="Tw Cen MT" panose="020B0602020104020603"/>
              </a:rPr>
              <a:t>m</a:t>
            </a:r>
            <a:r>
              <a:rPr sz="2200" spc="260" dirty="0">
                <a:latin typeface="Tw Cen MT" panose="020B0602020104020603"/>
                <a:cs typeface="Tw Cen MT" panose="020B0602020104020603"/>
              </a:rPr>
              <a:t>or</a:t>
            </a:r>
            <a:r>
              <a:rPr sz="2200" dirty="0">
                <a:latin typeface="Tw Cen MT" panose="020B0602020104020603"/>
                <a:cs typeface="Tw Cen MT" panose="020B0602020104020603"/>
              </a:rPr>
              <a:t>y </a:t>
            </a:r>
            <a:r>
              <a:rPr sz="2200" spc="-275" dirty="0">
                <a:latin typeface="Tw Cen MT" panose="020B0602020104020603"/>
                <a:cs typeface="Tw Cen MT" panose="020B0602020104020603"/>
              </a:rPr>
              <a:t> </a:t>
            </a:r>
            <a:r>
              <a:rPr sz="2200" spc="260" dirty="0">
                <a:latin typeface="Tw Cen MT" panose="020B0602020104020603"/>
                <a:cs typeface="Tw Cen MT" panose="020B0602020104020603"/>
              </a:rPr>
              <a:t>a</a:t>
            </a:r>
            <a:r>
              <a:rPr sz="2200" spc="250" dirty="0">
                <a:latin typeface="Tw Cen MT" panose="020B0602020104020603"/>
                <a:cs typeface="Tw Cen MT" panose="020B0602020104020603"/>
              </a:rPr>
              <a:t>c</a:t>
            </a:r>
            <a:r>
              <a:rPr sz="2200" spc="200" dirty="0">
                <a:latin typeface="Tw Cen MT" panose="020B0602020104020603"/>
                <a:cs typeface="Tw Cen MT" panose="020B0602020104020603"/>
              </a:rPr>
              <a:t>r</a:t>
            </a:r>
            <a:r>
              <a:rPr sz="2200" spc="260" dirty="0">
                <a:latin typeface="Tw Cen MT" panose="020B0602020104020603"/>
                <a:cs typeface="Tw Cen MT" panose="020B0602020104020603"/>
              </a:rPr>
              <a:t>os</a:t>
            </a:r>
            <a:r>
              <a:rPr sz="2200" dirty="0">
                <a:latin typeface="Tw Cen MT" panose="020B0602020104020603"/>
                <a:cs typeface="Tw Cen MT" panose="020B0602020104020603"/>
              </a:rPr>
              <a:t>s </a:t>
            </a:r>
            <a:r>
              <a:rPr sz="2200" spc="-270" dirty="0">
                <a:latin typeface="Tw Cen MT" panose="020B0602020104020603"/>
                <a:cs typeface="Tw Cen MT" panose="020B0602020104020603"/>
              </a:rPr>
              <a:t> </a:t>
            </a:r>
            <a:r>
              <a:rPr sz="2200" spc="265" dirty="0">
                <a:latin typeface="Tw Cen MT" panose="020B0602020104020603"/>
                <a:cs typeface="Tw Cen MT" panose="020B0602020104020603"/>
              </a:rPr>
              <a:t>differe</a:t>
            </a:r>
            <a:r>
              <a:rPr sz="2200" spc="260" dirty="0">
                <a:latin typeface="Tw Cen MT" panose="020B0602020104020603"/>
                <a:cs typeface="Tw Cen MT" panose="020B0602020104020603"/>
              </a:rPr>
              <a:t>n</a:t>
            </a:r>
            <a:r>
              <a:rPr sz="2200" spc="-5" dirty="0">
                <a:latin typeface="Tw Cen MT" panose="020B0602020104020603"/>
                <a:cs typeface="Tw Cen MT" panose="020B0602020104020603"/>
              </a:rPr>
              <a:t>t</a:t>
            </a:r>
            <a:r>
              <a:rPr sz="2200" dirty="0">
                <a:latin typeface="Tw Cen MT" panose="020B0602020104020603"/>
                <a:cs typeface="Tw Cen MT" panose="020B0602020104020603"/>
              </a:rPr>
              <a:t> </a:t>
            </a:r>
            <a:r>
              <a:rPr sz="2200" spc="-265" dirty="0">
                <a:latin typeface="Tw Cen MT" panose="020B0602020104020603"/>
                <a:cs typeface="Tw Cen MT" panose="020B0602020104020603"/>
              </a:rPr>
              <a:t> </a:t>
            </a:r>
            <a:r>
              <a:rPr sz="2200" spc="265" dirty="0">
                <a:latin typeface="Tw Cen MT" panose="020B0602020104020603"/>
                <a:cs typeface="Tw Cen MT" panose="020B0602020104020603"/>
              </a:rPr>
              <a:t>se</a:t>
            </a:r>
            <a:r>
              <a:rPr sz="2200" dirty="0">
                <a:latin typeface="Tw Cen MT" panose="020B0602020104020603"/>
                <a:cs typeface="Tw Cen MT" panose="020B0602020104020603"/>
              </a:rPr>
              <a:t>r</a:t>
            </a:r>
            <a:r>
              <a:rPr sz="2200" spc="-420" dirty="0">
                <a:latin typeface="Tw Cen MT" panose="020B0602020104020603"/>
                <a:cs typeface="Tw Cen MT" panose="020B0602020104020603"/>
              </a:rPr>
              <a:t> </a:t>
            </a:r>
            <a:r>
              <a:rPr sz="2200" spc="200" dirty="0">
                <a:latin typeface="Tw Cen MT" panose="020B0602020104020603"/>
                <a:cs typeface="Tw Cen MT" panose="020B0602020104020603"/>
              </a:rPr>
              <a:t>v</a:t>
            </a:r>
            <a:r>
              <a:rPr sz="2200" spc="265" dirty="0">
                <a:latin typeface="Tw Cen MT" panose="020B0602020104020603"/>
                <a:cs typeface="Tw Cen MT" panose="020B0602020104020603"/>
              </a:rPr>
              <a:t>er</a:t>
            </a:r>
            <a:r>
              <a:rPr sz="2200" dirty="0">
                <a:latin typeface="Tw Cen MT" panose="020B0602020104020603"/>
                <a:cs typeface="Tw Cen MT" panose="020B0602020104020603"/>
              </a:rPr>
              <a:t>s </a:t>
            </a:r>
            <a:r>
              <a:rPr sz="2200" spc="-265" dirty="0">
                <a:latin typeface="Tw Cen MT" panose="020B0602020104020603"/>
                <a:cs typeface="Tw Cen MT" panose="020B0602020104020603"/>
              </a:rPr>
              <a:t> </a:t>
            </a:r>
            <a:r>
              <a:rPr sz="2200" dirty="0">
                <a:latin typeface="Tw Cen MT" panose="020B0602020104020603"/>
                <a:cs typeface="Tw Cen MT" panose="020B0602020104020603"/>
              </a:rPr>
              <a:t>i</a:t>
            </a:r>
            <a:r>
              <a:rPr sz="2200" spc="-535" dirty="0">
                <a:latin typeface="Tw Cen MT" panose="020B0602020104020603"/>
                <a:cs typeface="Tw Cen MT" panose="020B0602020104020603"/>
              </a:rPr>
              <a:t> </a:t>
            </a:r>
            <a:r>
              <a:rPr sz="2200" dirty="0">
                <a:latin typeface="Tw Cen MT" panose="020B0602020104020603"/>
                <a:cs typeface="Tw Cen MT" panose="020B0602020104020603"/>
              </a:rPr>
              <a:t>s </a:t>
            </a:r>
            <a:r>
              <a:rPr sz="2200" spc="25" dirty="0">
                <a:solidFill>
                  <a:srgbClr val="FF0000"/>
                </a:solidFill>
                <a:latin typeface="Tw Cen MT" panose="020B0602020104020603"/>
                <a:cs typeface="Tw Cen MT" panose="020B0602020104020603"/>
              </a:rPr>
              <a:t>agg</a:t>
            </a:r>
            <a:r>
              <a:rPr sz="2200" spc="30" dirty="0">
                <a:solidFill>
                  <a:srgbClr val="FF0000"/>
                </a:solidFill>
                <a:latin typeface="Tw Cen MT" panose="020B0602020104020603"/>
                <a:cs typeface="Tw Cen MT" panose="020B0602020104020603"/>
              </a:rPr>
              <a:t>re</a:t>
            </a:r>
            <a:r>
              <a:rPr sz="2200" spc="-35" dirty="0">
                <a:solidFill>
                  <a:srgbClr val="FF0000"/>
                </a:solidFill>
                <a:latin typeface="Tw Cen MT" panose="020B0602020104020603"/>
                <a:cs typeface="Tw Cen MT" panose="020B0602020104020603"/>
              </a:rPr>
              <a:t>g</a:t>
            </a:r>
            <a:r>
              <a:rPr sz="2200" spc="25" dirty="0">
                <a:solidFill>
                  <a:srgbClr val="FF0000"/>
                </a:solidFill>
                <a:latin typeface="Tw Cen MT" panose="020B0602020104020603"/>
                <a:cs typeface="Tw Cen MT" panose="020B0602020104020603"/>
              </a:rPr>
              <a:t>at</a:t>
            </a:r>
            <a:r>
              <a:rPr sz="2200" spc="30" dirty="0">
                <a:solidFill>
                  <a:srgbClr val="FF0000"/>
                </a:solidFill>
                <a:latin typeface="Tw Cen MT" panose="020B0602020104020603"/>
                <a:cs typeface="Tw Cen MT" panose="020B0602020104020603"/>
              </a:rPr>
              <a:t>e</a:t>
            </a:r>
            <a:r>
              <a:rPr sz="2200" spc="-5" dirty="0">
                <a:solidFill>
                  <a:srgbClr val="FF0000"/>
                </a:solidFill>
                <a:latin typeface="Tw Cen MT" panose="020B0602020104020603"/>
                <a:cs typeface="Tw Cen MT" panose="020B0602020104020603"/>
              </a:rPr>
              <a:t>d</a:t>
            </a:r>
            <a:r>
              <a:rPr sz="2200" spc="65" dirty="0">
                <a:latin typeface="Tw Cen MT" panose="020B0602020104020603"/>
                <a:cs typeface="Tw Cen MT" panose="020B0602020104020603"/>
              </a:rPr>
              <a:t> </a:t>
            </a:r>
            <a:r>
              <a:rPr sz="2200" spc="30" dirty="0">
                <a:latin typeface="Tw Cen MT" panose="020B0602020104020603"/>
                <a:cs typeface="Tw Cen MT" panose="020B0602020104020603"/>
              </a:rPr>
              <a:t>i</a:t>
            </a:r>
            <a:r>
              <a:rPr sz="2200" spc="25" dirty="0">
                <a:latin typeface="Tw Cen MT" panose="020B0602020104020603"/>
                <a:cs typeface="Tw Cen MT" panose="020B0602020104020603"/>
              </a:rPr>
              <a:t>nt</a:t>
            </a:r>
            <a:r>
              <a:rPr sz="2200" dirty="0">
                <a:latin typeface="Tw Cen MT" panose="020B0602020104020603"/>
                <a:cs typeface="Tw Cen MT" panose="020B0602020104020603"/>
              </a:rPr>
              <a:t>o</a:t>
            </a:r>
            <a:r>
              <a:rPr sz="2200" spc="65" dirty="0">
                <a:latin typeface="Tw Cen MT" panose="020B0602020104020603"/>
                <a:cs typeface="Tw Cen MT" panose="020B0602020104020603"/>
              </a:rPr>
              <a:t> </a:t>
            </a:r>
            <a:r>
              <a:rPr sz="2200" dirty="0">
                <a:latin typeface="Tw Cen MT" panose="020B0602020104020603"/>
                <a:cs typeface="Tw Cen MT" panose="020B0602020104020603"/>
              </a:rPr>
              <a:t>a</a:t>
            </a:r>
            <a:r>
              <a:rPr sz="2200" spc="70" dirty="0">
                <a:latin typeface="Tw Cen MT" panose="020B0602020104020603"/>
                <a:cs typeface="Tw Cen MT" panose="020B0602020104020603"/>
              </a:rPr>
              <a:t> </a:t>
            </a:r>
            <a:r>
              <a:rPr sz="2200" spc="35" dirty="0">
                <a:solidFill>
                  <a:srgbClr val="00B050"/>
                </a:solidFill>
                <a:latin typeface="Tw Cen MT" panose="020B0602020104020603"/>
                <a:cs typeface="Tw Cen MT" panose="020B0602020104020603"/>
              </a:rPr>
              <a:t>si</a:t>
            </a:r>
            <a:r>
              <a:rPr sz="2200" spc="30" dirty="0">
                <a:solidFill>
                  <a:srgbClr val="00B050"/>
                </a:solidFill>
                <a:latin typeface="Tw Cen MT" panose="020B0602020104020603"/>
                <a:cs typeface="Tw Cen MT" panose="020B0602020104020603"/>
              </a:rPr>
              <a:t>n</a:t>
            </a:r>
            <a:r>
              <a:rPr sz="2200" spc="25" dirty="0">
                <a:solidFill>
                  <a:srgbClr val="00B050"/>
                </a:solidFill>
                <a:latin typeface="Tw Cen MT" panose="020B0602020104020603"/>
                <a:cs typeface="Tw Cen MT" panose="020B0602020104020603"/>
              </a:rPr>
              <a:t>g</a:t>
            </a:r>
            <a:r>
              <a:rPr sz="2200" spc="35" dirty="0">
                <a:solidFill>
                  <a:srgbClr val="00B050"/>
                </a:solidFill>
                <a:latin typeface="Tw Cen MT" panose="020B0602020104020603"/>
                <a:cs typeface="Tw Cen MT" panose="020B0602020104020603"/>
              </a:rPr>
              <a:t>l</a:t>
            </a:r>
            <a:r>
              <a:rPr sz="2200" dirty="0">
                <a:solidFill>
                  <a:srgbClr val="00B050"/>
                </a:solidFill>
                <a:latin typeface="Tw Cen MT" panose="020B0602020104020603"/>
                <a:cs typeface="Tw Cen MT" panose="020B0602020104020603"/>
              </a:rPr>
              <a:t>e</a:t>
            </a:r>
            <a:r>
              <a:rPr sz="2200" spc="75" dirty="0">
                <a:solidFill>
                  <a:srgbClr val="00B050"/>
                </a:solidFill>
                <a:latin typeface="Tw Cen MT" panose="020B0602020104020603"/>
                <a:cs typeface="Tw Cen MT" panose="020B0602020104020603"/>
              </a:rPr>
              <a:t> </a:t>
            </a:r>
            <a:r>
              <a:rPr sz="2200" spc="30" dirty="0">
                <a:solidFill>
                  <a:srgbClr val="00B050"/>
                </a:solidFill>
                <a:latin typeface="Tw Cen MT" panose="020B0602020104020603"/>
                <a:cs typeface="Tw Cen MT" panose="020B0602020104020603"/>
              </a:rPr>
              <a:t>v</a:t>
            </a:r>
            <a:r>
              <a:rPr sz="2200" spc="35" dirty="0">
                <a:solidFill>
                  <a:srgbClr val="00B050"/>
                </a:solidFill>
                <a:latin typeface="Tw Cen MT" panose="020B0602020104020603"/>
                <a:cs typeface="Tw Cen MT" panose="020B0602020104020603"/>
              </a:rPr>
              <a:t>i</a:t>
            </a:r>
            <a:r>
              <a:rPr sz="2200" spc="90" dirty="0">
                <a:solidFill>
                  <a:srgbClr val="00B050"/>
                </a:solidFill>
                <a:latin typeface="Tw Cen MT" panose="020B0602020104020603"/>
                <a:cs typeface="Tw Cen MT" panose="020B0602020104020603"/>
              </a:rPr>
              <a:t>r</a:t>
            </a:r>
            <a:r>
              <a:rPr sz="2200" spc="30" dirty="0">
                <a:solidFill>
                  <a:srgbClr val="00B050"/>
                </a:solidFill>
                <a:latin typeface="Tw Cen MT" panose="020B0602020104020603"/>
                <a:cs typeface="Tw Cen MT" panose="020B0602020104020603"/>
              </a:rPr>
              <a:t>tu</a:t>
            </a:r>
            <a:r>
              <a:rPr sz="2200" spc="25" dirty="0">
                <a:solidFill>
                  <a:srgbClr val="00B050"/>
                </a:solidFill>
                <a:latin typeface="Tw Cen MT" panose="020B0602020104020603"/>
                <a:cs typeface="Tw Cen MT" panose="020B0602020104020603"/>
              </a:rPr>
              <a:t>a</a:t>
            </a:r>
            <a:r>
              <a:rPr sz="2200" spc="35" dirty="0">
                <a:solidFill>
                  <a:srgbClr val="00B050"/>
                </a:solidFill>
                <a:latin typeface="Tw Cen MT" panose="020B0602020104020603"/>
                <a:cs typeface="Tw Cen MT" panose="020B0602020104020603"/>
              </a:rPr>
              <a:t>li</a:t>
            </a:r>
            <a:r>
              <a:rPr sz="2200" spc="30" dirty="0">
                <a:solidFill>
                  <a:srgbClr val="00B050"/>
                </a:solidFill>
                <a:latin typeface="Tw Cen MT" panose="020B0602020104020603"/>
                <a:cs typeface="Tw Cen MT" panose="020B0602020104020603"/>
              </a:rPr>
              <a:t>z</a:t>
            </a:r>
            <a:r>
              <a:rPr sz="2200" spc="35" dirty="0">
                <a:solidFill>
                  <a:srgbClr val="00B050"/>
                </a:solidFill>
                <a:latin typeface="Tw Cen MT" panose="020B0602020104020603"/>
                <a:cs typeface="Tw Cen MT" panose="020B0602020104020603"/>
              </a:rPr>
              <a:t>e</a:t>
            </a:r>
            <a:r>
              <a:rPr sz="2200" spc="-5" dirty="0">
                <a:solidFill>
                  <a:srgbClr val="00B050"/>
                </a:solidFill>
                <a:latin typeface="Tw Cen MT" panose="020B0602020104020603"/>
                <a:cs typeface="Tw Cen MT" panose="020B0602020104020603"/>
              </a:rPr>
              <a:t>d</a:t>
            </a:r>
            <a:r>
              <a:rPr sz="2200" spc="75" dirty="0">
                <a:solidFill>
                  <a:srgbClr val="00B050"/>
                </a:solidFill>
                <a:latin typeface="Tw Cen MT" panose="020B0602020104020603"/>
                <a:cs typeface="Tw Cen MT" panose="020B0602020104020603"/>
              </a:rPr>
              <a:t> </a:t>
            </a:r>
            <a:r>
              <a:rPr sz="2200" spc="40" dirty="0">
                <a:solidFill>
                  <a:srgbClr val="00B050"/>
                </a:solidFill>
                <a:latin typeface="Tw Cen MT" panose="020B0602020104020603"/>
                <a:cs typeface="Tw Cen MT" panose="020B0602020104020603"/>
              </a:rPr>
              <a:t>m</a:t>
            </a:r>
            <a:r>
              <a:rPr sz="2200" spc="35" dirty="0">
                <a:solidFill>
                  <a:srgbClr val="00B050"/>
                </a:solidFill>
                <a:latin typeface="Tw Cen MT" panose="020B0602020104020603"/>
                <a:cs typeface="Tw Cen MT" panose="020B0602020104020603"/>
              </a:rPr>
              <a:t>e</a:t>
            </a:r>
            <a:r>
              <a:rPr sz="2200" spc="40" dirty="0">
                <a:solidFill>
                  <a:srgbClr val="00B050"/>
                </a:solidFill>
                <a:latin typeface="Tw Cen MT" panose="020B0602020104020603"/>
                <a:cs typeface="Tw Cen MT" panose="020B0602020104020603"/>
              </a:rPr>
              <a:t>m</a:t>
            </a:r>
            <a:r>
              <a:rPr sz="2200" spc="35" dirty="0">
                <a:solidFill>
                  <a:srgbClr val="00B050"/>
                </a:solidFill>
                <a:latin typeface="Tw Cen MT" panose="020B0602020104020603"/>
                <a:cs typeface="Tw Cen MT" panose="020B0602020104020603"/>
              </a:rPr>
              <a:t>or</a:t>
            </a:r>
            <a:r>
              <a:rPr sz="2200" dirty="0">
                <a:solidFill>
                  <a:srgbClr val="00B050"/>
                </a:solidFill>
                <a:latin typeface="Tw Cen MT" panose="020B0602020104020603"/>
                <a:cs typeface="Tw Cen MT" panose="020B0602020104020603"/>
              </a:rPr>
              <a:t>y</a:t>
            </a:r>
            <a:r>
              <a:rPr sz="2200" spc="75" dirty="0">
                <a:solidFill>
                  <a:srgbClr val="00B050"/>
                </a:solidFill>
                <a:latin typeface="Tw Cen MT" panose="020B0602020104020603"/>
                <a:cs typeface="Tw Cen MT" panose="020B0602020104020603"/>
              </a:rPr>
              <a:t> </a:t>
            </a:r>
            <a:r>
              <a:rPr sz="2200" spc="35">
                <a:solidFill>
                  <a:srgbClr val="00B050"/>
                </a:solidFill>
                <a:latin typeface="Tw Cen MT" panose="020B0602020104020603"/>
                <a:cs typeface="Tw Cen MT" panose="020B0602020104020603"/>
              </a:rPr>
              <a:t>pool</a:t>
            </a:r>
            <a:r>
              <a:rPr sz="2200">
                <a:solidFill>
                  <a:srgbClr val="00B050"/>
                </a:solidFill>
                <a:latin typeface="Tw Cen MT" panose="020B0602020104020603"/>
                <a:cs typeface="Tw Cen MT" panose="020B0602020104020603"/>
              </a:rPr>
              <a:t>.</a:t>
            </a:r>
            <a:endParaRPr lang="en-US" sz="2200" dirty="0">
              <a:solidFill>
                <a:srgbClr val="00B050"/>
              </a:solidFill>
              <a:latin typeface="Tw Cen MT" panose="020B0602020104020603"/>
              <a:cs typeface="Tw Cen MT" panose="020B0602020104020603"/>
            </a:endParaRPr>
          </a:p>
          <a:p>
            <a:pPr marL="12700" marR="5080" algn="just">
              <a:buFont typeface="Arial" panose="020B0604020202020204" pitchFamily="34" charset="0"/>
              <a:buChar char="•"/>
            </a:pPr>
            <a:r>
              <a:rPr sz="2200" spc="75">
                <a:latin typeface="Tw Cen MT" panose="020B0602020104020603"/>
                <a:cs typeface="Tw Cen MT" panose="020B0602020104020603"/>
              </a:rPr>
              <a:t>I</a:t>
            </a:r>
            <a:r>
              <a:rPr sz="2200" spc="-5">
                <a:latin typeface="Tw Cen MT" panose="020B0602020104020603"/>
                <a:cs typeface="Tw Cen MT" panose="020B0602020104020603"/>
              </a:rPr>
              <a:t>t</a:t>
            </a:r>
            <a:r>
              <a:rPr sz="2200" spc="160">
                <a:latin typeface="Tw Cen MT" panose="020B0602020104020603"/>
                <a:cs typeface="Tw Cen MT" panose="020B0602020104020603"/>
              </a:rPr>
              <a:t> </a:t>
            </a:r>
            <a:r>
              <a:rPr sz="2200" spc="75" dirty="0">
                <a:latin typeface="Tw Cen MT" panose="020B0602020104020603"/>
                <a:cs typeface="Tw Cen MT" panose="020B0602020104020603"/>
              </a:rPr>
              <a:t>p</a:t>
            </a:r>
            <a:r>
              <a:rPr sz="2200" spc="15" dirty="0">
                <a:latin typeface="Tw Cen MT" panose="020B0602020104020603"/>
                <a:cs typeface="Tw Cen MT" panose="020B0602020104020603"/>
              </a:rPr>
              <a:t>r</a:t>
            </a:r>
            <a:r>
              <a:rPr sz="2200" spc="75" dirty="0">
                <a:latin typeface="Tw Cen MT" panose="020B0602020104020603"/>
                <a:cs typeface="Tw Cen MT" panose="020B0602020104020603"/>
              </a:rPr>
              <a:t>ovi</a:t>
            </a:r>
            <a:r>
              <a:rPr sz="2200" spc="70" dirty="0">
                <a:latin typeface="Tw Cen MT" panose="020B0602020104020603"/>
                <a:cs typeface="Tw Cen MT" panose="020B0602020104020603"/>
              </a:rPr>
              <a:t>d</a:t>
            </a:r>
            <a:r>
              <a:rPr sz="2200" spc="75" dirty="0">
                <a:latin typeface="Tw Cen MT" panose="020B0602020104020603"/>
                <a:cs typeface="Tw Cen MT" panose="020B0602020104020603"/>
              </a:rPr>
              <a:t>e</a:t>
            </a:r>
            <a:r>
              <a:rPr sz="2200" dirty="0">
                <a:latin typeface="Tw Cen MT" panose="020B0602020104020603"/>
                <a:cs typeface="Tw Cen MT" panose="020B0602020104020603"/>
              </a:rPr>
              <a:t>s</a:t>
            </a:r>
            <a:r>
              <a:rPr sz="2200" spc="155" dirty="0">
                <a:latin typeface="Tw Cen MT" panose="020B0602020104020603"/>
                <a:cs typeface="Tw Cen MT" panose="020B0602020104020603"/>
              </a:rPr>
              <a:t> </a:t>
            </a:r>
            <a:r>
              <a:rPr sz="2200" spc="75" dirty="0">
                <a:latin typeface="Tw Cen MT" panose="020B0602020104020603"/>
                <a:cs typeface="Tw Cen MT" panose="020B0602020104020603"/>
              </a:rPr>
              <a:t>th</a:t>
            </a:r>
            <a:r>
              <a:rPr sz="2200" dirty="0">
                <a:latin typeface="Tw Cen MT" panose="020B0602020104020603"/>
                <a:cs typeface="Tw Cen MT" panose="020B0602020104020603"/>
              </a:rPr>
              <a:t>e</a:t>
            </a:r>
            <a:r>
              <a:rPr sz="2200" spc="155" dirty="0">
                <a:latin typeface="Tw Cen MT" panose="020B0602020104020603"/>
                <a:cs typeface="Tw Cen MT" panose="020B0602020104020603"/>
              </a:rPr>
              <a:t> </a:t>
            </a:r>
            <a:r>
              <a:rPr sz="2200" spc="80" dirty="0">
                <a:solidFill>
                  <a:srgbClr val="FF0000"/>
                </a:solidFill>
                <a:latin typeface="Tw Cen MT" panose="020B0602020104020603"/>
                <a:cs typeface="Tw Cen MT" panose="020B0602020104020603"/>
              </a:rPr>
              <a:t>be</a:t>
            </a:r>
            <a:r>
              <a:rPr sz="2200" spc="75" dirty="0">
                <a:solidFill>
                  <a:srgbClr val="FF0000"/>
                </a:solidFill>
                <a:latin typeface="Tw Cen MT" panose="020B0602020104020603"/>
                <a:cs typeface="Tw Cen MT" panose="020B0602020104020603"/>
              </a:rPr>
              <a:t>n</a:t>
            </a:r>
            <a:r>
              <a:rPr sz="2200" spc="80" dirty="0">
                <a:solidFill>
                  <a:srgbClr val="FF0000"/>
                </a:solidFill>
                <a:latin typeface="Tw Cen MT" panose="020B0602020104020603"/>
                <a:cs typeface="Tw Cen MT" panose="020B0602020104020603"/>
              </a:rPr>
              <a:t>efi</a:t>
            </a:r>
            <a:r>
              <a:rPr sz="2200" spc="-5" dirty="0">
                <a:solidFill>
                  <a:srgbClr val="FF0000"/>
                </a:solidFill>
                <a:latin typeface="Tw Cen MT" panose="020B0602020104020603"/>
                <a:cs typeface="Tw Cen MT" panose="020B0602020104020603"/>
              </a:rPr>
              <a:t>t</a:t>
            </a:r>
            <a:r>
              <a:rPr sz="2200" spc="170" dirty="0">
                <a:latin typeface="Tw Cen MT" panose="020B0602020104020603"/>
                <a:cs typeface="Tw Cen MT" panose="020B0602020104020603"/>
              </a:rPr>
              <a:t> </a:t>
            </a:r>
            <a:r>
              <a:rPr sz="2200" spc="80" dirty="0">
                <a:latin typeface="Tw Cen MT" panose="020B0602020104020603"/>
                <a:cs typeface="Tw Cen MT" panose="020B0602020104020603"/>
              </a:rPr>
              <a:t>o</a:t>
            </a:r>
            <a:r>
              <a:rPr sz="2200" dirty="0">
                <a:latin typeface="Tw Cen MT" panose="020B0602020104020603"/>
                <a:cs typeface="Tw Cen MT" panose="020B0602020104020603"/>
              </a:rPr>
              <a:t>f</a:t>
            </a:r>
            <a:r>
              <a:rPr sz="2200" spc="250" dirty="0">
                <a:latin typeface="Tw Cen MT" panose="020B0602020104020603"/>
                <a:cs typeface="Tw Cen MT" panose="020B0602020104020603"/>
              </a:rPr>
              <a:t> </a:t>
            </a:r>
            <a:r>
              <a:rPr sz="2200" spc="80" dirty="0">
                <a:latin typeface="Tw Cen MT" panose="020B0602020104020603"/>
                <a:cs typeface="Tw Cen MT" panose="020B0602020104020603"/>
              </a:rPr>
              <a:t>a</a:t>
            </a:r>
            <a:r>
              <a:rPr sz="2200" spc="-5" dirty="0">
                <a:latin typeface="Tw Cen MT" panose="020B0602020104020603"/>
                <a:cs typeface="Tw Cen MT" panose="020B0602020104020603"/>
              </a:rPr>
              <a:t>n</a:t>
            </a:r>
            <a:r>
              <a:rPr sz="2200" spc="170" dirty="0">
                <a:latin typeface="Tw Cen MT" panose="020B0602020104020603"/>
                <a:cs typeface="Tw Cen MT" panose="020B0602020104020603"/>
              </a:rPr>
              <a:t> </a:t>
            </a:r>
            <a:r>
              <a:rPr sz="2200" spc="80" dirty="0">
                <a:solidFill>
                  <a:srgbClr val="00B050"/>
                </a:solidFill>
                <a:latin typeface="Tw Cen MT" panose="020B0602020104020603"/>
                <a:cs typeface="Tw Cen MT" panose="020B0602020104020603"/>
              </a:rPr>
              <a:t>e</a:t>
            </a:r>
            <a:r>
              <a:rPr sz="2200" spc="75" dirty="0">
                <a:solidFill>
                  <a:srgbClr val="00B050"/>
                </a:solidFill>
                <a:latin typeface="Tw Cen MT" panose="020B0602020104020603"/>
                <a:cs typeface="Tw Cen MT" panose="020B0602020104020603"/>
              </a:rPr>
              <a:t>n</a:t>
            </a:r>
            <a:r>
              <a:rPr sz="2200" spc="80" dirty="0">
                <a:solidFill>
                  <a:srgbClr val="00B050"/>
                </a:solidFill>
                <a:latin typeface="Tw Cen MT" panose="020B0602020104020603"/>
                <a:cs typeface="Tw Cen MT" panose="020B0602020104020603"/>
              </a:rPr>
              <a:t>l</a:t>
            </a:r>
            <a:r>
              <a:rPr sz="2200" spc="75" dirty="0">
                <a:solidFill>
                  <a:srgbClr val="00B050"/>
                </a:solidFill>
                <a:latin typeface="Tw Cen MT" panose="020B0602020104020603"/>
                <a:cs typeface="Tw Cen MT" panose="020B0602020104020603"/>
              </a:rPr>
              <a:t>a</a:t>
            </a:r>
            <a:r>
              <a:rPr sz="2200" spc="80" dirty="0">
                <a:solidFill>
                  <a:srgbClr val="00B050"/>
                </a:solidFill>
                <a:latin typeface="Tw Cen MT" panose="020B0602020104020603"/>
                <a:cs typeface="Tw Cen MT" panose="020B0602020104020603"/>
              </a:rPr>
              <a:t>r</a:t>
            </a:r>
            <a:r>
              <a:rPr sz="2200" spc="10" dirty="0">
                <a:solidFill>
                  <a:srgbClr val="00B050"/>
                </a:solidFill>
                <a:latin typeface="Tw Cen MT" panose="020B0602020104020603"/>
                <a:cs typeface="Tw Cen MT" panose="020B0602020104020603"/>
              </a:rPr>
              <a:t>g</a:t>
            </a:r>
            <a:r>
              <a:rPr sz="2200" spc="80" dirty="0">
                <a:solidFill>
                  <a:srgbClr val="00B050"/>
                </a:solidFill>
                <a:latin typeface="Tw Cen MT" panose="020B0602020104020603"/>
                <a:cs typeface="Tw Cen MT" panose="020B0602020104020603"/>
              </a:rPr>
              <a:t>e</a:t>
            </a:r>
            <a:r>
              <a:rPr sz="2200" spc="-5" dirty="0">
                <a:solidFill>
                  <a:srgbClr val="00B050"/>
                </a:solidFill>
                <a:latin typeface="Tw Cen MT" panose="020B0602020104020603"/>
                <a:cs typeface="Tw Cen MT" panose="020B0602020104020603"/>
              </a:rPr>
              <a:t>d</a:t>
            </a:r>
            <a:r>
              <a:rPr sz="2200" spc="165" dirty="0">
                <a:solidFill>
                  <a:srgbClr val="00B050"/>
                </a:solidFill>
                <a:latin typeface="Tw Cen MT" panose="020B0602020104020603"/>
                <a:cs typeface="Tw Cen MT" panose="020B0602020104020603"/>
              </a:rPr>
              <a:t> </a:t>
            </a:r>
            <a:r>
              <a:rPr sz="2200" spc="75" dirty="0">
                <a:solidFill>
                  <a:srgbClr val="00B050"/>
                </a:solidFill>
                <a:latin typeface="Tw Cen MT" panose="020B0602020104020603"/>
                <a:cs typeface="Tw Cen MT" panose="020B0602020104020603"/>
              </a:rPr>
              <a:t>c</a:t>
            </a:r>
            <a:r>
              <a:rPr sz="2200" spc="80" dirty="0">
                <a:solidFill>
                  <a:srgbClr val="00B050"/>
                </a:solidFill>
                <a:latin typeface="Tw Cen MT" panose="020B0602020104020603"/>
                <a:cs typeface="Tw Cen MT" panose="020B0602020104020603"/>
              </a:rPr>
              <a:t>o</a:t>
            </a:r>
            <a:r>
              <a:rPr sz="2200" spc="75" dirty="0">
                <a:solidFill>
                  <a:srgbClr val="00B050"/>
                </a:solidFill>
                <a:latin typeface="Tw Cen MT" panose="020B0602020104020603"/>
                <a:cs typeface="Tw Cen MT" panose="020B0602020104020603"/>
              </a:rPr>
              <a:t>nt</a:t>
            </a:r>
            <a:r>
              <a:rPr sz="2200" spc="80" dirty="0">
                <a:solidFill>
                  <a:srgbClr val="00B050"/>
                </a:solidFill>
                <a:latin typeface="Tw Cen MT" panose="020B0602020104020603"/>
                <a:cs typeface="Tw Cen MT" panose="020B0602020104020603"/>
              </a:rPr>
              <a:t>i</a:t>
            </a:r>
            <a:r>
              <a:rPr sz="2200" spc="75" dirty="0">
                <a:solidFill>
                  <a:srgbClr val="00B050"/>
                </a:solidFill>
                <a:latin typeface="Tw Cen MT" panose="020B0602020104020603"/>
                <a:cs typeface="Tw Cen MT" panose="020B0602020104020603"/>
              </a:rPr>
              <a:t>gu</a:t>
            </a:r>
            <a:r>
              <a:rPr sz="2200" spc="80" dirty="0">
                <a:solidFill>
                  <a:srgbClr val="00B050"/>
                </a:solidFill>
                <a:latin typeface="Tw Cen MT" panose="020B0602020104020603"/>
                <a:cs typeface="Tw Cen MT" panose="020B0602020104020603"/>
              </a:rPr>
              <a:t>o</a:t>
            </a:r>
            <a:r>
              <a:rPr sz="2200" spc="75" dirty="0">
                <a:solidFill>
                  <a:srgbClr val="00B050"/>
                </a:solidFill>
                <a:latin typeface="Tw Cen MT" panose="020B0602020104020603"/>
                <a:cs typeface="Tw Cen MT" panose="020B0602020104020603"/>
              </a:rPr>
              <a:t>u</a:t>
            </a:r>
            <a:r>
              <a:rPr sz="2200" dirty="0">
                <a:solidFill>
                  <a:srgbClr val="00B050"/>
                </a:solidFill>
                <a:latin typeface="Tw Cen MT" panose="020B0602020104020603"/>
                <a:cs typeface="Tw Cen MT" panose="020B0602020104020603"/>
              </a:rPr>
              <a:t>s </a:t>
            </a:r>
            <a:r>
              <a:rPr sz="2200" spc="-40" dirty="0">
                <a:solidFill>
                  <a:srgbClr val="00B050"/>
                </a:solidFill>
                <a:latin typeface="Tw Cen MT" panose="020B0602020104020603"/>
                <a:cs typeface="Tw Cen MT" panose="020B0602020104020603"/>
              </a:rPr>
              <a:t>w</a:t>
            </a:r>
            <a:r>
              <a:rPr sz="2200" spc="15" dirty="0">
                <a:solidFill>
                  <a:srgbClr val="00B050"/>
                </a:solidFill>
                <a:latin typeface="Tw Cen MT" panose="020B0602020104020603"/>
                <a:cs typeface="Tw Cen MT" panose="020B0602020104020603"/>
              </a:rPr>
              <a:t>o</a:t>
            </a:r>
            <a:r>
              <a:rPr sz="2200" spc="70" dirty="0">
                <a:solidFill>
                  <a:srgbClr val="00B050"/>
                </a:solidFill>
                <a:latin typeface="Tw Cen MT" panose="020B0602020104020603"/>
                <a:cs typeface="Tw Cen MT" panose="020B0602020104020603"/>
              </a:rPr>
              <a:t>r</a:t>
            </a:r>
            <a:r>
              <a:rPr sz="2200" spc="10" dirty="0">
                <a:solidFill>
                  <a:srgbClr val="00B050"/>
                </a:solidFill>
                <a:latin typeface="Tw Cen MT" panose="020B0602020104020603"/>
                <a:cs typeface="Tw Cen MT" panose="020B0602020104020603"/>
              </a:rPr>
              <a:t>k</a:t>
            </a:r>
            <a:r>
              <a:rPr sz="2200" spc="15" dirty="0">
                <a:solidFill>
                  <a:srgbClr val="00B050"/>
                </a:solidFill>
                <a:latin typeface="Tw Cen MT" panose="020B0602020104020603"/>
                <a:cs typeface="Tw Cen MT" panose="020B0602020104020603"/>
              </a:rPr>
              <a:t>i</a:t>
            </a:r>
            <a:r>
              <a:rPr sz="2200" spc="10" dirty="0">
                <a:solidFill>
                  <a:srgbClr val="00B050"/>
                </a:solidFill>
                <a:latin typeface="Tw Cen MT" panose="020B0602020104020603"/>
                <a:cs typeface="Tw Cen MT" panose="020B0602020104020603"/>
              </a:rPr>
              <a:t>n</a:t>
            </a:r>
            <a:r>
              <a:rPr sz="2200" spc="-5" dirty="0">
                <a:solidFill>
                  <a:srgbClr val="00B050"/>
                </a:solidFill>
                <a:latin typeface="Tw Cen MT" panose="020B0602020104020603"/>
                <a:cs typeface="Tw Cen MT" panose="020B0602020104020603"/>
              </a:rPr>
              <a:t>g</a:t>
            </a:r>
            <a:r>
              <a:rPr sz="2200" spc="35" dirty="0">
                <a:solidFill>
                  <a:srgbClr val="00B050"/>
                </a:solidFill>
                <a:latin typeface="Tw Cen MT" panose="020B0602020104020603"/>
                <a:cs typeface="Tw Cen MT" panose="020B0602020104020603"/>
              </a:rPr>
              <a:t> </a:t>
            </a:r>
            <a:r>
              <a:rPr sz="2200" spc="20" dirty="0">
                <a:solidFill>
                  <a:srgbClr val="00B050"/>
                </a:solidFill>
                <a:latin typeface="Tw Cen MT" panose="020B0602020104020603"/>
                <a:cs typeface="Tw Cen MT" panose="020B0602020104020603"/>
              </a:rPr>
              <a:t>m</a:t>
            </a:r>
            <a:r>
              <a:rPr sz="2200" spc="15" dirty="0">
                <a:solidFill>
                  <a:srgbClr val="00B050"/>
                </a:solidFill>
                <a:latin typeface="Tw Cen MT" panose="020B0602020104020603"/>
                <a:cs typeface="Tw Cen MT" panose="020B0602020104020603"/>
              </a:rPr>
              <a:t>e</a:t>
            </a:r>
            <a:r>
              <a:rPr sz="2200" spc="20" dirty="0">
                <a:solidFill>
                  <a:srgbClr val="00B050"/>
                </a:solidFill>
                <a:latin typeface="Tw Cen MT" panose="020B0602020104020603"/>
                <a:cs typeface="Tw Cen MT" panose="020B0602020104020603"/>
              </a:rPr>
              <a:t>m</a:t>
            </a:r>
            <a:r>
              <a:rPr sz="2200" spc="15" dirty="0">
                <a:solidFill>
                  <a:srgbClr val="00B050"/>
                </a:solidFill>
                <a:latin typeface="Tw Cen MT" panose="020B0602020104020603"/>
                <a:cs typeface="Tw Cen MT" panose="020B0602020104020603"/>
              </a:rPr>
              <a:t>or</a:t>
            </a:r>
            <a:r>
              <a:rPr sz="2200" spc="-160" dirty="0">
                <a:solidFill>
                  <a:srgbClr val="00B050"/>
                </a:solidFill>
                <a:latin typeface="Tw Cen MT" panose="020B0602020104020603"/>
                <a:cs typeface="Tw Cen MT" panose="020B0602020104020603"/>
              </a:rPr>
              <a:t>y</a:t>
            </a:r>
            <a:r>
              <a:rPr sz="2200">
                <a:solidFill>
                  <a:srgbClr val="00B050"/>
                </a:solidFill>
                <a:latin typeface="Tw Cen MT" panose="020B0602020104020603"/>
                <a:cs typeface="Tw Cen MT" panose="020B0602020104020603"/>
              </a:rPr>
              <a:t>.</a:t>
            </a:r>
            <a:r>
              <a:rPr sz="2200" spc="35">
                <a:solidFill>
                  <a:srgbClr val="00B050"/>
                </a:solidFill>
                <a:latin typeface="Tw Cen MT" panose="020B0602020104020603"/>
                <a:cs typeface="Tw Cen MT" panose="020B0602020104020603"/>
              </a:rPr>
              <a:t> </a:t>
            </a:r>
            <a:endParaRPr lang="en-US" sz="2200" spc="35" dirty="0">
              <a:solidFill>
                <a:srgbClr val="00B050"/>
              </a:solidFill>
              <a:latin typeface="Tw Cen MT" panose="020B0602020104020603"/>
              <a:cs typeface="Tw Cen MT" panose="020B0602020104020603"/>
            </a:endParaRPr>
          </a:p>
          <a:p>
            <a:pPr marL="12700" marR="5080" algn="just">
              <a:buFont typeface="Arial" panose="020B0604020202020204" pitchFamily="34" charset="0"/>
              <a:buChar char="•"/>
            </a:pPr>
            <a:r>
              <a:rPr lang="en-US" sz="2200" dirty="0">
                <a:latin typeface="Tw Cen MT" panose="020B0602020104020603"/>
                <a:cs typeface="Tw Cen MT" panose="020B0602020104020603"/>
              </a:rPr>
              <a:t>For instance</a:t>
            </a:r>
            <a:r>
              <a:rPr sz="2200">
                <a:latin typeface="Tw Cen MT" panose="020B0602020104020603"/>
                <a:cs typeface="Tw Cen MT" panose="020B0602020104020603"/>
              </a:rPr>
              <a:t>,</a:t>
            </a:r>
            <a:r>
              <a:rPr sz="2200" spc="235">
                <a:latin typeface="Tw Cen MT" panose="020B0602020104020603"/>
                <a:cs typeface="Tw Cen MT" panose="020B0602020104020603"/>
              </a:rPr>
              <a:t> </a:t>
            </a:r>
            <a:r>
              <a:rPr sz="2200" spc="114" dirty="0">
                <a:latin typeface="Tw Cen MT" panose="020B0602020104020603"/>
                <a:cs typeface="Tw Cen MT" panose="020B0602020104020603"/>
              </a:rPr>
              <a:t>a</a:t>
            </a:r>
            <a:r>
              <a:rPr sz="2200" dirty="0">
                <a:latin typeface="Tw Cen MT" panose="020B0602020104020603"/>
                <a:cs typeface="Tw Cen MT" panose="020B0602020104020603"/>
              </a:rPr>
              <a:t>s</a:t>
            </a:r>
            <a:r>
              <a:rPr sz="2200" spc="235" dirty="0">
                <a:latin typeface="Tw Cen MT" panose="020B0602020104020603"/>
                <a:cs typeface="Tw Cen MT" panose="020B0602020104020603"/>
              </a:rPr>
              <a:t> </a:t>
            </a:r>
            <a:r>
              <a:rPr sz="2200" spc="114" dirty="0">
                <a:latin typeface="Tw Cen MT" panose="020B0602020104020603"/>
                <a:cs typeface="Tw Cen MT" panose="020B0602020104020603"/>
              </a:rPr>
              <a:t>so</a:t>
            </a:r>
            <a:r>
              <a:rPr sz="2200" spc="120" dirty="0">
                <a:latin typeface="Tw Cen MT" panose="020B0602020104020603"/>
                <a:cs typeface="Tw Cen MT" panose="020B0602020104020603"/>
              </a:rPr>
              <a:t>m</a:t>
            </a:r>
            <a:r>
              <a:rPr sz="2200" dirty="0">
                <a:latin typeface="Tw Cen MT" panose="020B0602020104020603"/>
                <a:cs typeface="Tw Cen MT" panose="020B0602020104020603"/>
              </a:rPr>
              <a:t>e</a:t>
            </a:r>
            <a:r>
              <a:rPr sz="2200" spc="235" dirty="0">
                <a:latin typeface="Tw Cen MT" panose="020B0602020104020603"/>
                <a:cs typeface="Tw Cen MT" panose="020B0602020104020603"/>
              </a:rPr>
              <a:t> </a:t>
            </a:r>
            <a:r>
              <a:rPr sz="2200" spc="114" dirty="0">
                <a:latin typeface="Tw Cen MT" panose="020B0602020104020603"/>
                <a:cs typeface="Tw Cen MT" panose="020B0602020104020603"/>
              </a:rPr>
              <a:t>O</a:t>
            </a:r>
            <a:r>
              <a:rPr sz="2200" dirty="0">
                <a:latin typeface="Tw Cen MT" panose="020B0602020104020603"/>
                <a:cs typeface="Tw Cen MT" panose="020B0602020104020603"/>
              </a:rPr>
              <a:t>S</a:t>
            </a:r>
            <a:r>
              <a:rPr sz="2200" spc="235" dirty="0">
                <a:latin typeface="Tw Cen MT" panose="020B0602020104020603"/>
                <a:cs typeface="Tw Cen MT" panose="020B0602020104020603"/>
              </a:rPr>
              <a:t> </a:t>
            </a:r>
            <a:r>
              <a:rPr sz="2200" spc="114" dirty="0">
                <a:latin typeface="Tw Cen MT" panose="020B0602020104020603"/>
                <a:cs typeface="Tw Cen MT" panose="020B0602020104020603"/>
              </a:rPr>
              <a:t>s</a:t>
            </a:r>
            <a:r>
              <a:rPr sz="2200" spc="120" dirty="0">
                <a:latin typeface="Tw Cen MT" panose="020B0602020104020603"/>
                <a:cs typeface="Tw Cen MT" panose="020B0602020104020603"/>
              </a:rPr>
              <a:t>u</a:t>
            </a:r>
            <a:r>
              <a:rPr sz="2200" spc="225" dirty="0">
                <a:latin typeface="Tw Cen MT" panose="020B0602020104020603"/>
                <a:cs typeface="Tw Cen MT" panose="020B0602020104020603"/>
              </a:rPr>
              <a:t>c</a:t>
            </a:r>
            <a:r>
              <a:rPr sz="2200" spc="-5" dirty="0">
                <a:latin typeface="Tw Cen MT" panose="020B0602020104020603"/>
                <a:cs typeface="Tw Cen MT" panose="020B0602020104020603"/>
              </a:rPr>
              <a:t>h</a:t>
            </a:r>
            <a:r>
              <a:rPr sz="2200" spc="250" dirty="0">
                <a:latin typeface="Tw Cen MT" panose="020B0602020104020603"/>
                <a:cs typeface="Tw Cen MT" panose="020B0602020104020603"/>
              </a:rPr>
              <a:t> </a:t>
            </a:r>
            <a:r>
              <a:rPr sz="2200" spc="120" dirty="0">
                <a:latin typeface="Tw Cen MT" panose="020B0602020104020603"/>
                <a:cs typeface="Tw Cen MT" panose="020B0602020104020603"/>
              </a:rPr>
              <a:t>a</a:t>
            </a:r>
            <a:r>
              <a:rPr sz="2200" dirty="0">
                <a:latin typeface="Tw Cen MT" panose="020B0602020104020603"/>
                <a:cs typeface="Tw Cen MT" panose="020B0602020104020603"/>
              </a:rPr>
              <a:t>s</a:t>
            </a:r>
            <a:r>
              <a:rPr sz="2200" spc="245" dirty="0">
                <a:latin typeface="Tw Cen MT" panose="020B0602020104020603"/>
                <a:cs typeface="Tw Cen MT" panose="020B0602020104020603"/>
              </a:rPr>
              <a:t> </a:t>
            </a:r>
            <a:r>
              <a:rPr sz="2200" spc="120" dirty="0">
                <a:latin typeface="Tw Cen MT" panose="020B0602020104020603"/>
                <a:cs typeface="Tw Cen MT" panose="020B0602020104020603"/>
              </a:rPr>
              <a:t>Mi</a:t>
            </a:r>
            <a:r>
              <a:rPr sz="2200" spc="110" dirty="0">
                <a:latin typeface="Tw Cen MT" panose="020B0602020104020603"/>
                <a:cs typeface="Tw Cen MT" panose="020B0602020104020603"/>
              </a:rPr>
              <a:t>c</a:t>
            </a:r>
            <a:r>
              <a:rPr sz="2200" spc="60" dirty="0">
                <a:latin typeface="Tw Cen MT" panose="020B0602020104020603"/>
                <a:cs typeface="Tw Cen MT" panose="020B0602020104020603"/>
              </a:rPr>
              <a:t>r</a:t>
            </a:r>
            <a:r>
              <a:rPr sz="2200" spc="120" dirty="0">
                <a:latin typeface="Tw Cen MT" panose="020B0602020104020603"/>
                <a:cs typeface="Tw Cen MT" panose="020B0602020104020603"/>
              </a:rPr>
              <a:t>osof</a:t>
            </a:r>
            <a:r>
              <a:rPr sz="2200" spc="-5" dirty="0">
                <a:latin typeface="Tw Cen MT" panose="020B0602020104020603"/>
                <a:cs typeface="Tw Cen MT" panose="020B0602020104020603"/>
              </a:rPr>
              <a:t>t</a:t>
            </a:r>
            <a:r>
              <a:rPr sz="2200" spc="250" dirty="0">
                <a:latin typeface="Tw Cen MT" panose="020B0602020104020603"/>
                <a:cs typeface="Tw Cen MT" panose="020B0602020104020603"/>
              </a:rPr>
              <a:t> </a:t>
            </a:r>
            <a:r>
              <a:rPr sz="2200" spc="120" dirty="0">
                <a:latin typeface="Tw Cen MT" panose="020B0602020104020603"/>
                <a:cs typeface="Tw Cen MT" panose="020B0602020104020603"/>
              </a:rPr>
              <a:t>Win</a:t>
            </a:r>
            <a:r>
              <a:rPr sz="2200" spc="110" dirty="0">
                <a:latin typeface="Tw Cen MT" panose="020B0602020104020603"/>
                <a:cs typeface="Tw Cen MT" panose="020B0602020104020603"/>
              </a:rPr>
              <a:t>d</a:t>
            </a:r>
            <a:r>
              <a:rPr sz="2200" spc="30" dirty="0">
                <a:latin typeface="Tw Cen MT" panose="020B0602020104020603"/>
                <a:cs typeface="Tw Cen MT" panose="020B0602020104020603"/>
              </a:rPr>
              <a:t>o</a:t>
            </a:r>
            <a:r>
              <a:rPr sz="2200" spc="125" dirty="0">
                <a:latin typeface="Tw Cen MT" panose="020B0602020104020603"/>
                <a:cs typeface="Tw Cen MT" panose="020B0602020104020603"/>
              </a:rPr>
              <a:t>w</a:t>
            </a:r>
            <a:r>
              <a:rPr sz="2200" dirty="0">
                <a:latin typeface="Tw Cen MT" panose="020B0602020104020603"/>
                <a:cs typeface="Tw Cen MT" panose="020B0602020104020603"/>
              </a:rPr>
              <a:t>s</a:t>
            </a:r>
            <a:r>
              <a:rPr sz="2200" spc="245" dirty="0">
                <a:latin typeface="Tw Cen MT" panose="020B0602020104020603"/>
                <a:cs typeface="Tw Cen MT" panose="020B0602020104020603"/>
              </a:rPr>
              <a:t> </a:t>
            </a:r>
            <a:r>
              <a:rPr sz="2200" spc="120" dirty="0">
                <a:latin typeface="Tw Cen MT" panose="020B0602020104020603"/>
                <a:cs typeface="Tw Cen MT" panose="020B0602020104020603"/>
              </a:rPr>
              <a:t>O</a:t>
            </a:r>
            <a:r>
              <a:rPr sz="2200" dirty="0">
                <a:latin typeface="Tw Cen MT" panose="020B0602020104020603"/>
                <a:cs typeface="Tw Cen MT" panose="020B0602020104020603"/>
              </a:rPr>
              <a:t>S </a:t>
            </a:r>
            <a:r>
              <a:rPr sz="2200" spc="-10" dirty="0">
                <a:latin typeface="Tw Cen MT" panose="020B0602020104020603"/>
                <a:cs typeface="Tw Cen MT" panose="020B0602020104020603"/>
              </a:rPr>
              <a:t>a</a:t>
            </a:r>
            <a:r>
              <a:rPr sz="2200" spc="-5" dirty="0">
                <a:latin typeface="Tw Cen MT" panose="020B0602020104020603"/>
                <a:cs typeface="Tw Cen MT" panose="020B0602020104020603"/>
              </a:rPr>
              <a:t>ll</a:t>
            </a:r>
            <a:r>
              <a:rPr sz="2200" spc="-95" dirty="0">
                <a:latin typeface="Tw Cen MT" panose="020B0602020104020603"/>
                <a:cs typeface="Tw Cen MT" panose="020B0602020104020603"/>
              </a:rPr>
              <a:t>o</a:t>
            </a:r>
            <a:r>
              <a:rPr sz="2200" dirty="0">
                <a:latin typeface="Tw Cen MT" panose="020B0602020104020603"/>
                <a:cs typeface="Tw Cen MT" panose="020B0602020104020603"/>
              </a:rPr>
              <a:t>ws</a:t>
            </a:r>
            <a:r>
              <a:rPr sz="2200" spc="-5" dirty="0">
                <a:latin typeface="Tw Cen MT" panose="020B0602020104020603"/>
                <a:cs typeface="Tw Cen MT" panose="020B0602020104020603"/>
              </a:rPr>
              <a:t> </a:t>
            </a:r>
            <a:r>
              <a:rPr sz="2200" dirty="0">
                <a:latin typeface="Tw Cen MT" panose="020B0602020104020603"/>
                <a:cs typeface="Tw Cen MT" panose="020B0602020104020603"/>
              </a:rPr>
              <a:t>a</a:t>
            </a:r>
            <a:r>
              <a:rPr sz="2200" spc="-5" dirty="0">
                <a:latin typeface="Tw Cen MT" panose="020B0602020104020603"/>
                <a:cs typeface="Tw Cen MT" panose="020B0602020104020603"/>
              </a:rPr>
              <a:t> po</a:t>
            </a:r>
            <a:r>
              <a:rPr sz="2200" spc="50" dirty="0">
                <a:latin typeface="Tw Cen MT" panose="020B0602020104020603"/>
                <a:cs typeface="Tw Cen MT" panose="020B0602020104020603"/>
              </a:rPr>
              <a:t>r</a:t>
            </a:r>
            <a:r>
              <a:rPr sz="2200" spc="-5" dirty="0">
                <a:latin typeface="Tw Cen MT" panose="020B0602020104020603"/>
                <a:cs typeface="Tw Cen MT" panose="020B0602020104020603"/>
              </a:rPr>
              <a:t>tion</a:t>
            </a:r>
            <a:r>
              <a:rPr sz="2200" dirty="0">
                <a:latin typeface="Tw Cen MT" panose="020B0602020104020603"/>
                <a:cs typeface="Tw Cen MT" panose="020B0602020104020603"/>
              </a:rPr>
              <a:t> </a:t>
            </a:r>
            <a:r>
              <a:rPr sz="2200" spc="-5" dirty="0">
                <a:latin typeface="Tw Cen MT" panose="020B0602020104020603"/>
                <a:cs typeface="Tw Cen MT" panose="020B0602020104020603"/>
              </a:rPr>
              <a:t>o</a:t>
            </a:r>
            <a:r>
              <a:rPr sz="2200" dirty="0">
                <a:latin typeface="Tw Cen MT" panose="020B0602020104020603"/>
                <a:cs typeface="Tw Cen MT" panose="020B0602020104020603"/>
              </a:rPr>
              <a:t>f</a:t>
            </a:r>
            <a:r>
              <a:rPr sz="2200" spc="80" dirty="0">
                <a:latin typeface="Tw Cen MT" panose="020B0602020104020603"/>
                <a:cs typeface="Tw Cen MT" panose="020B0602020104020603"/>
              </a:rPr>
              <a:t> </a:t>
            </a:r>
            <a:r>
              <a:rPr sz="2200" spc="-95" dirty="0">
                <a:latin typeface="Tw Cen MT" panose="020B0602020104020603"/>
                <a:cs typeface="Tw Cen MT" panose="020B0602020104020603"/>
              </a:rPr>
              <a:t>y</a:t>
            </a:r>
            <a:r>
              <a:rPr sz="2200" spc="-5" dirty="0">
                <a:latin typeface="Tw Cen MT" panose="020B0602020104020603"/>
                <a:cs typeface="Tw Cen MT" panose="020B0602020104020603"/>
              </a:rPr>
              <a:t>ou</a:t>
            </a:r>
            <a:r>
              <a:rPr sz="2200" dirty="0">
                <a:latin typeface="Tw Cen MT" panose="020B0602020104020603"/>
                <a:cs typeface="Tw Cen MT" panose="020B0602020104020603"/>
              </a:rPr>
              <a:t>r</a:t>
            </a:r>
            <a:r>
              <a:rPr sz="2200" spc="-5" dirty="0">
                <a:latin typeface="Tw Cen MT" panose="020B0602020104020603"/>
                <a:cs typeface="Tw Cen MT" panose="020B0602020104020603"/>
              </a:rPr>
              <a:t> </a:t>
            </a:r>
            <a:r>
              <a:rPr sz="2200" spc="-5" dirty="0">
                <a:solidFill>
                  <a:srgbClr val="FF0000"/>
                </a:solidFill>
                <a:latin typeface="Tw Cen MT" panose="020B0602020104020603"/>
                <a:cs typeface="Tw Cen MT" panose="020B0602020104020603"/>
              </a:rPr>
              <a:t>sto</a:t>
            </a:r>
            <a:r>
              <a:rPr sz="2200" spc="-35" dirty="0">
                <a:solidFill>
                  <a:srgbClr val="FF0000"/>
                </a:solidFill>
                <a:latin typeface="Tw Cen MT" panose="020B0602020104020603"/>
                <a:cs typeface="Tw Cen MT" panose="020B0602020104020603"/>
              </a:rPr>
              <a:t>r</a:t>
            </a:r>
            <a:r>
              <a:rPr sz="2200" spc="-10" dirty="0">
                <a:solidFill>
                  <a:srgbClr val="FF0000"/>
                </a:solidFill>
                <a:latin typeface="Tw Cen MT" panose="020B0602020104020603"/>
                <a:cs typeface="Tw Cen MT" panose="020B0602020104020603"/>
              </a:rPr>
              <a:t>a</a:t>
            </a:r>
            <a:r>
              <a:rPr sz="2200" spc="-70" dirty="0">
                <a:solidFill>
                  <a:srgbClr val="FF0000"/>
                </a:solidFill>
                <a:latin typeface="Tw Cen MT" panose="020B0602020104020603"/>
                <a:cs typeface="Tw Cen MT" panose="020B0602020104020603"/>
              </a:rPr>
              <a:t>g</a:t>
            </a:r>
            <a:r>
              <a:rPr sz="2200" dirty="0">
                <a:solidFill>
                  <a:srgbClr val="FF0000"/>
                </a:solidFill>
                <a:latin typeface="Tw Cen MT" panose="020B0602020104020603"/>
                <a:cs typeface="Tw Cen MT" panose="020B0602020104020603"/>
              </a:rPr>
              <a:t>e</a:t>
            </a:r>
            <a:r>
              <a:rPr sz="2200" spc="-5" dirty="0">
                <a:solidFill>
                  <a:srgbClr val="FF0000"/>
                </a:solidFill>
                <a:latin typeface="Tw Cen MT" panose="020B0602020104020603"/>
                <a:cs typeface="Tw Cen MT" panose="020B0602020104020603"/>
              </a:rPr>
              <a:t> disk</a:t>
            </a:r>
            <a:r>
              <a:rPr sz="2200" dirty="0">
                <a:solidFill>
                  <a:srgbClr val="FF0000"/>
                </a:solidFill>
                <a:latin typeface="Tw Cen MT" panose="020B0602020104020603"/>
                <a:cs typeface="Tw Cen MT" panose="020B0602020104020603"/>
              </a:rPr>
              <a:t> </a:t>
            </a:r>
            <a:r>
              <a:rPr sz="2200" spc="-5" dirty="0">
                <a:latin typeface="Tw Cen MT" panose="020B0602020104020603"/>
                <a:cs typeface="Tw Cen MT" panose="020B0602020104020603"/>
              </a:rPr>
              <a:t>t</a:t>
            </a:r>
            <a:r>
              <a:rPr sz="2200" dirty="0">
                <a:latin typeface="Tw Cen MT" panose="020B0602020104020603"/>
                <a:cs typeface="Tw Cen MT" panose="020B0602020104020603"/>
              </a:rPr>
              <a:t>o</a:t>
            </a:r>
            <a:r>
              <a:rPr sz="2200" spc="-5" dirty="0">
                <a:latin typeface="Tw Cen MT" panose="020B0602020104020603"/>
                <a:cs typeface="Tw Cen MT" panose="020B0602020104020603"/>
              </a:rPr>
              <a:t> se</a:t>
            </a:r>
            <a:r>
              <a:rPr sz="2200" spc="110" dirty="0">
                <a:latin typeface="Tw Cen MT" panose="020B0602020104020603"/>
                <a:cs typeface="Tw Cen MT" panose="020B0602020104020603"/>
              </a:rPr>
              <a:t>r</a:t>
            </a:r>
            <a:r>
              <a:rPr sz="2200" spc="-65" dirty="0">
                <a:latin typeface="Tw Cen MT" panose="020B0602020104020603"/>
                <a:cs typeface="Tw Cen MT" panose="020B0602020104020603"/>
              </a:rPr>
              <a:t>v</a:t>
            </a:r>
            <a:r>
              <a:rPr sz="2200" dirty="0">
                <a:latin typeface="Tw Cen MT" panose="020B0602020104020603"/>
                <a:cs typeface="Tw Cen MT" panose="020B0602020104020603"/>
              </a:rPr>
              <a:t>e</a:t>
            </a:r>
            <a:r>
              <a:rPr sz="2200" spc="-5" dirty="0">
                <a:latin typeface="Tw Cen MT" panose="020B0602020104020603"/>
                <a:cs typeface="Tw Cen MT" panose="020B0602020104020603"/>
              </a:rPr>
              <a:t> a</a:t>
            </a:r>
            <a:r>
              <a:rPr sz="2200" dirty="0">
                <a:latin typeface="Tw Cen MT" panose="020B0602020104020603"/>
                <a:cs typeface="Tw Cen MT" panose="020B0602020104020603"/>
              </a:rPr>
              <a:t>s</a:t>
            </a:r>
            <a:r>
              <a:rPr sz="2200" spc="-5" dirty="0">
                <a:latin typeface="Tw Cen MT" panose="020B0602020104020603"/>
                <a:cs typeface="Tw Cen MT" panose="020B0602020104020603"/>
              </a:rPr>
              <a:t> an </a:t>
            </a:r>
            <a:r>
              <a:rPr sz="2200" spc="-95" dirty="0">
                <a:solidFill>
                  <a:srgbClr val="FF0000"/>
                </a:solidFill>
                <a:latin typeface="Tw Cen MT" panose="020B0602020104020603"/>
                <a:cs typeface="Tw Cen MT" panose="020B0602020104020603"/>
              </a:rPr>
              <a:t>e</a:t>
            </a:r>
            <a:r>
              <a:rPr sz="2200" spc="-5" dirty="0">
                <a:solidFill>
                  <a:srgbClr val="FF0000"/>
                </a:solidFill>
                <a:latin typeface="Tw Cen MT" panose="020B0602020104020603"/>
                <a:cs typeface="Tw Cen MT" panose="020B0602020104020603"/>
              </a:rPr>
              <a:t>xtension</a:t>
            </a:r>
            <a:r>
              <a:rPr sz="2200" dirty="0">
                <a:solidFill>
                  <a:srgbClr val="FF0000"/>
                </a:solidFill>
                <a:latin typeface="Tw Cen MT" panose="020B0602020104020603"/>
                <a:cs typeface="Tw Cen MT" panose="020B0602020104020603"/>
              </a:rPr>
              <a:t> </a:t>
            </a:r>
            <a:r>
              <a:rPr sz="2200" spc="-5" dirty="0">
                <a:solidFill>
                  <a:srgbClr val="FF0000"/>
                </a:solidFill>
                <a:latin typeface="Tw Cen MT" panose="020B0602020104020603"/>
                <a:cs typeface="Tw Cen MT" panose="020B0602020104020603"/>
              </a:rPr>
              <a:t>o</a:t>
            </a:r>
            <a:r>
              <a:rPr sz="2200" dirty="0">
                <a:solidFill>
                  <a:srgbClr val="FF0000"/>
                </a:solidFill>
                <a:latin typeface="Tw Cen MT" panose="020B0602020104020603"/>
                <a:cs typeface="Tw Cen MT" panose="020B0602020104020603"/>
              </a:rPr>
              <a:t>f</a:t>
            </a:r>
            <a:r>
              <a:rPr sz="2200" spc="80" dirty="0">
                <a:solidFill>
                  <a:srgbClr val="FF0000"/>
                </a:solidFill>
                <a:latin typeface="Tw Cen MT" panose="020B0602020104020603"/>
                <a:cs typeface="Tw Cen MT" panose="020B0602020104020603"/>
              </a:rPr>
              <a:t> </a:t>
            </a:r>
            <a:r>
              <a:rPr sz="2200" spc="-95" dirty="0">
                <a:solidFill>
                  <a:srgbClr val="FF0000"/>
                </a:solidFill>
                <a:latin typeface="Tw Cen MT" panose="020B0602020104020603"/>
                <a:cs typeface="Tw Cen MT" panose="020B0602020104020603"/>
              </a:rPr>
              <a:t>y</a:t>
            </a:r>
            <a:r>
              <a:rPr sz="2200" spc="-5" dirty="0">
                <a:solidFill>
                  <a:srgbClr val="FF0000"/>
                </a:solidFill>
                <a:latin typeface="Tw Cen MT" panose="020B0602020104020603"/>
                <a:cs typeface="Tw Cen MT" panose="020B0602020104020603"/>
              </a:rPr>
              <a:t>ou</a:t>
            </a:r>
            <a:r>
              <a:rPr sz="2200" dirty="0">
                <a:solidFill>
                  <a:srgbClr val="FF0000"/>
                </a:solidFill>
                <a:latin typeface="Tw Cen MT" panose="020B0602020104020603"/>
                <a:cs typeface="Tw Cen MT" panose="020B0602020104020603"/>
              </a:rPr>
              <a:t>r</a:t>
            </a:r>
            <a:r>
              <a:rPr sz="2200" spc="-5" dirty="0">
                <a:solidFill>
                  <a:srgbClr val="FF0000"/>
                </a:solidFill>
                <a:latin typeface="Tw Cen MT" panose="020B0602020104020603"/>
                <a:cs typeface="Tw Cen MT" panose="020B0602020104020603"/>
              </a:rPr>
              <a:t> RAM</a:t>
            </a:r>
            <a:r>
              <a:rPr sz="2200" dirty="0">
                <a:solidFill>
                  <a:srgbClr val="FF0000"/>
                </a:solidFill>
                <a:latin typeface="Tw Cen MT" panose="020B0602020104020603"/>
                <a:cs typeface="Tw Cen MT" panose="020B0602020104020603"/>
              </a:rPr>
              <a:t>.</a:t>
            </a:r>
            <a:endParaRPr sz="2200">
              <a:solidFill>
                <a:srgbClr val="FF0000"/>
              </a:solidFill>
              <a:latin typeface="Tw Cen MT" panose="020B0602020104020603"/>
              <a:cs typeface="Tw Cen MT" panose="020B0602020104020603"/>
            </a:endParaRPr>
          </a:p>
        </p:txBody>
      </p:sp>
      <p:sp>
        <p:nvSpPr>
          <p:cNvPr id="4" name="object 4"/>
          <p:cNvSpPr txBox="1"/>
          <p:nvPr/>
        </p:nvSpPr>
        <p:spPr>
          <a:xfrm>
            <a:off x="1685289" y="1289496"/>
            <a:ext cx="211454" cy="184666"/>
          </a:xfrm>
          <a:prstGeom prst="rect">
            <a:avLst/>
          </a:prstGeom>
        </p:spPr>
        <p:txBody>
          <a:bodyPr vert="horz" wrap="square" lIns="0" tIns="0" rIns="0" bIns="0" rtlCol="0">
            <a:spAutoFit/>
          </a:bodyPr>
          <a:lstStyle/>
          <a:p>
            <a:pPr marL="12700"/>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7</a:t>
            </a:r>
            <a:endParaRPr sz="1200">
              <a:latin typeface="Comic Sans MS" panose="030F0702030302020204"/>
              <a:cs typeface="Comic Sans MS" panose="030F0702030302020204"/>
            </a:endParaRPr>
          </a:p>
        </p:txBody>
      </p:sp>
      <p:sp>
        <p:nvSpPr>
          <p:cNvPr id="5" name="object 5"/>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pic>
        <p:nvPicPr>
          <p:cNvPr id="6" name="Content Placeholder 5"/>
          <p:cNvPicPr>
            <a:picLocks noGrp="1" noChangeAspect="1"/>
          </p:cNvPicPr>
          <p:nvPr>
            <p:ph sz="half" idx="2"/>
          </p:nvPr>
        </p:nvPicPr>
        <p:blipFill>
          <a:blip r:embed="rId2"/>
          <a:stretch>
            <a:fillRect/>
          </a:stretch>
        </p:blipFill>
        <p:spPr>
          <a:xfrm>
            <a:off x="2133600" y="3632836"/>
            <a:ext cx="8028940" cy="3095625"/>
          </a:xfrm>
          <a:prstGeom prst="rect">
            <a:avLst/>
          </a:prstGeom>
        </p:spPr>
      </p:pic>
    </p:spTree>
    <p:extLst>
      <p:ext uri="{BB962C8B-B14F-4D97-AF65-F5344CB8AC3E}">
        <p14:creationId xmlns:p14="http://schemas.microsoft.com/office/powerpoint/2010/main" val="40229379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365760">
              <a:lnSpc>
                <a:spcPct val="100000"/>
              </a:lnSpc>
            </a:pPr>
            <a:r>
              <a:rPr spc="-5" dirty="0"/>
              <a:t>M</a:t>
            </a:r>
            <a:r>
              <a:rPr dirty="0"/>
              <a:t>e</a:t>
            </a:r>
            <a:r>
              <a:rPr spc="-5" dirty="0"/>
              <a:t>mo</a:t>
            </a:r>
            <a:r>
              <a:rPr spc="75" dirty="0"/>
              <a:t>r</a:t>
            </a:r>
            <a:r>
              <a:rPr spc="-5" dirty="0"/>
              <a:t>y</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r>
              <a:rPr spc="70" dirty="0">
                <a:latin typeface="Times New Roman" panose="02020603050405020304"/>
                <a:cs typeface="Times New Roman" panose="02020603050405020304"/>
              </a:rPr>
              <a:t> </a:t>
            </a:r>
            <a:r>
              <a:rPr spc="-5" dirty="0"/>
              <a:t>Subtyp</a:t>
            </a:r>
            <a:r>
              <a:rPr dirty="0"/>
              <a:t>e</a:t>
            </a:r>
            <a:r>
              <a:rPr spc="-5" dirty="0"/>
              <a:t>s</a:t>
            </a:r>
          </a:p>
        </p:txBody>
      </p:sp>
      <p:sp>
        <p:nvSpPr>
          <p:cNvPr id="3" name="object 3"/>
          <p:cNvSpPr txBox="1"/>
          <p:nvPr/>
        </p:nvSpPr>
        <p:spPr>
          <a:xfrm>
            <a:off x="1602739" y="1289497"/>
            <a:ext cx="8882380" cy="1246495"/>
          </a:xfrm>
          <a:prstGeom prst="rect">
            <a:avLst/>
          </a:prstGeom>
        </p:spPr>
        <p:txBody>
          <a:bodyPr vert="horz" wrap="square" lIns="0" tIns="0" rIns="0" bIns="0" rtlCol="0">
            <a:spAutoFit/>
          </a:bodyPr>
          <a:lstStyle/>
          <a:p>
            <a:pPr marL="94615"/>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8</a:t>
            </a:r>
            <a:endParaRPr sz="1200">
              <a:latin typeface="Comic Sans MS" panose="030F0702030302020204"/>
              <a:cs typeface="Comic Sans MS" panose="030F0702030302020204"/>
            </a:endParaRPr>
          </a:p>
          <a:p>
            <a:endParaRPr sz="1100">
              <a:latin typeface="Times New Roman" panose="02020603050405020304"/>
              <a:cs typeface="Times New Roman" panose="02020603050405020304"/>
            </a:endParaRPr>
          </a:p>
          <a:p>
            <a:pPr marL="332105" marR="5080" indent="-319405">
              <a:buClr>
                <a:srgbClr val="DD8046"/>
              </a:buClr>
              <a:buSzPct val="60000"/>
              <a:buFont typeface="Wingdings" panose="05000000000000000000"/>
              <a:buChar char=""/>
              <a:tabLst>
                <a:tab pos="332105" algn="l"/>
              </a:tabLst>
            </a:pPr>
            <a:r>
              <a:rPr sz="2900" u="sng" spc="-5" dirty="0">
                <a:latin typeface="Tw Cen MT" panose="020B0602020104020603"/>
                <a:cs typeface="Tw Cen MT" panose="020B0602020104020603"/>
              </a:rPr>
              <a:t>A</a:t>
            </a:r>
            <a:r>
              <a:rPr sz="2900" u="sng" spc="-10" dirty="0">
                <a:latin typeface="Tw Cen MT" panose="020B0602020104020603"/>
                <a:cs typeface="Tw Cen MT" panose="020B0602020104020603"/>
              </a:rPr>
              <a:t>pp</a:t>
            </a:r>
            <a:r>
              <a:rPr sz="2900" u="sng" spc="-5" dirty="0">
                <a:latin typeface="Tw Cen MT" panose="020B0602020104020603"/>
                <a:cs typeface="Tw Cen MT" panose="020B0602020104020603"/>
              </a:rPr>
              <a:t>li</a:t>
            </a:r>
            <a:r>
              <a:rPr sz="2900" u="sng" spc="-10" dirty="0">
                <a:latin typeface="Tw Cen MT" panose="020B0602020104020603"/>
                <a:cs typeface="Tw Cen MT" panose="020B0602020104020603"/>
              </a:rPr>
              <a:t>ca</a:t>
            </a:r>
            <a:r>
              <a:rPr sz="2900" u="sng" spc="-5" dirty="0">
                <a:latin typeface="Tw Cen MT" panose="020B0602020104020603"/>
                <a:cs typeface="Tw Cen MT" panose="020B0602020104020603"/>
              </a:rPr>
              <a:t>tion-le</a:t>
            </a:r>
            <a:r>
              <a:rPr sz="2900" u="sng" spc="-65" dirty="0">
                <a:latin typeface="Tw Cen MT" panose="020B0602020104020603"/>
                <a:cs typeface="Tw Cen MT" panose="020B0602020104020603"/>
              </a:rPr>
              <a:t>v</a:t>
            </a:r>
            <a:r>
              <a:rPr sz="2900" u="sng" spc="-5" dirty="0">
                <a:latin typeface="Tw Cen MT" panose="020B0602020104020603"/>
                <a:cs typeface="Tw Cen MT" panose="020B0602020104020603"/>
              </a:rPr>
              <a:t>e</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a:t>
            </a:r>
            <a:r>
              <a:rPr sz="2900" u="sng" spc="-10" dirty="0">
                <a:latin typeface="Tw Cen MT" panose="020B0602020104020603"/>
                <a:cs typeface="Tw Cen MT" panose="020B0602020104020603"/>
              </a:rPr>
              <a:t>c</a:t>
            </a:r>
            <a:r>
              <a:rPr sz="2900" u="sng" spc="-5" dirty="0">
                <a:latin typeface="Tw Cen MT" panose="020B0602020104020603"/>
                <a:cs typeface="Tw Cen MT" panose="020B0602020104020603"/>
              </a:rPr>
              <a:t>ont</a:t>
            </a:r>
            <a:r>
              <a:rPr sz="2900" u="sng" spc="-65" dirty="0">
                <a:latin typeface="Tw Cen MT" panose="020B0602020104020603"/>
                <a:cs typeface="Tw Cen MT" panose="020B0602020104020603"/>
              </a:rPr>
              <a:t>r</a:t>
            </a:r>
            <a:r>
              <a:rPr sz="2900" u="sng" spc="-5" dirty="0">
                <a:latin typeface="Tw Cen MT" panose="020B0602020104020603"/>
                <a:cs typeface="Tw Cen MT" panose="020B0602020104020603"/>
              </a:rPr>
              <a:t>o</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a:t>
            </a:r>
            <a:r>
              <a:rPr sz="2900" dirty="0">
                <a:latin typeface="Tw Cen MT" panose="020B0602020104020603"/>
                <a:cs typeface="Tw Cen MT" panose="020B0602020104020603"/>
              </a:rPr>
              <a:t>–</a:t>
            </a:r>
            <a:r>
              <a:rPr sz="2900" spc="-5" dirty="0">
                <a:latin typeface="Tw Cen MT" panose="020B0602020104020603"/>
                <a:cs typeface="Tw Cen MT" panose="020B0602020104020603"/>
              </a:rPr>
              <a:t> A</a:t>
            </a:r>
            <a:r>
              <a:rPr sz="2900" spc="-10" dirty="0">
                <a:latin typeface="Tw Cen MT" panose="020B0602020104020603"/>
                <a:cs typeface="Tw Cen MT" panose="020B0602020104020603"/>
              </a:rPr>
              <a:t>pp</a:t>
            </a:r>
            <a:r>
              <a:rPr sz="2900" spc="-5" dirty="0">
                <a:latin typeface="Tw Cen MT" panose="020B0602020104020603"/>
                <a:cs typeface="Tw Cen MT" panose="020B0602020104020603"/>
              </a:rPr>
              <a:t>li</a:t>
            </a:r>
            <a:r>
              <a:rPr sz="2900" spc="-10" dirty="0">
                <a:latin typeface="Tw Cen MT" panose="020B0602020104020603"/>
                <a:cs typeface="Tw Cen MT" panose="020B0602020104020603"/>
              </a:rPr>
              <a:t>ca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s</a:t>
            </a:r>
            <a:r>
              <a:rPr sz="2900" spc="-5" dirty="0">
                <a:latin typeface="Tw Cen MT" panose="020B0602020104020603"/>
                <a:cs typeface="Tw Cen MT" panose="020B0602020104020603"/>
              </a:rPr>
              <a:t> a</a:t>
            </a:r>
            <a:r>
              <a:rPr sz="2900" spc="-10" dirty="0">
                <a:latin typeface="Tw Cen MT" panose="020B0602020104020603"/>
                <a:cs typeface="Tw Cen MT" panose="020B0602020104020603"/>
              </a:rPr>
              <a:t>cc</a:t>
            </a:r>
            <a:r>
              <a:rPr sz="2900" spc="-5" dirty="0">
                <a:latin typeface="Tw Cen MT" panose="020B0602020104020603"/>
                <a:cs typeface="Tw Cen MT" panose="020B0602020104020603"/>
              </a:rPr>
              <a:t>es</a:t>
            </a:r>
            <a:r>
              <a:rPr sz="2900" dirty="0">
                <a:latin typeface="Tw Cen MT" panose="020B0602020104020603"/>
                <a:cs typeface="Tw Cen MT" panose="020B0602020104020603"/>
              </a:rPr>
              <a:t>s</a:t>
            </a:r>
            <a:r>
              <a:rPr sz="2900" spc="-5" dirty="0">
                <a:latin typeface="Tw Cen MT" panose="020B0602020104020603"/>
                <a:cs typeface="Tw Cen MT" panose="020B0602020104020603"/>
              </a:rPr>
              <a:t> 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dirty="0">
                <a:latin typeface="Tw Cen MT" panose="020B0602020104020603"/>
                <a:cs typeface="Tw Cen MT" panose="020B0602020104020603"/>
              </a:rPr>
              <a:t>m</a:t>
            </a:r>
            <a:r>
              <a:rPr sz="2900" spc="-5" dirty="0">
                <a:latin typeface="Tw Cen MT" panose="020B0602020104020603"/>
                <a:cs typeface="Tw Cen MT" panose="020B0602020104020603"/>
              </a:rPr>
              <a:t>e</a:t>
            </a:r>
            <a:r>
              <a:rPr sz="2900" dirty="0">
                <a:latin typeface="Tw Cen MT" panose="020B0602020104020603"/>
                <a:cs typeface="Tw Cen MT" panose="020B0602020104020603"/>
              </a:rPr>
              <a:t>m</a:t>
            </a:r>
            <a:r>
              <a:rPr sz="2900" spc="-5" dirty="0">
                <a:latin typeface="Tw Cen MT" panose="020B0602020104020603"/>
                <a:cs typeface="Tw Cen MT" panose="020B0602020104020603"/>
              </a:rPr>
              <a:t>or</a:t>
            </a:r>
            <a:r>
              <a:rPr sz="2900" dirty="0">
                <a:latin typeface="Tw Cen MT" panose="020B0602020104020603"/>
                <a:cs typeface="Tw Cen MT" panose="020B0602020104020603"/>
              </a:rPr>
              <a:t>y </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oo</a:t>
            </a:r>
            <a:r>
              <a:rPr sz="2900" dirty="0">
                <a:latin typeface="Tw Cen MT" panose="020B0602020104020603"/>
                <a:cs typeface="Tw Cen MT" panose="020B0602020104020603"/>
              </a:rPr>
              <a:t>l</a:t>
            </a:r>
            <a:r>
              <a:rPr sz="2900" spc="-5" dirty="0">
                <a:latin typeface="Tw Cen MT" panose="020B0602020104020603"/>
                <a:cs typeface="Tw Cen MT" panose="020B0602020104020603"/>
              </a:rPr>
              <a:t> dire</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tl</a:t>
            </a:r>
            <a:r>
              <a:rPr sz="2900" spc="-180" dirty="0">
                <a:latin typeface="Tw Cen MT" panose="020B0602020104020603"/>
                <a:cs typeface="Tw Cen MT" panose="020B0602020104020603"/>
              </a:rPr>
              <a:t>y</a:t>
            </a:r>
            <a:r>
              <a:rPr sz="2900" dirty="0">
                <a:latin typeface="Tw Cen MT" panose="020B0602020104020603"/>
                <a:cs typeface="Tw Cen MT" panose="020B0602020104020603"/>
              </a:rPr>
              <a:t>.</a:t>
            </a:r>
            <a:endParaRPr sz="2900">
              <a:latin typeface="Tw Cen MT" panose="020B0602020104020603"/>
              <a:cs typeface="Tw Cen MT" panose="020B0602020104020603"/>
            </a:endParaRPr>
          </a:p>
        </p:txBody>
      </p:sp>
      <p:sp>
        <p:nvSpPr>
          <p:cNvPr id="4" name="object 4"/>
          <p:cNvSpPr txBox="1"/>
          <p:nvPr/>
        </p:nvSpPr>
        <p:spPr>
          <a:xfrm>
            <a:off x="1602739" y="4245150"/>
            <a:ext cx="8319134" cy="892552"/>
          </a:xfrm>
          <a:prstGeom prst="rect">
            <a:avLst/>
          </a:prstGeom>
        </p:spPr>
        <p:txBody>
          <a:bodyPr vert="horz" wrap="square" lIns="0" tIns="0" rIns="0" bIns="0" rtlCol="0">
            <a:spAutoFit/>
          </a:bodyPr>
          <a:lstStyle/>
          <a:p>
            <a:pPr marL="332105" marR="5080" indent="-319405">
              <a:buClr>
                <a:srgbClr val="DD8046"/>
              </a:buClr>
              <a:buSzPct val="60000"/>
              <a:buFont typeface="Wingdings" panose="05000000000000000000"/>
              <a:buChar char=""/>
              <a:tabLst>
                <a:tab pos="332105" algn="l"/>
              </a:tabLst>
            </a:pPr>
            <a:r>
              <a:rPr sz="2900" u="sng" spc="-5" dirty="0">
                <a:latin typeface="Tw Cen MT" panose="020B0602020104020603"/>
                <a:cs typeface="Tw Cen MT" panose="020B0602020104020603"/>
              </a:rPr>
              <a:t>O</a:t>
            </a:r>
            <a:r>
              <a:rPr sz="2900" u="sng" spc="-10" dirty="0">
                <a:latin typeface="Tw Cen MT" panose="020B0602020104020603"/>
                <a:cs typeface="Tw Cen MT" panose="020B0602020104020603"/>
              </a:rPr>
              <a:t>p</a:t>
            </a:r>
            <a:r>
              <a:rPr sz="2900" u="sng" spc="-5" dirty="0">
                <a:latin typeface="Tw Cen MT" panose="020B0602020104020603"/>
                <a:cs typeface="Tw Cen MT" panose="020B0602020104020603"/>
              </a:rPr>
              <a:t>e</a:t>
            </a:r>
            <a:r>
              <a:rPr sz="2900" u="sng" spc="-35" dirty="0">
                <a:latin typeface="Tw Cen MT" panose="020B0602020104020603"/>
                <a:cs typeface="Tw Cen MT" panose="020B0602020104020603"/>
              </a:rPr>
              <a:t>r</a:t>
            </a:r>
            <a:r>
              <a:rPr sz="2900" u="sng" spc="-10" dirty="0">
                <a:latin typeface="Tw Cen MT" panose="020B0602020104020603"/>
                <a:cs typeface="Tw Cen MT" panose="020B0602020104020603"/>
              </a:rPr>
              <a:t>a</a:t>
            </a:r>
            <a:r>
              <a:rPr sz="2900" u="sng" spc="-5" dirty="0">
                <a:latin typeface="Tw Cen MT" panose="020B0602020104020603"/>
                <a:cs typeface="Tw Cen MT" panose="020B0602020104020603"/>
              </a:rPr>
              <a:t>ting syste</a:t>
            </a:r>
            <a:r>
              <a:rPr sz="2900" u="sng" dirty="0">
                <a:latin typeface="Tw Cen MT" panose="020B0602020104020603"/>
                <a:cs typeface="Tw Cen MT" panose="020B0602020104020603"/>
              </a:rPr>
              <a:t>m</a:t>
            </a:r>
            <a:r>
              <a:rPr sz="2900" u="sng" spc="-5" dirty="0">
                <a:latin typeface="Tw Cen MT" panose="020B0602020104020603"/>
                <a:cs typeface="Tw Cen MT" panose="020B0602020104020603"/>
              </a:rPr>
              <a:t> le</a:t>
            </a:r>
            <a:r>
              <a:rPr sz="2900" u="sng" spc="-65" dirty="0">
                <a:latin typeface="Tw Cen MT" panose="020B0602020104020603"/>
                <a:cs typeface="Tw Cen MT" panose="020B0602020104020603"/>
              </a:rPr>
              <a:t>v</a:t>
            </a:r>
            <a:r>
              <a:rPr sz="2900" u="sng" spc="-5" dirty="0">
                <a:latin typeface="Tw Cen MT" panose="020B0602020104020603"/>
                <a:cs typeface="Tw Cen MT" panose="020B0602020104020603"/>
              </a:rPr>
              <a:t>e</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a:t>
            </a:r>
            <a:r>
              <a:rPr sz="2900" u="sng" spc="-10" dirty="0">
                <a:latin typeface="Tw Cen MT" panose="020B0602020104020603"/>
                <a:cs typeface="Tw Cen MT" panose="020B0602020104020603"/>
              </a:rPr>
              <a:t>c</a:t>
            </a:r>
            <a:r>
              <a:rPr sz="2900" u="sng" spc="-5" dirty="0">
                <a:latin typeface="Tw Cen MT" panose="020B0602020104020603"/>
                <a:cs typeface="Tw Cen MT" panose="020B0602020104020603"/>
              </a:rPr>
              <a:t>ont</a:t>
            </a:r>
            <a:r>
              <a:rPr sz="2900" u="sng" spc="-65" dirty="0">
                <a:latin typeface="Tw Cen MT" panose="020B0602020104020603"/>
                <a:cs typeface="Tw Cen MT" panose="020B0602020104020603"/>
              </a:rPr>
              <a:t>r</a:t>
            </a:r>
            <a:r>
              <a:rPr sz="2900" u="sng" spc="-5" dirty="0">
                <a:latin typeface="Tw Cen MT" panose="020B0602020104020603"/>
                <a:cs typeface="Tw Cen MT" panose="020B0602020104020603"/>
              </a:rPr>
              <a:t>o</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a:t>
            </a:r>
            <a:r>
              <a:rPr sz="2900" dirty="0">
                <a:latin typeface="Tw Cen MT" panose="020B0602020104020603"/>
                <a:cs typeface="Tw Cen MT" panose="020B0602020104020603"/>
              </a:rPr>
              <a:t>–</a:t>
            </a:r>
            <a:r>
              <a:rPr sz="2900" spc="-5" dirty="0">
                <a:latin typeface="Tw Cen MT" panose="020B0602020104020603"/>
                <a:cs typeface="Tw Cen MT" panose="020B0602020104020603"/>
              </a:rPr>
              <a:t> A</a:t>
            </a:r>
            <a:r>
              <a:rPr sz="2900" spc="-10" dirty="0">
                <a:latin typeface="Tw Cen MT" panose="020B0602020104020603"/>
                <a:cs typeface="Tw Cen MT" panose="020B0602020104020603"/>
              </a:rPr>
              <a:t>cc</a:t>
            </a:r>
            <a:r>
              <a:rPr sz="2900" spc="-5" dirty="0">
                <a:latin typeface="Tw Cen MT" panose="020B0602020104020603"/>
                <a:cs typeface="Tw Cen MT" panose="020B0602020104020603"/>
              </a:rPr>
              <a:t>es</a:t>
            </a:r>
            <a:r>
              <a:rPr sz="2900" dirty="0">
                <a:latin typeface="Tw Cen MT" panose="020B0602020104020603"/>
                <a:cs typeface="Tw Cen MT" panose="020B0602020104020603"/>
              </a:rPr>
              <a:t>s</a:t>
            </a:r>
            <a:r>
              <a:rPr sz="2900" spc="-5" dirty="0">
                <a:latin typeface="Tw Cen MT" panose="020B0602020104020603"/>
                <a:cs typeface="Tw Cen MT" panose="020B0602020104020603"/>
              </a:rPr>
              <a:t> 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dirty="0">
                <a:latin typeface="Tw Cen MT" panose="020B0602020104020603"/>
                <a:cs typeface="Tw Cen MT" panose="020B0602020104020603"/>
              </a:rPr>
              <a:t>m</a:t>
            </a:r>
            <a:r>
              <a:rPr sz="2900" spc="-5" dirty="0">
                <a:latin typeface="Tw Cen MT" panose="020B0602020104020603"/>
                <a:cs typeface="Tw Cen MT" panose="020B0602020104020603"/>
              </a:rPr>
              <a:t>e</a:t>
            </a:r>
            <a:r>
              <a:rPr sz="2900" dirty="0">
                <a:latin typeface="Tw Cen MT" panose="020B0602020104020603"/>
                <a:cs typeface="Tw Cen MT" panose="020B0602020104020603"/>
              </a:rPr>
              <a:t>m</a:t>
            </a:r>
            <a:r>
              <a:rPr sz="2900" spc="-5" dirty="0">
                <a:latin typeface="Tw Cen MT" panose="020B0602020104020603"/>
                <a:cs typeface="Tw Cen MT" panose="020B0602020104020603"/>
              </a:rPr>
              <a:t>or</a:t>
            </a:r>
            <a:r>
              <a:rPr sz="2900" dirty="0">
                <a:latin typeface="Tw Cen MT" panose="020B0602020104020603"/>
                <a:cs typeface="Tw Cen MT" panose="020B0602020104020603"/>
              </a:rPr>
              <a:t>y </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oo</a:t>
            </a:r>
            <a:r>
              <a:rPr sz="2900" dirty="0">
                <a:latin typeface="Tw Cen MT" panose="020B0602020104020603"/>
                <a:cs typeface="Tw Cen MT" panose="020B0602020104020603"/>
              </a:rPr>
              <a:t>l</a:t>
            </a:r>
            <a:r>
              <a:rPr sz="2900" spc="-5" dirty="0">
                <a:latin typeface="Tw Cen MT" panose="020B0602020104020603"/>
                <a:cs typeface="Tw Cen MT" panose="020B0602020104020603"/>
              </a:rPr>
              <a:t> i</a:t>
            </a:r>
            <a:r>
              <a:rPr sz="2900" dirty="0">
                <a:latin typeface="Tw Cen MT" panose="020B0602020104020603"/>
                <a:cs typeface="Tw Cen MT" panose="020B0602020104020603"/>
              </a:rPr>
              <a:t>s</a:t>
            </a:r>
            <a:r>
              <a:rPr sz="2900" spc="-5" dirty="0">
                <a:latin typeface="Tw Cen MT" panose="020B0602020104020603"/>
                <a:cs typeface="Tw Cen MT" panose="020B0602020104020603"/>
              </a:rPr>
              <a:t> p</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ovi</a:t>
            </a:r>
            <a:r>
              <a:rPr sz="2900" spc="-10" dirty="0">
                <a:latin typeface="Tw Cen MT" panose="020B0602020104020603"/>
                <a:cs typeface="Tw Cen MT" panose="020B0602020104020603"/>
              </a:rPr>
              <a:t>d</a:t>
            </a:r>
            <a:r>
              <a:rPr sz="2900" spc="-5" dirty="0">
                <a:latin typeface="Tw Cen MT" panose="020B0602020104020603"/>
                <a:cs typeface="Tw Cen MT" panose="020B0602020104020603"/>
              </a:rPr>
              <a:t>ed th</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ou</a:t>
            </a:r>
            <a:r>
              <a:rPr sz="2900" spc="-10" dirty="0">
                <a:latin typeface="Tw Cen MT" panose="020B0602020104020603"/>
                <a:cs typeface="Tw Cen MT" panose="020B0602020104020603"/>
              </a:rPr>
              <a:t>g</a:t>
            </a:r>
            <a:r>
              <a:rPr sz="2900" spc="-5" dirty="0">
                <a:latin typeface="Tw Cen MT" panose="020B0602020104020603"/>
                <a:cs typeface="Tw Cen MT" panose="020B0602020104020603"/>
              </a:rPr>
              <a:t>h</a:t>
            </a:r>
            <a:r>
              <a:rPr sz="2900" dirty="0">
                <a:latin typeface="Tw Cen MT" panose="020B0602020104020603"/>
                <a:cs typeface="Tw Cen MT" panose="020B0602020104020603"/>
              </a:rPr>
              <a:t> </a:t>
            </a:r>
            <a:r>
              <a:rPr sz="2900" spc="-5" dirty="0">
                <a:latin typeface="Tw Cen MT" panose="020B0602020104020603"/>
                <a:cs typeface="Tw Cen MT" panose="020B0602020104020603"/>
              </a:rPr>
              <a:t>an</a:t>
            </a:r>
            <a:r>
              <a:rPr sz="2900" dirty="0">
                <a:latin typeface="Tw Cen MT" panose="020B0602020104020603"/>
                <a:cs typeface="Tw Cen MT" panose="020B0602020104020603"/>
              </a:rPr>
              <a:t> </a:t>
            </a:r>
            <a:r>
              <a:rPr sz="2900" spc="-5" dirty="0">
                <a:latin typeface="Tw Cen MT" panose="020B0602020104020603"/>
                <a:cs typeface="Tw Cen MT" panose="020B0602020104020603"/>
              </a:rPr>
              <a:t>o</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e</a:t>
            </a:r>
            <a:r>
              <a:rPr sz="2900" spc="-35" dirty="0">
                <a:latin typeface="Tw Cen MT" panose="020B0602020104020603"/>
                <a:cs typeface="Tw Cen MT" panose="020B0602020104020603"/>
              </a:rPr>
              <a:t>r</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ting syste</a:t>
            </a:r>
            <a:r>
              <a:rPr sz="2900" dirty="0">
                <a:latin typeface="Tw Cen MT" panose="020B0602020104020603"/>
                <a:cs typeface="Tw Cen MT" panose="020B0602020104020603"/>
              </a:rPr>
              <a:t>m.</a:t>
            </a:r>
            <a:endParaRPr sz="2900">
              <a:latin typeface="Tw Cen MT" panose="020B0602020104020603"/>
              <a:cs typeface="Tw Cen MT" panose="020B0602020104020603"/>
            </a:endParaRPr>
          </a:p>
        </p:txBody>
      </p:sp>
      <p:sp>
        <p:nvSpPr>
          <p:cNvPr id="5" name="object 5"/>
          <p:cNvSpPr/>
          <p:nvPr/>
        </p:nvSpPr>
        <p:spPr>
          <a:xfrm>
            <a:off x="4224527" y="2564892"/>
            <a:ext cx="3563112" cy="158343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008121" y="5157215"/>
            <a:ext cx="3561587" cy="1467612"/>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5411226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652905">
              <a:lnSpc>
                <a:spcPct val="100000"/>
              </a:lnSpc>
            </a:pPr>
            <a:r>
              <a:rPr spc="-5" dirty="0"/>
              <a:t>Sto</a:t>
            </a:r>
            <a:r>
              <a:rPr spc="30" dirty="0"/>
              <a:t>r</a:t>
            </a:r>
            <a:r>
              <a:rPr spc="75" dirty="0"/>
              <a:t>a</a:t>
            </a:r>
            <a:r>
              <a:rPr spc="-10" dirty="0"/>
              <a:t>g</a:t>
            </a:r>
            <a:r>
              <a:rPr dirty="0"/>
              <a:t>e</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1524000" y="1148746"/>
            <a:ext cx="8526780" cy="5709255"/>
          </a:xfrm>
          <a:prstGeom prst="rect">
            <a:avLst/>
          </a:prstGeom>
        </p:spPr>
        <p:txBody>
          <a:bodyPr vert="horz" wrap="square" lIns="0" tIns="0" rIns="0" bIns="0" rtlCol="0">
            <a:spAutoFit/>
          </a:bodyPr>
          <a:lstStyle/>
          <a:p>
            <a:pPr marL="12700">
              <a:buFont typeface="Arial" panose="020B0604020202020204" pitchFamily="34" charset="0"/>
              <a:buChar char="•"/>
            </a:pPr>
            <a:r>
              <a:rPr sz="1200" b="1" spc="-5" dirty="0">
                <a:solidFill>
                  <a:srgbClr val="FFFFFF"/>
                </a:solidFill>
                <a:latin typeface="Comic Sans MS" panose="030F0702030302020204"/>
                <a:cs typeface="Comic Sans MS" panose="030F0702030302020204"/>
              </a:rPr>
              <a:t>1</a:t>
            </a:r>
            <a:r>
              <a:rPr sz="1200" b="1" dirty="0">
                <a:solidFill>
                  <a:srgbClr val="FFFFFF"/>
                </a:solidFill>
                <a:latin typeface="Comic Sans MS" panose="030F0702030302020204"/>
                <a:cs typeface="Comic Sans MS" panose="030F0702030302020204"/>
              </a:rPr>
              <a:t>9</a:t>
            </a:r>
            <a:endParaRPr sz="1200">
              <a:latin typeface="Comic Sans MS" panose="030F0702030302020204"/>
              <a:cs typeface="Comic Sans MS" panose="030F0702030302020204"/>
            </a:endParaRPr>
          </a:p>
          <a:p>
            <a:pPr>
              <a:buFont typeface="Arial" panose="020B0604020202020204" pitchFamily="34" charset="0"/>
              <a:buChar char="•"/>
            </a:pPr>
            <a:endParaRPr sz="1100">
              <a:latin typeface="Times New Roman" panose="02020603050405020304"/>
              <a:cs typeface="Times New Roman" panose="02020603050405020304"/>
            </a:endParaRPr>
          </a:p>
          <a:p>
            <a:pPr marL="861695" marR="5080" indent="-14605" algn="just">
              <a:buFont typeface="Arial" panose="020B0604020202020204" pitchFamily="34" charset="0"/>
              <a:buChar char="•"/>
            </a:pPr>
            <a:r>
              <a:rPr sz="2900" spc="145" dirty="0">
                <a:solidFill>
                  <a:srgbClr val="FF0000"/>
                </a:solidFill>
                <a:latin typeface="Tw Cen MT" panose="020B0602020104020603"/>
                <a:cs typeface="Tw Cen MT" panose="020B0602020104020603"/>
              </a:rPr>
              <a:t>Mul</a:t>
            </a:r>
            <a:r>
              <a:rPr sz="2900" spc="150" dirty="0">
                <a:solidFill>
                  <a:srgbClr val="FF0000"/>
                </a:solidFill>
                <a:latin typeface="Tw Cen MT" panose="020B0602020104020603"/>
                <a:cs typeface="Tw Cen MT" panose="020B0602020104020603"/>
              </a:rPr>
              <a:t>ti</a:t>
            </a:r>
            <a:r>
              <a:rPr sz="2900" spc="145" dirty="0">
                <a:solidFill>
                  <a:srgbClr val="FF0000"/>
                </a:solidFill>
                <a:latin typeface="Tw Cen MT" panose="020B0602020104020603"/>
                <a:cs typeface="Tw Cen MT" panose="020B0602020104020603"/>
              </a:rPr>
              <a:t>p</a:t>
            </a:r>
            <a:r>
              <a:rPr sz="2900" spc="150" dirty="0">
                <a:solidFill>
                  <a:srgbClr val="FF0000"/>
                </a:solidFill>
                <a:latin typeface="Tw Cen MT" panose="020B0602020104020603"/>
                <a:cs typeface="Tw Cen MT" panose="020B0602020104020603"/>
              </a:rPr>
              <a:t>l</a:t>
            </a:r>
            <a:r>
              <a:rPr sz="2900" dirty="0">
                <a:solidFill>
                  <a:srgbClr val="FF0000"/>
                </a:solidFill>
                <a:latin typeface="Tw Cen MT" panose="020B0602020104020603"/>
                <a:cs typeface="Tw Cen MT" panose="020B0602020104020603"/>
              </a:rPr>
              <a:t>e</a:t>
            </a:r>
            <a:r>
              <a:rPr sz="2900" spc="305" dirty="0">
                <a:solidFill>
                  <a:srgbClr val="FF0000"/>
                </a:solidFill>
                <a:latin typeface="Tw Cen MT" panose="020B0602020104020603"/>
                <a:cs typeface="Tw Cen MT" panose="020B0602020104020603"/>
              </a:rPr>
              <a:t> </a:t>
            </a:r>
            <a:r>
              <a:rPr sz="2900" spc="150" dirty="0">
                <a:solidFill>
                  <a:srgbClr val="FF0000"/>
                </a:solidFill>
                <a:latin typeface="Tw Cen MT" panose="020B0602020104020603"/>
                <a:cs typeface="Tw Cen MT" panose="020B0602020104020603"/>
              </a:rPr>
              <a:t>p</a:t>
            </a:r>
            <a:r>
              <a:rPr sz="2900" spc="85" dirty="0">
                <a:solidFill>
                  <a:srgbClr val="FF0000"/>
                </a:solidFill>
                <a:latin typeface="Tw Cen MT" panose="020B0602020104020603"/>
                <a:cs typeface="Tw Cen MT" panose="020B0602020104020603"/>
              </a:rPr>
              <a:t>h</a:t>
            </a:r>
            <a:r>
              <a:rPr sz="2900" spc="150" dirty="0">
                <a:solidFill>
                  <a:srgbClr val="FF0000"/>
                </a:solidFill>
                <a:latin typeface="Tw Cen MT" panose="020B0602020104020603"/>
                <a:cs typeface="Tw Cen MT" panose="020B0602020104020603"/>
              </a:rPr>
              <a:t>ysi</a:t>
            </a:r>
            <a:r>
              <a:rPr sz="2900" spc="145" dirty="0">
                <a:solidFill>
                  <a:srgbClr val="FF0000"/>
                </a:solidFill>
                <a:latin typeface="Tw Cen MT" panose="020B0602020104020603"/>
                <a:cs typeface="Tw Cen MT" panose="020B0602020104020603"/>
              </a:rPr>
              <a:t>ca</a:t>
            </a:r>
            <a:r>
              <a:rPr sz="2900" dirty="0">
                <a:solidFill>
                  <a:srgbClr val="FF0000"/>
                </a:solidFill>
                <a:latin typeface="Tw Cen MT" panose="020B0602020104020603"/>
                <a:cs typeface="Tw Cen MT" panose="020B0602020104020603"/>
              </a:rPr>
              <a:t>l</a:t>
            </a:r>
            <a:r>
              <a:rPr sz="2900" spc="305" dirty="0">
                <a:solidFill>
                  <a:srgbClr val="FF0000"/>
                </a:solidFill>
                <a:latin typeface="Tw Cen MT" panose="020B0602020104020603"/>
                <a:cs typeface="Tw Cen MT" panose="020B0602020104020603"/>
              </a:rPr>
              <a:t> </a:t>
            </a:r>
            <a:r>
              <a:rPr sz="2900" spc="150" dirty="0">
                <a:solidFill>
                  <a:srgbClr val="FF0000"/>
                </a:solidFill>
                <a:latin typeface="Tw Cen MT" panose="020B0602020104020603"/>
                <a:cs typeface="Tw Cen MT" panose="020B0602020104020603"/>
              </a:rPr>
              <a:t>sto</a:t>
            </a:r>
            <a:r>
              <a:rPr sz="2900" spc="120" dirty="0">
                <a:solidFill>
                  <a:srgbClr val="FF0000"/>
                </a:solidFill>
                <a:latin typeface="Tw Cen MT" panose="020B0602020104020603"/>
                <a:cs typeface="Tw Cen MT" panose="020B0602020104020603"/>
              </a:rPr>
              <a:t>r</a:t>
            </a:r>
            <a:r>
              <a:rPr sz="2900" spc="145" dirty="0">
                <a:solidFill>
                  <a:srgbClr val="FF0000"/>
                </a:solidFill>
                <a:latin typeface="Tw Cen MT" panose="020B0602020104020603"/>
                <a:cs typeface="Tw Cen MT" panose="020B0602020104020603"/>
              </a:rPr>
              <a:t>a</a:t>
            </a:r>
            <a:r>
              <a:rPr sz="2900" spc="80" dirty="0">
                <a:solidFill>
                  <a:srgbClr val="FF0000"/>
                </a:solidFill>
                <a:latin typeface="Tw Cen MT" panose="020B0602020104020603"/>
                <a:cs typeface="Tw Cen MT" panose="020B0602020104020603"/>
              </a:rPr>
              <a:t>g</a:t>
            </a:r>
            <a:r>
              <a:rPr sz="2900" dirty="0">
                <a:solidFill>
                  <a:srgbClr val="FF0000"/>
                </a:solidFill>
                <a:latin typeface="Tw Cen MT" panose="020B0602020104020603"/>
                <a:cs typeface="Tw Cen MT" panose="020B0602020104020603"/>
              </a:rPr>
              <a:t>e</a:t>
            </a:r>
            <a:r>
              <a:rPr sz="2900" spc="305" dirty="0">
                <a:solidFill>
                  <a:srgbClr val="FF0000"/>
                </a:solidFill>
                <a:latin typeface="Tw Cen MT" panose="020B0602020104020603"/>
                <a:cs typeface="Tw Cen MT" panose="020B0602020104020603"/>
              </a:rPr>
              <a:t> </a:t>
            </a:r>
            <a:r>
              <a:rPr sz="2900" spc="150" dirty="0">
                <a:solidFill>
                  <a:srgbClr val="FF0000"/>
                </a:solidFill>
                <a:latin typeface="Tw Cen MT" panose="020B0602020104020603"/>
                <a:cs typeface="Tw Cen MT" panose="020B0602020104020603"/>
              </a:rPr>
              <a:t>devi</a:t>
            </a:r>
            <a:r>
              <a:rPr sz="2900" spc="145" dirty="0">
                <a:solidFill>
                  <a:srgbClr val="FF0000"/>
                </a:solidFill>
                <a:latin typeface="Tw Cen MT" panose="020B0602020104020603"/>
                <a:cs typeface="Tw Cen MT" panose="020B0602020104020603"/>
              </a:rPr>
              <a:t>c</a:t>
            </a:r>
            <a:r>
              <a:rPr sz="2900" spc="150" dirty="0">
                <a:solidFill>
                  <a:srgbClr val="FF0000"/>
                </a:solidFill>
                <a:latin typeface="Tw Cen MT" panose="020B0602020104020603"/>
                <a:cs typeface="Tw Cen MT" panose="020B0602020104020603"/>
              </a:rPr>
              <a:t>e</a:t>
            </a:r>
            <a:r>
              <a:rPr sz="2900" dirty="0">
                <a:solidFill>
                  <a:srgbClr val="FF0000"/>
                </a:solidFill>
                <a:latin typeface="Tw Cen MT" panose="020B0602020104020603"/>
                <a:cs typeface="Tw Cen MT" panose="020B0602020104020603"/>
              </a:rPr>
              <a:t>s</a:t>
            </a:r>
            <a:r>
              <a:rPr sz="2900" spc="305" dirty="0">
                <a:latin typeface="Tw Cen MT" panose="020B0602020104020603"/>
                <a:cs typeface="Tw Cen MT" panose="020B0602020104020603"/>
              </a:rPr>
              <a:t> </a:t>
            </a:r>
            <a:r>
              <a:rPr sz="2900" spc="150" dirty="0">
                <a:latin typeface="Tw Cen MT" panose="020B0602020104020603"/>
                <a:cs typeface="Tw Cen MT" panose="020B0602020104020603"/>
              </a:rPr>
              <a:t>ar</a:t>
            </a:r>
            <a:r>
              <a:rPr sz="2900" dirty="0">
                <a:latin typeface="Tw Cen MT" panose="020B0602020104020603"/>
                <a:cs typeface="Tw Cen MT" panose="020B0602020104020603"/>
              </a:rPr>
              <a:t>e</a:t>
            </a:r>
            <a:r>
              <a:rPr sz="2900" spc="305" dirty="0">
                <a:latin typeface="Tw Cen MT" panose="020B0602020104020603"/>
                <a:cs typeface="Tw Cen MT" panose="020B0602020104020603"/>
              </a:rPr>
              <a:t> </a:t>
            </a:r>
            <a:r>
              <a:rPr sz="2900" spc="150" dirty="0">
                <a:latin typeface="Tw Cen MT" panose="020B0602020104020603"/>
                <a:cs typeface="Tw Cen MT" panose="020B0602020104020603"/>
              </a:rPr>
              <a:t>g</a:t>
            </a:r>
            <a:r>
              <a:rPr sz="2900" spc="90" dirty="0">
                <a:latin typeface="Tw Cen MT" panose="020B0602020104020603"/>
                <a:cs typeface="Tw Cen MT" panose="020B0602020104020603"/>
              </a:rPr>
              <a:t>r</a:t>
            </a:r>
            <a:r>
              <a:rPr sz="2900" spc="150" dirty="0">
                <a:latin typeface="Tw Cen MT" panose="020B0602020104020603"/>
                <a:cs typeface="Tw Cen MT" panose="020B0602020104020603"/>
              </a:rPr>
              <a:t>ou</a:t>
            </a:r>
            <a:r>
              <a:rPr sz="2900" spc="145" dirty="0">
                <a:latin typeface="Tw Cen MT" panose="020B0602020104020603"/>
                <a:cs typeface="Tw Cen MT" panose="020B0602020104020603"/>
              </a:rPr>
              <a:t>p</a:t>
            </a:r>
            <a:r>
              <a:rPr sz="2900" spc="150" dirty="0">
                <a:latin typeface="Tw Cen MT" panose="020B0602020104020603"/>
                <a:cs typeface="Tw Cen MT" panose="020B0602020104020603"/>
              </a:rPr>
              <a:t>e</a:t>
            </a:r>
            <a:r>
              <a:rPr sz="2900" spc="-5" dirty="0">
                <a:latin typeface="Tw Cen MT" panose="020B0602020104020603"/>
                <a:cs typeface="Tw Cen MT" panose="020B0602020104020603"/>
              </a:rPr>
              <a:t>d</a:t>
            </a:r>
            <a:r>
              <a:rPr sz="2900" dirty="0">
                <a:latin typeface="Tw Cen MT" panose="020B0602020104020603"/>
                <a:cs typeface="Tw Cen MT" panose="020B0602020104020603"/>
              </a:rPr>
              <a:t> </a:t>
            </a:r>
            <a:r>
              <a:rPr sz="2900" spc="100" dirty="0">
                <a:latin typeface="Tw Cen MT" panose="020B0602020104020603"/>
                <a:cs typeface="Tw Cen MT" panose="020B0602020104020603"/>
              </a:rPr>
              <a:t>t</a:t>
            </a:r>
            <a:r>
              <a:rPr sz="2900" spc="105" dirty="0">
                <a:latin typeface="Tw Cen MT" panose="020B0602020104020603"/>
                <a:cs typeface="Tw Cen MT" panose="020B0602020104020603"/>
              </a:rPr>
              <a:t>o</a:t>
            </a:r>
            <a:r>
              <a:rPr sz="2900" spc="35" dirty="0">
                <a:latin typeface="Tw Cen MT" panose="020B0602020104020603"/>
                <a:cs typeface="Tw Cen MT" panose="020B0602020104020603"/>
              </a:rPr>
              <a:t>g</a:t>
            </a:r>
            <a:r>
              <a:rPr sz="2900" spc="105" dirty="0">
                <a:latin typeface="Tw Cen MT" panose="020B0602020104020603"/>
                <a:cs typeface="Tw Cen MT" panose="020B0602020104020603"/>
              </a:rPr>
              <a:t>e</a:t>
            </a:r>
            <a:r>
              <a:rPr sz="2900" spc="100" dirty="0">
                <a:latin typeface="Tw Cen MT" panose="020B0602020104020603"/>
                <a:cs typeface="Tw Cen MT" panose="020B0602020104020603"/>
              </a:rPr>
              <a:t>th</a:t>
            </a:r>
            <a:r>
              <a:rPr sz="2900" spc="105" dirty="0">
                <a:latin typeface="Tw Cen MT" panose="020B0602020104020603"/>
                <a:cs typeface="Tw Cen MT" panose="020B0602020104020603"/>
              </a:rPr>
              <a:t>e</a:t>
            </a:r>
            <a:r>
              <a:rPr sz="2900" spc="-100" dirty="0">
                <a:latin typeface="Tw Cen MT" panose="020B0602020104020603"/>
                <a:cs typeface="Tw Cen MT" panose="020B0602020104020603"/>
              </a:rPr>
              <a:t>r</a:t>
            </a:r>
            <a:r>
              <a:rPr sz="2900" dirty="0">
                <a:latin typeface="Tw Cen MT" panose="020B0602020104020603"/>
                <a:cs typeface="Tw Cen MT" panose="020B0602020104020603"/>
              </a:rPr>
              <a:t>,</a:t>
            </a:r>
            <a:r>
              <a:rPr sz="2900" spc="215" dirty="0">
                <a:latin typeface="Tw Cen MT" panose="020B0602020104020603"/>
                <a:cs typeface="Tw Cen MT" panose="020B0602020104020603"/>
              </a:rPr>
              <a:t> </a:t>
            </a:r>
            <a:r>
              <a:rPr sz="2900" spc="110" dirty="0">
                <a:latin typeface="Tw Cen MT" panose="020B0602020104020603"/>
                <a:cs typeface="Tw Cen MT" panose="020B0602020104020603"/>
              </a:rPr>
              <a:t>w</a:t>
            </a:r>
            <a:r>
              <a:rPr sz="2900" spc="100" dirty="0">
                <a:latin typeface="Tw Cen MT" panose="020B0602020104020603"/>
                <a:cs typeface="Tw Cen MT" panose="020B0602020104020603"/>
              </a:rPr>
              <a:t>h</a:t>
            </a:r>
            <a:r>
              <a:rPr sz="2900" spc="105" dirty="0">
                <a:latin typeface="Tw Cen MT" panose="020B0602020104020603"/>
                <a:cs typeface="Tw Cen MT" panose="020B0602020104020603"/>
              </a:rPr>
              <a:t>i</a:t>
            </a:r>
            <a:r>
              <a:rPr sz="2900" spc="210" dirty="0">
                <a:latin typeface="Tw Cen MT" panose="020B0602020104020603"/>
                <a:cs typeface="Tw Cen MT" panose="020B0602020104020603"/>
              </a:rPr>
              <a:t>c</a:t>
            </a:r>
            <a:r>
              <a:rPr sz="2900" spc="-5" dirty="0">
                <a:latin typeface="Tw Cen MT" panose="020B0602020104020603"/>
                <a:cs typeface="Tw Cen MT" panose="020B0602020104020603"/>
              </a:rPr>
              <a:t>h</a:t>
            </a:r>
            <a:r>
              <a:rPr sz="2900" spc="220" dirty="0">
                <a:latin typeface="Tw Cen MT" panose="020B0602020104020603"/>
                <a:cs typeface="Tw Cen MT" panose="020B0602020104020603"/>
              </a:rPr>
              <a:t> </a:t>
            </a:r>
            <a:r>
              <a:rPr sz="2900" spc="100" dirty="0">
                <a:latin typeface="Tw Cen MT" panose="020B0602020104020603"/>
                <a:cs typeface="Tw Cen MT" panose="020B0602020104020603"/>
              </a:rPr>
              <a:t>th</a:t>
            </a:r>
            <a:r>
              <a:rPr sz="2900" spc="105" dirty="0">
                <a:latin typeface="Tw Cen MT" panose="020B0602020104020603"/>
                <a:cs typeface="Tw Cen MT" panose="020B0602020104020603"/>
              </a:rPr>
              <a:t>e</a:t>
            </a:r>
            <a:r>
              <a:rPr sz="2900" spc="-5" dirty="0">
                <a:latin typeface="Tw Cen MT" panose="020B0602020104020603"/>
                <a:cs typeface="Tw Cen MT" panose="020B0602020104020603"/>
              </a:rPr>
              <a:t>n</a:t>
            </a:r>
            <a:r>
              <a:rPr sz="2900" spc="220" dirty="0">
                <a:latin typeface="Tw Cen MT" panose="020B0602020104020603"/>
                <a:cs typeface="Tw Cen MT" panose="020B0602020104020603"/>
              </a:rPr>
              <a:t> </a:t>
            </a:r>
            <a:r>
              <a:rPr sz="2900" spc="105" dirty="0">
                <a:latin typeface="Tw Cen MT" panose="020B0602020104020603"/>
                <a:cs typeface="Tw Cen MT" panose="020B0602020104020603"/>
              </a:rPr>
              <a:t>appe</a:t>
            </a:r>
            <a:r>
              <a:rPr sz="2900" spc="100" dirty="0">
                <a:latin typeface="Tw Cen MT" panose="020B0602020104020603"/>
                <a:cs typeface="Tw Cen MT" panose="020B0602020104020603"/>
              </a:rPr>
              <a:t>a</a:t>
            </a:r>
            <a:r>
              <a:rPr sz="2900" dirty="0">
                <a:latin typeface="Tw Cen MT" panose="020B0602020104020603"/>
                <a:cs typeface="Tw Cen MT" panose="020B0602020104020603"/>
              </a:rPr>
              <a:t>r</a:t>
            </a:r>
            <a:r>
              <a:rPr sz="2900" spc="215" dirty="0">
                <a:latin typeface="Tw Cen MT" panose="020B0602020104020603"/>
                <a:cs typeface="Tw Cen MT" panose="020B0602020104020603"/>
              </a:rPr>
              <a:t> </a:t>
            </a:r>
            <a:r>
              <a:rPr sz="2900" spc="105" dirty="0">
                <a:latin typeface="Tw Cen MT" panose="020B0602020104020603"/>
                <a:cs typeface="Tw Cen MT" panose="020B0602020104020603"/>
              </a:rPr>
              <a:t>a</a:t>
            </a:r>
            <a:r>
              <a:rPr sz="2900" dirty="0">
                <a:latin typeface="Tw Cen MT" panose="020B0602020104020603"/>
                <a:cs typeface="Tw Cen MT" panose="020B0602020104020603"/>
              </a:rPr>
              <a:t>s</a:t>
            </a:r>
            <a:r>
              <a:rPr sz="2900" spc="225" dirty="0">
                <a:latin typeface="Tw Cen MT" panose="020B0602020104020603"/>
                <a:cs typeface="Tw Cen MT" panose="020B0602020104020603"/>
              </a:rPr>
              <a:t> </a:t>
            </a:r>
            <a:r>
              <a:rPr sz="2900" dirty="0">
                <a:latin typeface="Tw Cen MT" panose="020B0602020104020603"/>
                <a:cs typeface="Tw Cen MT" panose="020B0602020104020603"/>
              </a:rPr>
              <a:t>a</a:t>
            </a:r>
            <a:r>
              <a:rPr sz="2900" spc="225" dirty="0">
                <a:latin typeface="Tw Cen MT" panose="020B0602020104020603"/>
                <a:cs typeface="Tw Cen MT" panose="020B0602020104020603"/>
              </a:rPr>
              <a:t> </a:t>
            </a:r>
            <a:r>
              <a:rPr sz="2900" spc="110" dirty="0">
                <a:solidFill>
                  <a:srgbClr val="00B050"/>
                </a:solidFill>
                <a:latin typeface="Tw Cen MT" panose="020B0602020104020603"/>
                <a:cs typeface="Tw Cen MT" panose="020B0602020104020603"/>
              </a:rPr>
              <a:t>si</a:t>
            </a:r>
            <a:r>
              <a:rPr sz="2900" spc="105" dirty="0">
                <a:solidFill>
                  <a:srgbClr val="00B050"/>
                </a:solidFill>
                <a:latin typeface="Tw Cen MT" panose="020B0602020104020603"/>
                <a:cs typeface="Tw Cen MT" panose="020B0602020104020603"/>
              </a:rPr>
              <a:t>n</a:t>
            </a:r>
            <a:r>
              <a:rPr sz="2900" spc="100" dirty="0">
                <a:solidFill>
                  <a:srgbClr val="00B050"/>
                </a:solidFill>
                <a:latin typeface="Tw Cen MT" panose="020B0602020104020603"/>
                <a:cs typeface="Tw Cen MT" panose="020B0602020104020603"/>
              </a:rPr>
              <a:t>g</a:t>
            </a:r>
            <a:r>
              <a:rPr sz="2900" spc="110" dirty="0">
                <a:solidFill>
                  <a:srgbClr val="00B050"/>
                </a:solidFill>
                <a:latin typeface="Tw Cen MT" panose="020B0602020104020603"/>
                <a:cs typeface="Tw Cen MT" panose="020B0602020104020603"/>
              </a:rPr>
              <a:t>l</a:t>
            </a:r>
            <a:r>
              <a:rPr sz="2900" dirty="0">
                <a:solidFill>
                  <a:srgbClr val="00B050"/>
                </a:solidFill>
                <a:latin typeface="Tw Cen MT" panose="020B0602020104020603"/>
                <a:cs typeface="Tw Cen MT" panose="020B0602020104020603"/>
              </a:rPr>
              <a:t>e</a:t>
            </a:r>
            <a:r>
              <a:rPr sz="2900" spc="225" dirty="0">
                <a:solidFill>
                  <a:srgbClr val="00B050"/>
                </a:solidFill>
                <a:latin typeface="Tw Cen MT" panose="020B0602020104020603"/>
                <a:cs typeface="Tw Cen MT" panose="020B0602020104020603"/>
              </a:rPr>
              <a:t> </a:t>
            </a:r>
            <a:r>
              <a:rPr sz="2900" spc="110" dirty="0">
                <a:solidFill>
                  <a:srgbClr val="00B050"/>
                </a:solidFill>
                <a:latin typeface="Tw Cen MT" panose="020B0602020104020603"/>
                <a:cs typeface="Tw Cen MT" panose="020B0602020104020603"/>
              </a:rPr>
              <a:t>s</a:t>
            </a:r>
            <a:r>
              <a:rPr sz="2900" spc="105" dirty="0">
                <a:solidFill>
                  <a:srgbClr val="00B050"/>
                </a:solidFill>
                <a:latin typeface="Tw Cen MT" panose="020B0602020104020603"/>
                <a:cs typeface="Tw Cen MT" panose="020B0602020104020603"/>
              </a:rPr>
              <a:t>t</a:t>
            </a:r>
            <a:r>
              <a:rPr sz="2900" spc="110" dirty="0">
                <a:solidFill>
                  <a:srgbClr val="00B050"/>
                </a:solidFill>
                <a:latin typeface="Tw Cen MT" panose="020B0602020104020603"/>
                <a:cs typeface="Tw Cen MT" panose="020B0602020104020603"/>
              </a:rPr>
              <a:t>o</a:t>
            </a:r>
            <a:r>
              <a:rPr sz="2900" spc="80" dirty="0">
                <a:solidFill>
                  <a:srgbClr val="00B050"/>
                </a:solidFill>
                <a:latin typeface="Tw Cen MT" panose="020B0602020104020603"/>
                <a:cs typeface="Tw Cen MT" panose="020B0602020104020603"/>
              </a:rPr>
              <a:t>r</a:t>
            </a:r>
            <a:r>
              <a:rPr sz="2900" spc="100" dirty="0">
                <a:solidFill>
                  <a:srgbClr val="00B050"/>
                </a:solidFill>
                <a:latin typeface="Tw Cen MT" panose="020B0602020104020603"/>
                <a:cs typeface="Tw Cen MT" panose="020B0602020104020603"/>
              </a:rPr>
              <a:t>a</a:t>
            </a:r>
            <a:r>
              <a:rPr sz="2900" spc="45" dirty="0">
                <a:solidFill>
                  <a:srgbClr val="00B050"/>
                </a:solidFill>
                <a:latin typeface="Tw Cen MT" panose="020B0602020104020603"/>
                <a:cs typeface="Tw Cen MT" panose="020B0602020104020603"/>
              </a:rPr>
              <a:t>g</a:t>
            </a:r>
            <a:r>
              <a:rPr sz="2900" dirty="0">
                <a:solidFill>
                  <a:srgbClr val="00B050"/>
                </a:solidFill>
                <a:latin typeface="Tw Cen MT" panose="020B0602020104020603"/>
                <a:cs typeface="Tw Cen MT" panose="020B0602020104020603"/>
              </a:rPr>
              <a:t>e </a:t>
            </a:r>
            <a:r>
              <a:rPr sz="2900" spc="75" dirty="0">
                <a:solidFill>
                  <a:srgbClr val="00B050"/>
                </a:solidFill>
                <a:latin typeface="Tw Cen MT" panose="020B0602020104020603"/>
                <a:cs typeface="Tw Cen MT" panose="020B0602020104020603"/>
              </a:rPr>
              <a:t>d</a:t>
            </a:r>
            <a:r>
              <a:rPr sz="2900" spc="85" dirty="0">
                <a:solidFill>
                  <a:srgbClr val="00B050"/>
                </a:solidFill>
                <a:latin typeface="Tw Cen MT" panose="020B0602020104020603"/>
                <a:cs typeface="Tw Cen MT" panose="020B0602020104020603"/>
              </a:rPr>
              <a:t>e</a:t>
            </a:r>
            <a:r>
              <a:rPr sz="2900" spc="80" dirty="0">
                <a:solidFill>
                  <a:srgbClr val="00B050"/>
                </a:solidFill>
                <a:latin typeface="Tw Cen MT" panose="020B0602020104020603"/>
                <a:cs typeface="Tw Cen MT" panose="020B0602020104020603"/>
              </a:rPr>
              <a:t>v</a:t>
            </a:r>
            <a:r>
              <a:rPr sz="2900" spc="85" dirty="0">
                <a:solidFill>
                  <a:srgbClr val="00B050"/>
                </a:solidFill>
                <a:latin typeface="Tw Cen MT" panose="020B0602020104020603"/>
                <a:cs typeface="Tw Cen MT" panose="020B0602020104020603"/>
              </a:rPr>
              <a:t>i</a:t>
            </a:r>
            <a:r>
              <a:rPr sz="2900" spc="75" dirty="0">
                <a:solidFill>
                  <a:srgbClr val="00B050"/>
                </a:solidFill>
                <a:latin typeface="Tw Cen MT" panose="020B0602020104020603"/>
                <a:cs typeface="Tw Cen MT" panose="020B0602020104020603"/>
              </a:rPr>
              <a:t>c</a:t>
            </a:r>
            <a:r>
              <a:rPr sz="2900" spc="55" dirty="0">
                <a:solidFill>
                  <a:srgbClr val="00B050"/>
                </a:solidFill>
                <a:latin typeface="Tw Cen MT" panose="020B0602020104020603"/>
                <a:cs typeface="Tw Cen MT" panose="020B0602020104020603"/>
              </a:rPr>
              <a:t>e</a:t>
            </a:r>
            <a:r>
              <a:rPr sz="2900">
                <a:solidFill>
                  <a:srgbClr val="00B050"/>
                </a:solidFill>
                <a:latin typeface="Tw Cen MT" panose="020B0602020104020603"/>
                <a:cs typeface="Tw Cen MT" panose="020B0602020104020603"/>
              </a:rPr>
              <a:t>.</a:t>
            </a:r>
            <a:r>
              <a:rPr sz="2900" spc="175">
                <a:solidFill>
                  <a:srgbClr val="00B050"/>
                </a:solidFill>
                <a:latin typeface="Tw Cen MT" panose="020B0602020104020603"/>
                <a:cs typeface="Tw Cen MT" panose="020B0602020104020603"/>
              </a:rPr>
              <a:t> </a:t>
            </a:r>
            <a:endParaRPr lang="en-US" sz="2900" spc="175" dirty="0">
              <a:solidFill>
                <a:srgbClr val="00B050"/>
              </a:solidFill>
              <a:latin typeface="Tw Cen MT" panose="020B0602020104020603"/>
              <a:cs typeface="Tw Cen MT" panose="020B0602020104020603"/>
            </a:endParaRPr>
          </a:p>
          <a:p>
            <a:pPr marL="861695" marR="5080" indent="-14605" algn="just"/>
            <a:endParaRPr lang="en-US" sz="2900" spc="175" dirty="0">
              <a:solidFill>
                <a:srgbClr val="00B050"/>
              </a:solidFill>
              <a:latin typeface="Tw Cen MT" panose="020B0602020104020603"/>
              <a:cs typeface="Tw Cen MT" panose="020B0602020104020603"/>
            </a:endParaRPr>
          </a:p>
          <a:p>
            <a:pPr marL="861695" marR="5080" indent="-14605" algn="just">
              <a:buFont typeface="Arial" panose="020B0604020202020204" pitchFamily="34" charset="0"/>
              <a:buChar char="•"/>
              <a:tabLst>
                <a:tab pos="1318895" algn="l"/>
              </a:tabLst>
            </a:pPr>
            <a:r>
              <a:rPr sz="2900" spc="80">
                <a:latin typeface="Tw Cen MT" panose="020B0602020104020603"/>
                <a:cs typeface="Tw Cen MT" panose="020B0602020104020603"/>
              </a:rPr>
              <a:t>Th</a:t>
            </a:r>
            <a:r>
              <a:rPr sz="2900" spc="85">
                <a:latin typeface="Tw Cen MT" panose="020B0602020104020603"/>
                <a:cs typeface="Tw Cen MT" panose="020B0602020104020603"/>
              </a:rPr>
              <a:t>i</a:t>
            </a:r>
            <a:r>
              <a:rPr sz="2900">
                <a:latin typeface="Tw Cen MT" panose="020B0602020104020603"/>
                <a:cs typeface="Tw Cen MT" panose="020B0602020104020603"/>
              </a:rPr>
              <a:t>s</a:t>
            </a:r>
            <a:r>
              <a:rPr sz="2900" spc="175">
                <a:latin typeface="Tw Cen MT" panose="020B0602020104020603"/>
                <a:cs typeface="Tw Cen MT" panose="020B0602020104020603"/>
              </a:rPr>
              <a:t> </a:t>
            </a:r>
            <a:r>
              <a:rPr sz="2900" spc="85" dirty="0">
                <a:latin typeface="Tw Cen MT" panose="020B0602020104020603"/>
                <a:cs typeface="Tw Cen MT" panose="020B0602020104020603"/>
              </a:rPr>
              <a:t>p</a:t>
            </a:r>
            <a:r>
              <a:rPr sz="2900" spc="25" dirty="0">
                <a:latin typeface="Tw Cen MT" panose="020B0602020104020603"/>
                <a:cs typeface="Tw Cen MT" panose="020B0602020104020603"/>
              </a:rPr>
              <a:t>r</a:t>
            </a:r>
            <a:r>
              <a:rPr sz="2900" spc="85" dirty="0">
                <a:latin typeface="Tw Cen MT" panose="020B0602020104020603"/>
                <a:cs typeface="Tw Cen MT" panose="020B0602020104020603"/>
              </a:rPr>
              <a:t>o</a:t>
            </a:r>
            <a:r>
              <a:rPr sz="2900" spc="80" dirty="0">
                <a:latin typeface="Tw Cen MT" panose="020B0602020104020603"/>
                <a:cs typeface="Tw Cen MT" panose="020B0602020104020603"/>
              </a:rPr>
              <a:t>v</a:t>
            </a:r>
            <a:r>
              <a:rPr sz="2900" spc="85" dirty="0">
                <a:latin typeface="Tw Cen MT" panose="020B0602020104020603"/>
                <a:cs typeface="Tw Cen MT" panose="020B0602020104020603"/>
              </a:rPr>
              <a:t>i</a:t>
            </a:r>
            <a:r>
              <a:rPr sz="2900" spc="75" dirty="0">
                <a:latin typeface="Tw Cen MT" panose="020B0602020104020603"/>
                <a:cs typeface="Tw Cen MT" panose="020B0602020104020603"/>
              </a:rPr>
              <a:t>d</a:t>
            </a:r>
            <a:r>
              <a:rPr sz="2900" spc="85" dirty="0">
                <a:latin typeface="Tw Cen MT" panose="020B0602020104020603"/>
                <a:cs typeface="Tw Cen MT" panose="020B0602020104020603"/>
              </a:rPr>
              <a:t>e</a:t>
            </a:r>
            <a:r>
              <a:rPr sz="2900" dirty="0">
                <a:latin typeface="Tw Cen MT" panose="020B0602020104020603"/>
                <a:cs typeface="Tw Cen MT" panose="020B0602020104020603"/>
              </a:rPr>
              <a:t>s</a:t>
            </a:r>
            <a:r>
              <a:rPr sz="2900" spc="175" dirty="0">
                <a:latin typeface="Tw Cen MT" panose="020B0602020104020603"/>
                <a:cs typeface="Tw Cen MT" panose="020B0602020104020603"/>
              </a:rPr>
              <a:t> </a:t>
            </a:r>
            <a:r>
              <a:rPr sz="2900" spc="25" dirty="0">
                <a:latin typeface="Tw Cen MT" panose="020B0602020104020603"/>
                <a:cs typeface="Tw Cen MT" panose="020B0602020104020603"/>
              </a:rPr>
              <a:t>v</a:t>
            </a:r>
            <a:r>
              <a:rPr sz="2900" spc="75" dirty="0">
                <a:latin typeface="Tw Cen MT" panose="020B0602020104020603"/>
                <a:cs typeface="Tw Cen MT" panose="020B0602020104020603"/>
              </a:rPr>
              <a:t>a</a:t>
            </a:r>
            <a:r>
              <a:rPr sz="2900" spc="85" dirty="0">
                <a:latin typeface="Tw Cen MT" panose="020B0602020104020603"/>
                <a:cs typeface="Tw Cen MT" panose="020B0602020104020603"/>
              </a:rPr>
              <a:t>rio</a:t>
            </a:r>
            <a:r>
              <a:rPr sz="2900" spc="80" dirty="0">
                <a:latin typeface="Tw Cen MT" panose="020B0602020104020603"/>
                <a:cs typeface="Tw Cen MT" panose="020B0602020104020603"/>
              </a:rPr>
              <a:t>u</a:t>
            </a:r>
            <a:r>
              <a:rPr sz="2900" dirty="0">
                <a:latin typeface="Tw Cen MT" panose="020B0602020104020603"/>
                <a:cs typeface="Tw Cen MT" panose="020B0602020104020603"/>
              </a:rPr>
              <a:t>s</a:t>
            </a:r>
            <a:r>
              <a:rPr sz="2900" spc="175" dirty="0">
                <a:latin typeface="Tw Cen MT" panose="020B0602020104020603"/>
                <a:cs typeface="Tw Cen MT" panose="020B0602020104020603"/>
              </a:rPr>
              <a:t> </a:t>
            </a:r>
            <a:r>
              <a:rPr sz="2900" spc="85" dirty="0">
                <a:latin typeface="Tw Cen MT" panose="020B0602020104020603"/>
                <a:cs typeface="Tw Cen MT" panose="020B0602020104020603"/>
              </a:rPr>
              <a:t>ad</a:t>
            </a:r>
            <a:r>
              <a:rPr sz="2900" spc="25" dirty="0">
                <a:latin typeface="Tw Cen MT" panose="020B0602020104020603"/>
                <a:cs typeface="Tw Cen MT" panose="020B0602020104020603"/>
              </a:rPr>
              <a:t>v</a:t>
            </a:r>
            <a:r>
              <a:rPr sz="2900" spc="75" dirty="0">
                <a:latin typeface="Tw Cen MT" panose="020B0602020104020603"/>
                <a:cs typeface="Tw Cen MT" panose="020B0602020104020603"/>
              </a:rPr>
              <a:t>a</a:t>
            </a:r>
            <a:r>
              <a:rPr sz="2900" spc="80" dirty="0">
                <a:latin typeface="Tw Cen MT" panose="020B0602020104020603"/>
                <a:cs typeface="Tw Cen MT" panose="020B0602020104020603"/>
              </a:rPr>
              <a:t>n</a:t>
            </a:r>
            <a:r>
              <a:rPr sz="2900" spc="85" dirty="0">
                <a:latin typeface="Tw Cen MT" panose="020B0602020104020603"/>
                <a:cs typeface="Tw Cen MT" panose="020B0602020104020603"/>
              </a:rPr>
              <a:t>t</a:t>
            </a:r>
            <a:r>
              <a:rPr sz="2900" spc="80" dirty="0">
                <a:latin typeface="Tw Cen MT" panose="020B0602020104020603"/>
                <a:cs typeface="Tw Cen MT" panose="020B0602020104020603"/>
              </a:rPr>
              <a:t>a</a:t>
            </a:r>
            <a:r>
              <a:rPr sz="2900" spc="25" dirty="0">
                <a:latin typeface="Tw Cen MT" panose="020B0602020104020603"/>
                <a:cs typeface="Tw Cen MT" panose="020B0602020104020603"/>
              </a:rPr>
              <a:t>g</a:t>
            </a:r>
            <a:r>
              <a:rPr sz="2900" spc="90" dirty="0">
                <a:latin typeface="Tw Cen MT" panose="020B0602020104020603"/>
                <a:cs typeface="Tw Cen MT" panose="020B0602020104020603"/>
              </a:rPr>
              <a:t>e</a:t>
            </a:r>
            <a:r>
              <a:rPr sz="2900" dirty="0">
                <a:latin typeface="Tw Cen MT" panose="020B0602020104020603"/>
                <a:cs typeface="Tw Cen MT" panose="020B0602020104020603"/>
              </a:rPr>
              <a:t>s</a:t>
            </a:r>
            <a:r>
              <a:rPr sz="2900" spc="185" dirty="0">
                <a:latin typeface="Tw Cen MT" panose="020B0602020104020603"/>
                <a:cs typeface="Tw Cen MT" panose="020B0602020104020603"/>
              </a:rPr>
              <a:t> </a:t>
            </a:r>
            <a:r>
              <a:rPr sz="2900" spc="90" dirty="0">
                <a:latin typeface="Tw Cen MT" panose="020B0602020104020603"/>
                <a:cs typeface="Tw Cen MT" panose="020B0602020104020603"/>
              </a:rPr>
              <a:t>s</a:t>
            </a:r>
            <a:r>
              <a:rPr sz="2900" spc="85" dirty="0">
                <a:latin typeface="Tw Cen MT" panose="020B0602020104020603"/>
                <a:cs typeface="Tw Cen MT" panose="020B0602020104020603"/>
              </a:rPr>
              <a:t>u</a:t>
            </a:r>
            <a:r>
              <a:rPr sz="2900" spc="200" dirty="0">
                <a:latin typeface="Tw Cen MT" panose="020B0602020104020603"/>
                <a:cs typeface="Tw Cen MT" panose="020B0602020104020603"/>
              </a:rPr>
              <a:t>c</a:t>
            </a:r>
            <a:r>
              <a:rPr sz="2900" spc="-5" dirty="0">
                <a:latin typeface="Tw Cen MT" panose="020B0602020104020603"/>
                <a:cs typeface="Tw Cen MT" panose="020B0602020104020603"/>
              </a:rPr>
              <a:t>h</a:t>
            </a:r>
            <a:r>
              <a:rPr sz="2900" spc="190" dirty="0">
                <a:latin typeface="Tw Cen MT" panose="020B0602020104020603"/>
                <a:cs typeface="Tw Cen MT" panose="020B0602020104020603"/>
              </a:rPr>
              <a:t> </a:t>
            </a:r>
            <a:r>
              <a:rPr sz="2900" spc="90" dirty="0">
                <a:latin typeface="Tw Cen MT" panose="020B0602020104020603"/>
                <a:cs typeface="Tw Cen MT" panose="020B0602020104020603"/>
              </a:rPr>
              <a:t>a</a:t>
            </a:r>
            <a:r>
              <a:rPr sz="2900" dirty="0">
                <a:latin typeface="Tw Cen MT" panose="020B0602020104020603"/>
                <a:cs typeface="Tw Cen MT" panose="020B0602020104020603"/>
              </a:rPr>
              <a:t>s </a:t>
            </a:r>
            <a:r>
              <a:rPr sz="2900" spc="50" dirty="0">
                <a:solidFill>
                  <a:srgbClr val="FF0000"/>
                </a:solidFill>
                <a:latin typeface="Tw Cen MT" panose="020B0602020104020603"/>
                <a:cs typeface="Tw Cen MT" panose="020B0602020104020603"/>
              </a:rPr>
              <a:t>ho</a:t>
            </a:r>
            <a:r>
              <a:rPr sz="2900" spc="55" dirty="0">
                <a:solidFill>
                  <a:srgbClr val="FF0000"/>
                </a:solidFill>
                <a:latin typeface="Tw Cen MT" panose="020B0602020104020603"/>
                <a:cs typeface="Tw Cen MT" panose="020B0602020104020603"/>
              </a:rPr>
              <a:t>m</a:t>
            </a:r>
            <a:r>
              <a:rPr sz="2900" spc="50" dirty="0">
                <a:solidFill>
                  <a:srgbClr val="FF0000"/>
                </a:solidFill>
                <a:latin typeface="Tw Cen MT" panose="020B0602020104020603"/>
                <a:cs typeface="Tw Cen MT" panose="020B0602020104020603"/>
              </a:rPr>
              <a:t>o</a:t>
            </a:r>
            <a:r>
              <a:rPr sz="2900" spc="-10" dirty="0">
                <a:solidFill>
                  <a:srgbClr val="FF0000"/>
                </a:solidFill>
                <a:latin typeface="Tw Cen MT" panose="020B0602020104020603"/>
                <a:cs typeface="Tw Cen MT" panose="020B0602020104020603"/>
              </a:rPr>
              <a:t>g</a:t>
            </a:r>
            <a:r>
              <a:rPr sz="2900" spc="55" dirty="0">
                <a:solidFill>
                  <a:srgbClr val="FF0000"/>
                </a:solidFill>
                <a:latin typeface="Tw Cen MT" panose="020B0602020104020603"/>
                <a:cs typeface="Tw Cen MT" panose="020B0602020104020603"/>
              </a:rPr>
              <a:t>e</a:t>
            </a:r>
            <a:r>
              <a:rPr sz="2900" spc="50" dirty="0">
                <a:solidFill>
                  <a:srgbClr val="FF0000"/>
                </a:solidFill>
                <a:latin typeface="Tw Cen MT" panose="020B0602020104020603"/>
                <a:cs typeface="Tw Cen MT" panose="020B0602020104020603"/>
              </a:rPr>
              <a:t>n</a:t>
            </a:r>
            <a:r>
              <a:rPr sz="2900" spc="55" dirty="0">
                <a:solidFill>
                  <a:srgbClr val="FF0000"/>
                </a:solidFill>
                <a:latin typeface="Tw Cen MT" panose="020B0602020104020603"/>
                <a:cs typeface="Tw Cen MT" panose="020B0602020104020603"/>
              </a:rPr>
              <a:t>i</a:t>
            </a:r>
            <a:r>
              <a:rPr sz="2900" spc="50" dirty="0">
                <a:solidFill>
                  <a:srgbClr val="FF0000"/>
                </a:solidFill>
                <a:latin typeface="Tw Cen MT" panose="020B0602020104020603"/>
                <a:cs typeface="Tw Cen MT" panose="020B0602020104020603"/>
              </a:rPr>
              <a:t>zat</a:t>
            </a:r>
            <a:r>
              <a:rPr sz="2900" spc="55" dirty="0">
                <a:solidFill>
                  <a:srgbClr val="FF0000"/>
                </a:solidFill>
                <a:latin typeface="Tw Cen MT" panose="020B0602020104020603"/>
                <a:cs typeface="Tw Cen MT" panose="020B0602020104020603"/>
              </a:rPr>
              <a:t>io</a:t>
            </a:r>
            <a:r>
              <a:rPr sz="2900" spc="-5" dirty="0">
                <a:solidFill>
                  <a:srgbClr val="FF0000"/>
                </a:solidFill>
                <a:latin typeface="Tw Cen MT" panose="020B0602020104020603"/>
                <a:cs typeface="Tw Cen MT" panose="020B0602020104020603"/>
              </a:rPr>
              <a:t>n</a:t>
            </a:r>
            <a:r>
              <a:rPr sz="2900" spc="120" dirty="0">
                <a:solidFill>
                  <a:srgbClr val="FF0000"/>
                </a:solidFill>
                <a:latin typeface="Tw Cen MT" panose="020B0602020104020603"/>
                <a:cs typeface="Tw Cen MT" panose="020B0602020104020603"/>
              </a:rPr>
              <a:t> </a:t>
            </a:r>
            <a:r>
              <a:rPr sz="2900" spc="55" dirty="0">
                <a:solidFill>
                  <a:srgbClr val="FF0000"/>
                </a:solidFill>
                <a:latin typeface="Tw Cen MT" panose="020B0602020104020603"/>
                <a:cs typeface="Tw Cen MT" panose="020B0602020104020603"/>
              </a:rPr>
              <a:t>o</a:t>
            </a:r>
            <a:r>
              <a:rPr sz="2900" dirty="0">
                <a:solidFill>
                  <a:srgbClr val="FF0000"/>
                </a:solidFill>
                <a:latin typeface="Tw Cen MT" panose="020B0602020104020603"/>
                <a:cs typeface="Tw Cen MT" panose="020B0602020104020603"/>
              </a:rPr>
              <a:t>f</a:t>
            </a:r>
            <a:r>
              <a:rPr sz="2900" spc="200" dirty="0">
                <a:solidFill>
                  <a:srgbClr val="FF0000"/>
                </a:solidFill>
                <a:latin typeface="Tw Cen MT" panose="020B0602020104020603"/>
                <a:cs typeface="Tw Cen MT" panose="020B0602020104020603"/>
              </a:rPr>
              <a:t> </a:t>
            </a:r>
            <a:r>
              <a:rPr sz="2900" spc="55" dirty="0">
                <a:solidFill>
                  <a:srgbClr val="FF0000"/>
                </a:solidFill>
                <a:latin typeface="Tw Cen MT" panose="020B0602020104020603"/>
                <a:cs typeface="Tw Cen MT" panose="020B0602020104020603"/>
              </a:rPr>
              <a:t>s</a:t>
            </a:r>
            <a:r>
              <a:rPr sz="2900" spc="50" dirty="0">
                <a:solidFill>
                  <a:srgbClr val="FF0000"/>
                </a:solidFill>
                <a:latin typeface="Tw Cen MT" panose="020B0602020104020603"/>
                <a:cs typeface="Tw Cen MT" panose="020B0602020104020603"/>
              </a:rPr>
              <a:t>t</a:t>
            </a:r>
            <a:r>
              <a:rPr sz="2900" spc="55" dirty="0">
                <a:solidFill>
                  <a:srgbClr val="FF0000"/>
                </a:solidFill>
                <a:latin typeface="Tw Cen MT" panose="020B0602020104020603"/>
                <a:cs typeface="Tw Cen MT" panose="020B0602020104020603"/>
              </a:rPr>
              <a:t>o</a:t>
            </a:r>
            <a:r>
              <a:rPr sz="2900" spc="25" dirty="0">
                <a:solidFill>
                  <a:srgbClr val="FF0000"/>
                </a:solidFill>
                <a:latin typeface="Tw Cen MT" panose="020B0602020104020603"/>
                <a:cs typeface="Tw Cen MT" panose="020B0602020104020603"/>
              </a:rPr>
              <a:t>r</a:t>
            </a:r>
            <a:r>
              <a:rPr sz="2900" spc="50" dirty="0">
                <a:solidFill>
                  <a:srgbClr val="FF0000"/>
                </a:solidFill>
                <a:latin typeface="Tw Cen MT" panose="020B0602020104020603"/>
                <a:cs typeface="Tw Cen MT" panose="020B0602020104020603"/>
              </a:rPr>
              <a:t>a</a:t>
            </a:r>
            <a:r>
              <a:rPr sz="2900" spc="-10" dirty="0">
                <a:solidFill>
                  <a:srgbClr val="FF0000"/>
                </a:solidFill>
                <a:latin typeface="Tw Cen MT" panose="020B0602020104020603"/>
                <a:cs typeface="Tw Cen MT" panose="020B0602020104020603"/>
              </a:rPr>
              <a:t>g</a:t>
            </a:r>
            <a:r>
              <a:rPr sz="2900" dirty="0">
                <a:solidFill>
                  <a:srgbClr val="FF0000"/>
                </a:solidFill>
                <a:latin typeface="Tw Cen MT" panose="020B0602020104020603"/>
                <a:cs typeface="Tw Cen MT" panose="020B0602020104020603"/>
              </a:rPr>
              <a:t>e</a:t>
            </a:r>
            <a:r>
              <a:rPr sz="2900" spc="114" dirty="0">
                <a:solidFill>
                  <a:srgbClr val="FF0000"/>
                </a:solidFill>
                <a:latin typeface="Tw Cen MT" panose="020B0602020104020603"/>
                <a:cs typeface="Tw Cen MT" panose="020B0602020104020603"/>
              </a:rPr>
              <a:t> </a:t>
            </a:r>
            <a:r>
              <a:rPr sz="2900" spc="55" dirty="0">
                <a:latin typeface="Tw Cen MT" panose="020B0602020104020603"/>
                <a:cs typeface="Tw Cen MT" panose="020B0602020104020603"/>
              </a:rPr>
              <a:t>a</a:t>
            </a:r>
            <a:r>
              <a:rPr sz="2900" spc="50" dirty="0">
                <a:latin typeface="Tw Cen MT" panose="020B0602020104020603"/>
                <a:cs typeface="Tw Cen MT" panose="020B0602020104020603"/>
              </a:rPr>
              <a:t>c</a:t>
            </a:r>
            <a:r>
              <a:rPr sz="2900" spc="-5" dirty="0">
                <a:latin typeface="Tw Cen MT" panose="020B0602020104020603"/>
                <a:cs typeface="Tw Cen MT" panose="020B0602020104020603"/>
              </a:rPr>
              <a:t>r</a:t>
            </a:r>
            <a:r>
              <a:rPr sz="2900" spc="55" dirty="0">
                <a:latin typeface="Tw Cen MT" panose="020B0602020104020603"/>
                <a:cs typeface="Tw Cen MT" panose="020B0602020104020603"/>
              </a:rPr>
              <a:t>os</a:t>
            </a:r>
            <a:r>
              <a:rPr sz="2900" dirty="0">
                <a:latin typeface="Tw Cen MT" panose="020B0602020104020603"/>
                <a:cs typeface="Tw Cen MT" panose="020B0602020104020603"/>
              </a:rPr>
              <a:t>s</a:t>
            </a:r>
            <a:r>
              <a:rPr sz="2900" spc="114" dirty="0">
                <a:latin typeface="Tw Cen MT" panose="020B0602020104020603"/>
                <a:cs typeface="Tw Cen MT" panose="020B0602020104020603"/>
              </a:rPr>
              <a:t> </a:t>
            </a:r>
            <a:r>
              <a:rPr sz="2900" spc="55" dirty="0">
                <a:latin typeface="Tw Cen MT" panose="020B0602020104020603"/>
                <a:cs typeface="Tw Cen MT" panose="020B0602020104020603"/>
              </a:rPr>
              <a:t>s</a:t>
            </a:r>
            <a:r>
              <a:rPr sz="2900" spc="50" dirty="0">
                <a:latin typeface="Tw Cen MT" panose="020B0602020104020603"/>
                <a:cs typeface="Tw Cen MT" panose="020B0602020104020603"/>
              </a:rPr>
              <a:t>t</a:t>
            </a:r>
            <a:r>
              <a:rPr sz="2900" spc="55" dirty="0">
                <a:latin typeface="Tw Cen MT" panose="020B0602020104020603"/>
                <a:cs typeface="Tw Cen MT" panose="020B0602020104020603"/>
              </a:rPr>
              <a:t>o</a:t>
            </a:r>
            <a:r>
              <a:rPr sz="2900" spc="25" dirty="0">
                <a:latin typeface="Tw Cen MT" panose="020B0602020104020603"/>
                <a:cs typeface="Tw Cen MT" panose="020B0602020104020603"/>
              </a:rPr>
              <a:t>r</a:t>
            </a:r>
            <a:r>
              <a:rPr sz="2900" spc="50" dirty="0">
                <a:latin typeface="Tw Cen MT" panose="020B0602020104020603"/>
                <a:cs typeface="Tw Cen MT" panose="020B0602020104020603"/>
              </a:rPr>
              <a:t>a</a:t>
            </a:r>
            <a:r>
              <a:rPr sz="2900" spc="-10" dirty="0">
                <a:latin typeface="Tw Cen MT" panose="020B0602020104020603"/>
                <a:cs typeface="Tw Cen MT" panose="020B0602020104020603"/>
              </a:rPr>
              <a:t>g</a:t>
            </a:r>
            <a:r>
              <a:rPr sz="2900" dirty="0">
                <a:latin typeface="Tw Cen MT" panose="020B0602020104020603"/>
                <a:cs typeface="Tw Cen MT" panose="020B0602020104020603"/>
              </a:rPr>
              <a:t>e</a:t>
            </a:r>
            <a:r>
              <a:rPr sz="2900" spc="114" dirty="0">
                <a:latin typeface="Tw Cen MT" panose="020B0602020104020603"/>
                <a:cs typeface="Tw Cen MT" panose="020B0602020104020603"/>
              </a:rPr>
              <a:t> </a:t>
            </a:r>
            <a:r>
              <a:rPr sz="2900" spc="55" dirty="0">
                <a:latin typeface="Tw Cen MT" panose="020B0602020104020603"/>
                <a:cs typeface="Tw Cen MT" panose="020B0602020104020603"/>
              </a:rPr>
              <a:t>de</a:t>
            </a:r>
            <a:r>
              <a:rPr sz="2900" spc="50" dirty="0">
                <a:latin typeface="Tw Cen MT" panose="020B0602020104020603"/>
                <a:cs typeface="Tw Cen MT" panose="020B0602020104020603"/>
              </a:rPr>
              <a:t>v</a:t>
            </a:r>
            <a:r>
              <a:rPr sz="2900" spc="55" dirty="0">
                <a:latin typeface="Tw Cen MT" panose="020B0602020104020603"/>
                <a:cs typeface="Tw Cen MT" panose="020B0602020104020603"/>
              </a:rPr>
              <a:t>i</a:t>
            </a:r>
            <a:r>
              <a:rPr sz="2900" spc="50" dirty="0">
                <a:latin typeface="Tw Cen MT" panose="020B0602020104020603"/>
                <a:cs typeface="Tw Cen MT" panose="020B0602020104020603"/>
              </a:rPr>
              <a:t>c</a:t>
            </a:r>
            <a:r>
              <a:rPr sz="2900" spc="55" dirty="0">
                <a:latin typeface="Tw Cen MT" panose="020B0602020104020603"/>
                <a:cs typeface="Tw Cen MT" panose="020B0602020104020603"/>
              </a:rPr>
              <a:t>e</a:t>
            </a:r>
            <a:r>
              <a:rPr sz="2900" dirty="0">
                <a:latin typeface="Tw Cen MT" panose="020B0602020104020603"/>
                <a:cs typeface="Tw Cen MT" panose="020B0602020104020603"/>
              </a:rPr>
              <a:t>s </a:t>
            </a:r>
            <a:r>
              <a:rPr sz="2900" spc="-5" dirty="0">
                <a:latin typeface="Tw Cen MT" panose="020B0602020104020603"/>
                <a:cs typeface="Tw Cen MT" panose="020B0602020104020603"/>
              </a:rPr>
              <a:t>o</a:t>
            </a:r>
            <a:r>
              <a:rPr sz="2900" dirty="0">
                <a:latin typeface="Tw Cen MT" panose="020B0602020104020603"/>
                <a:cs typeface="Tw Cen MT" panose="020B0602020104020603"/>
              </a:rPr>
              <a:t>f</a:t>
            </a:r>
            <a:r>
              <a:rPr sz="2900" spc="80" dirty="0">
                <a:latin typeface="Tw Cen MT" panose="020B0602020104020603"/>
                <a:cs typeface="Tw Cen MT" panose="020B0602020104020603"/>
              </a:rPr>
              <a:t> </a:t>
            </a:r>
            <a:r>
              <a:rPr sz="2900" spc="55" dirty="0">
                <a:solidFill>
                  <a:srgbClr val="00B050"/>
                </a:solidFill>
                <a:latin typeface="Tw Cen MT" panose="020B0602020104020603"/>
                <a:cs typeface="Tw Cen MT" panose="020B0602020104020603"/>
              </a:rPr>
              <a:t>m</a:t>
            </a:r>
            <a:r>
              <a:rPr sz="2900" spc="-5" dirty="0">
                <a:solidFill>
                  <a:srgbClr val="00B050"/>
                </a:solidFill>
                <a:latin typeface="Tw Cen MT" panose="020B0602020104020603"/>
                <a:cs typeface="Tw Cen MT" panose="020B0602020104020603"/>
              </a:rPr>
              <a:t>ulti</a:t>
            </a:r>
            <a:r>
              <a:rPr sz="2900" spc="-10" dirty="0">
                <a:solidFill>
                  <a:srgbClr val="00B050"/>
                </a:solidFill>
                <a:latin typeface="Tw Cen MT" panose="020B0602020104020603"/>
                <a:cs typeface="Tw Cen MT" panose="020B0602020104020603"/>
              </a:rPr>
              <a:t>p</a:t>
            </a:r>
            <a:r>
              <a:rPr sz="2900" spc="-5" dirty="0">
                <a:solidFill>
                  <a:srgbClr val="00B050"/>
                </a:solidFill>
                <a:latin typeface="Tw Cen MT" panose="020B0602020104020603"/>
                <a:cs typeface="Tw Cen MT" panose="020B0602020104020603"/>
              </a:rPr>
              <a:t>l</a:t>
            </a:r>
            <a:r>
              <a:rPr sz="2900" dirty="0">
                <a:solidFill>
                  <a:srgbClr val="00B050"/>
                </a:solidFill>
                <a:latin typeface="Tw Cen MT" panose="020B0602020104020603"/>
                <a:cs typeface="Tw Cen MT" panose="020B0602020104020603"/>
              </a:rPr>
              <a:t>e</a:t>
            </a:r>
            <a:r>
              <a:rPr sz="2900" spc="-5" dirty="0">
                <a:solidFill>
                  <a:srgbClr val="00B050"/>
                </a:solidFill>
                <a:latin typeface="Tw Cen MT" panose="020B0602020104020603"/>
                <a:cs typeface="Tw Cen MT" panose="020B0602020104020603"/>
              </a:rPr>
              <a:t> </a:t>
            </a:r>
            <a:r>
              <a:rPr sz="2900" spc="-10" dirty="0">
                <a:solidFill>
                  <a:srgbClr val="00B050"/>
                </a:solidFill>
                <a:latin typeface="Tw Cen MT" panose="020B0602020104020603"/>
                <a:cs typeface="Tw Cen MT" panose="020B0602020104020603"/>
              </a:rPr>
              <a:t>capac</a:t>
            </a:r>
            <a:r>
              <a:rPr sz="2900" spc="-5" dirty="0">
                <a:solidFill>
                  <a:srgbClr val="00B050"/>
                </a:solidFill>
                <a:latin typeface="Tw Cen MT" panose="020B0602020104020603"/>
                <a:cs typeface="Tw Cen MT" panose="020B0602020104020603"/>
              </a:rPr>
              <a:t>it</a:t>
            </a:r>
            <a:r>
              <a:rPr sz="2900" dirty="0">
                <a:solidFill>
                  <a:srgbClr val="00B050"/>
                </a:solidFill>
                <a:latin typeface="Tw Cen MT" panose="020B0602020104020603"/>
                <a:cs typeface="Tw Cen MT" panose="020B0602020104020603"/>
              </a:rPr>
              <a:t>y</a:t>
            </a:r>
            <a:r>
              <a:rPr sz="2900" spc="-5" dirty="0">
                <a:solidFill>
                  <a:srgbClr val="00B050"/>
                </a:solidFill>
                <a:latin typeface="Tw Cen MT" panose="020B0602020104020603"/>
                <a:cs typeface="Tw Cen MT" panose="020B0602020104020603"/>
              </a:rPr>
              <a:t> and s</a:t>
            </a:r>
            <a:r>
              <a:rPr sz="2900" spc="-10" dirty="0">
                <a:solidFill>
                  <a:srgbClr val="00B050"/>
                </a:solidFill>
                <a:latin typeface="Tw Cen MT" panose="020B0602020104020603"/>
                <a:cs typeface="Tw Cen MT" panose="020B0602020104020603"/>
              </a:rPr>
              <a:t>p</a:t>
            </a:r>
            <a:r>
              <a:rPr sz="2900" spc="-5" dirty="0">
                <a:solidFill>
                  <a:srgbClr val="00B050"/>
                </a:solidFill>
                <a:latin typeface="Tw Cen MT" panose="020B0602020104020603"/>
                <a:cs typeface="Tw Cen MT" panose="020B0602020104020603"/>
              </a:rPr>
              <a:t>ee</a:t>
            </a:r>
            <a:r>
              <a:rPr sz="2900" spc="-10" dirty="0">
                <a:solidFill>
                  <a:srgbClr val="00B050"/>
                </a:solidFill>
                <a:latin typeface="Tw Cen MT" panose="020B0602020104020603"/>
                <a:cs typeface="Tw Cen MT" panose="020B0602020104020603"/>
              </a:rPr>
              <a:t>d</a:t>
            </a:r>
            <a:r>
              <a:rPr sz="2900" spc="-65" dirty="0">
                <a:solidFill>
                  <a:srgbClr val="00B050"/>
                </a:solidFill>
                <a:latin typeface="Tw Cen MT" panose="020B0602020104020603"/>
                <a:cs typeface="Tw Cen MT" panose="020B0602020104020603"/>
              </a:rPr>
              <a:t>s</a:t>
            </a:r>
            <a:r>
              <a:rPr sz="2900" dirty="0">
                <a:latin typeface="Tw Cen MT" panose="020B0602020104020603"/>
                <a:cs typeface="Tw Cen MT" panose="020B0602020104020603"/>
              </a:rPr>
              <a:t>,</a:t>
            </a:r>
            <a:r>
              <a:rPr sz="2900" spc="-5" dirty="0">
                <a:latin typeface="Tw Cen MT" panose="020B0602020104020603"/>
                <a:cs typeface="Tw Cen MT" panose="020B0602020104020603"/>
              </a:rPr>
              <a:t> </a:t>
            </a:r>
            <a:r>
              <a:rPr sz="2900" spc="-5" dirty="0">
                <a:solidFill>
                  <a:srgbClr val="0070C0"/>
                </a:solidFill>
                <a:latin typeface="Tw Cen MT" panose="020B0602020104020603"/>
                <a:cs typeface="Tw Cen MT" panose="020B0602020104020603"/>
              </a:rPr>
              <a:t>re</a:t>
            </a:r>
            <a:r>
              <a:rPr sz="2900" spc="-10" dirty="0">
                <a:solidFill>
                  <a:srgbClr val="0070C0"/>
                </a:solidFill>
                <a:latin typeface="Tw Cen MT" panose="020B0602020104020603"/>
                <a:cs typeface="Tw Cen MT" panose="020B0602020104020603"/>
              </a:rPr>
              <a:t>d</a:t>
            </a:r>
            <a:r>
              <a:rPr sz="2900" spc="-5" dirty="0">
                <a:solidFill>
                  <a:srgbClr val="0070C0"/>
                </a:solidFill>
                <a:latin typeface="Tw Cen MT" panose="020B0602020104020603"/>
                <a:cs typeface="Tw Cen MT" panose="020B0602020104020603"/>
              </a:rPr>
              <a:t>u</a:t>
            </a:r>
            <a:r>
              <a:rPr sz="2900" spc="-10" dirty="0">
                <a:solidFill>
                  <a:srgbClr val="0070C0"/>
                </a:solidFill>
                <a:latin typeface="Tw Cen MT" panose="020B0602020104020603"/>
                <a:cs typeface="Tw Cen MT" panose="020B0602020104020603"/>
              </a:rPr>
              <a:t>c</a:t>
            </a:r>
            <a:r>
              <a:rPr sz="2900" spc="-5" dirty="0">
                <a:solidFill>
                  <a:srgbClr val="0070C0"/>
                </a:solidFill>
                <a:latin typeface="Tw Cen MT" panose="020B0602020104020603"/>
                <a:cs typeface="Tw Cen MT" panose="020B0602020104020603"/>
              </a:rPr>
              <a:t>ed</a:t>
            </a:r>
            <a:r>
              <a:rPr sz="2900" spc="-10" dirty="0">
                <a:solidFill>
                  <a:srgbClr val="0070C0"/>
                </a:solidFill>
                <a:latin typeface="Tw Cen MT" panose="020B0602020104020603"/>
                <a:cs typeface="Tw Cen MT" panose="020B0602020104020603"/>
              </a:rPr>
              <a:t> d</a:t>
            </a:r>
            <a:r>
              <a:rPr sz="2900" spc="-95" dirty="0">
                <a:solidFill>
                  <a:srgbClr val="0070C0"/>
                </a:solidFill>
                <a:latin typeface="Tw Cen MT" panose="020B0602020104020603"/>
                <a:cs typeface="Tw Cen MT" panose="020B0602020104020603"/>
              </a:rPr>
              <a:t>o</a:t>
            </a:r>
            <a:r>
              <a:rPr sz="2900" dirty="0">
                <a:solidFill>
                  <a:srgbClr val="0070C0"/>
                </a:solidFill>
                <a:latin typeface="Tw Cen MT" panose="020B0602020104020603"/>
                <a:cs typeface="Tw Cen MT" panose="020B0602020104020603"/>
              </a:rPr>
              <a:t>w</a:t>
            </a:r>
            <a:r>
              <a:rPr sz="2900" spc="-5" dirty="0">
                <a:solidFill>
                  <a:srgbClr val="0070C0"/>
                </a:solidFill>
                <a:latin typeface="Tw Cen MT" panose="020B0602020104020603"/>
                <a:cs typeface="Tw Cen MT" panose="020B0602020104020603"/>
              </a:rPr>
              <a:t>nti</a:t>
            </a:r>
            <a:r>
              <a:rPr sz="2900" dirty="0">
                <a:solidFill>
                  <a:srgbClr val="0070C0"/>
                </a:solidFill>
                <a:latin typeface="Tw Cen MT" panose="020B0602020104020603"/>
                <a:cs typeface="Tw Cen MT" panose="020B0602020104020603"/>
              </a:rPr>
              <a:t>m</a:t>
            </a:r>
            <a:r>
              <a:rPr sz="2900" spc="-125" dirty="0">
                <a:solidFill>
                  <a:srgbClr val="0070C0"/>
                </a:solidFill>
                <a:latin typeface="Tw Cen MT" panose="020B0602020104020603"/>
                <a:cs typeface="Tw Cen MT" panose="020B0602020104020603"/>
              </a:rPr>
              <a:t>e</a:t>
            </a:r>
            <a:r>
              <a:rPr sz="2900" dirty="0">
                <a:latin typeface="Tw Cen MT" panose="020B0602020104020603"/>
                <a:cs typeface="Tw Cen MT" panose="020B0602020104020603"/>
              </a:rPr>
              <a:t>, </a:t>
            </a:r>
            <a:r>
              <a:rPr sz="2900" spc="280" dirty="0">
                <a:solidFill>
                  <a:srgbClr val="00B050"/>
                </a:solidFill>
                <a:latin typeface="Tw Cen MT" panose="020B0602020104020603"/>
                <a:cs typeface="Tw Cen MT" panose="020B0602020104020603"/>
              </a:rPr>
              <a:t>lo</a:t>
            </a:r>
            <a:r>
              <a:rPr sz="2900" spc="275" dirty="0">
                <a:solidFill>
                  <a:srgbClr val="00B050"/>
                </a:solidFill>
                <a:latin typeface="Tw Cen MT" panose="020B0602020104020603"/>
                <a:cs typeface="Tw Cen MT" panose="020B0602020104020603"/>
              </a:rPr>
              <a:t>a</a:t>
            </a:r>
            <a:r>
              <a:rPr sz="2900" spc="-5" dirty="0">
                <a:solidFill>
                  <a:srgbClr val="00B050"/>
                </a:solidFill>
                <a:latin typeface="Tw Cen MT" panose="020B0602020104020603"/>
                <a:cs typeface="Tw Cen MT" panose="020B0602020104020603"/>
              </a:rPr>
              <a:t>d </a:t>
            </a:r>
            <a:r>
              <a:rPr sz="2900" spc="-229" dirty="0">
                <a:solidFill>
                  <a:srgbClr val="00B050"/>
                </a:solidFill>
                <a:latin typeface="Tw Cen MT" panose="020B0602020104020603"/>
                <a:cs typeface="Tw Cen MT" panose="020B0602020104020603"/>
              </a:rPr>
              <a:t> </a:t>
            </a:r>
            <a:r>
              <a:rPr sz="2900" spc="275" dirty="0">
                <a:solidFill>
                  <a:srgbClr val="00B050"/>
                </a:solidFill>
                <a:latin typeface="Tw Cen MT" panose="020B0602020104020603"/>
                <a:cs typeface="Tw Cen MT" panose="020B0602020104020603"/>
              </a:rPr>
              <a:t>ba</a:t>
            </a:r>
            <a:r>
              <a:rPr sz="2900" spc="285" dirty="0">
                <a:solidFill>
                  <a:srgbClr val="00B050"/>
                </a:solidFill>
                <a:latin typeface="Tw Cen MT" panose="020B0602020104020603"/>
                <a:cs typeface="Tw Cen MT" panose="020B0602020104020603"/>
              </a:rPr>
              <a:t>l</a:t>
            </a:r>
            <a:r>
              <a:rPr sz="2900" spc="275" dirty="0">
                <a:solidFill>
                  <a:srgbClr val="00B050"/>
                </a:solidFill>
                <a:latin typeface="Tw Cen MT" panose="020B0602020104020603"/>
                <a:cs typeface="Tw Cen MT" panose="020B0602020104020603"/>
              </a:rPr>
              <a:t>a</a:t>
            </a:r>
            <a:r>
              <a:rPr sz="2900" spc="280" dirty="0">
                <a:solidFill>
                  <a:srgbClr val="00B050"/>
                </a:solidFill>
                <a:latin typeface="Tw Cen MT" panose="020B0602020104020603"/>
                <a:cs typeface="Tw Cen MT" panose="020B0602020104020603"/>
              </a:rPr>
              <a:t>n</a:t>
            </a:r>
            <a:r>
              <a:rPr sz="2900" spc="275" dirty="0">
                <a:solidFill>
                  <a:srgbClr val="00B050"/>
                </a:solidFill>
                <a:latin typeface="Tw Cen MT" panose="020B0602020104020603"/>
                <a:cs typeface="Tw Cen MT" panose="020B0602020104020603"/>
              </a:rPr>
              <a:t>c</a:t>
            </a:r>
            <a:r>
              <a:rPr sz="2900" spc="285" dirty="0">
                <a:solidFill>
                  <a:srgbClr val="00B050"/>
                </a:solidFill>
                <a:latin typeface="Tw Cen MT" panose="020B0602020104020603"/>
                <a:cs typeface="Tw Cen MT" panose="020B0602020104020603"/>
              </a:rPr>
              <a:t>i</a:t>
            </a:r>
            <a:r>
              <a:rPr sz="2900" spc="280" dirty="0">
                <a:solidFill>
                  <a:srgbClr val="00B050"/>
                </a:solidFill>
                <a:latin typeface="Tw Cen MT" panose="020B0602020104020603"/>
                <a:cs typeface="Tw Cen MT" panose="020B0602020104020603"/>
              </a:rPr>
              <a:t>n</a:t>
            </a:r>
            <a:r>
              <a:rPr sz="2900" spc="-5" dirty="0">
                <a:solidFill>
                  <a:srgbClr val="00B050"/>
                </a:solidFill>
                <a:latin typeface="Tw Cen MT" panose="020B0602020104020603"/>
                <a:cs typeface="Tw Cen MT" panose="020B0602020104020603"/>
              </a:rPr>
              <a:t>g </a:t>
            </a:r>
            <a:r>
              <a:rPr sz="2900" spc="-225" dirty="0">
                <a:solidFill>
                  <a:srgbClr val="00B050"/>
                </a:solidFill>
                <a:latin typeface="Tw Cen MT" panose="020B0602020104020603"/>
                <a:cs typeface="Tw Cen MT" panose="020B0602020104020603"/>
              </a:rPr>
              <a:t> </a:t>
            </a:r>
            <a:r>
              <a:rPr sz="2900" spc="275" dirty="0">
                <a:latin typeface="Tw Cen MT" panose="020B0602020104020603"/>
                <a:cs typeface="Tw Cen MT" panose="020B0602020104020603"/>
              </a:rPr>
              <a:t>a</a:t>
            </a:r>
            <a:r>
              <a:rPr sz="2900" spc="280" dirty="0">
                <a:latin typeface="Tw Cen MT" panose="020B0602020104020603"/>
                <a:cs typeface="Tw Cen MT" panose="020B0602020104020603"/>
              </a:rPr>
              <a:t>n</a:t>
            </a:r>
            <a:r>
              <a:rPr sz="2900" spc="-5" dirty="0">
                <a:latin typeface="Tw Cen MT" panose="020B0602020104020603"/>
                <a:cs typeface="Tw Cen MT" panose="020B0602020104020603"/>
              </a:rPr>
              <a:t>d </a:t>
            </a:r>
            <a:r>
              <a:rPr sz="2900" spc="-225" dirty="0">
                <a:latin typeface="Tw Cen MT" panose="020B0602020104020603"/>
                <a:cs typeface="Tw Cen MT" panose="020B0602020104020603"/>
              </a:rPr>
              <a:t> </a:t>
            </a:r>
            <a:r>
              <a:rPr sz="2900" spc="275" dirty="0">
                <a:solidFill>
                  <a:srgbClr val="0070C0"/>
                </a:solidFill>
                <a:latin typeface="Tw Cen MT" panose="020B0602020104020603"/>
                <a:cs typeface="Tw Cen MT" panose="020B0602020104020603"/>
              </a:rPr>
              <a:t>b</a:t>
            </a:r>
            <a:r>
              <a:rPr sz="2900" spc="285" dirty="0">
                <a:solidFill>
                  <a:srgbClr val="0070C0"/>
                </a:solidFill>
                <a:latin typeface="Tw Cen MT" panose="020B0602020104020603"/>
                <a:cs typeface="Tw Cen MT" panose="020B0602020104020603"/>
              </a:rPr>
              <a:t>e</a:t>
            </a:r>
            <a:r>
              <a:rPr sz="2900" spc="280" dirty="0">
                <a:solidFill>
                  <a:srgbClr val="0070C0"/>
                </a:solidFill>
                <a:latin typeface="Tw Cen MT" panose="020B0602020104020603"/>
                <a:cs typeface="Tw Cen MT" panose="020B0602020104020603"/>
              </a:rPr>
              <a:t>tt</a:t>
            </a:r>
            <a:r>
              <a:rPr sz="2900" spc="285" dirty="0">
                <a:solidFill>
                  <a:srgbClr val="0070C0"/>
                </a:solidFill>
                <a:latin typeface="Tw Cen MT" panose="020B0602020104020603"/>
                <a:cs typeface="Tw Cen MT" panose="020B0602020104020603"/>
              </a:rPr>
              <a:t>e</a:t>
            </a:r>
            <a:r>
              <a:rPr sz="2900" dirty="0">
                <a:solidFill>
                  <a:srgbClr val="0070C0"/>
                </a:solidFill>
                <a:latin typeface="Tw Cen MT" panose="020B0602020104020603"/>
                <a:cs typeface="Tw Cen MT" panose="020B0602020104020603"/>
              </a:rPr>
              <a:t>r </a:t>
            </a:r>
            <a:r>
              <a:rPr sz="2900" spc="-225" dirty="0">
                <a:solidFill>
                  <a:srgbClr val="0070C0"/>
                </a:solidFill>
                <a:latin typeface="Tw Cen MT" panose="020B0602020104020603"/>
                <a:cs typeface="Tw Cen MT" panose="020B0602020104020603"/>
              </a:rPr>
              <a:t> </a:t>
            </a:r>
            <a:r>
              <a:rPr sz="2900" spc="285" dirty="0">
                <a:solidFill>
                  <a:srgbClr val="0070C0"/>
                </a:solidFill>
                <a:latin typeface="Tw Cen MT" panose="020B0602020104020603"/>
                <a:cs typeface="Tw Cen MT" panose="020B0602020104020603"/>
              </a:rPr>
              <a:t>o</a:t>
            </a:r>
            <a:r>
              <a:rPr sz="2900" spc="275" dirty="0">
                <a:solidFill>
                  <a:srgbClr val="0070C0"/>
                </a:solidFill>
                <a:latin typeface="Tw Cen MT" panose="020B0602020104020603"/>
                <a:cs typeface="Tw Cen MT" panose="020B0602020104020603"/>
              </a:rPr>
              <a:t>p</a:t>
            </a:r>
            <a:r>
              <a:rPr sz="2900" spc="280" dirty="0">
                <a:solidFill>
                  <a:srgbClr val="0070C0"/>
                </a:solidFill>
                <a:latin typeface="Tw Cen MT" panose="020B0602020104020603"/>
                <a:cs typeface="Tw Cen MT" panose="020B0602020104020603"/>
              </a:rPr>
              <a:t>t</a:t>
            </a:r>
            <a:r>
              <a:rPr sz="2900" spc="285" dirty="0">
                <a:solidFill>
                  <a:srgbClr val="0070C0"/>
                </a:solidFill>
                <a:latin typeface="Tw Cen MT" panose="020B0602020104020603"/>
                <a:cs typeface="Tw Cen MT" panose="020B0602020104020603"/>
              </a:rPr>
              <a:t>i</a:t>
            </a:r>
            <a:r>
              <a:rPr sz="2900" spc="290" dirty="0">
                <a:solidFill>
                  <a:srgbClr val="0070C0"/>
                </a:solidFill>
                <a:latin typeface="Tw Cen MT" panose="020B0602020104020603"/>
                <a:cs typeface="Tw Cen MT" panose="020B0602020104020603"/>
              </a:rPr>
              <a:t>m</a:t>
            </a:r>
            <a:r>
              <a:rPr sz="2900" spc="285" dirty="0">
                <a:solidFill>
                  <a:srgbClr val="0070C0"/>
                </a:solidFill>
                <a:latin typeface="Tw Cen MT" panose="020B0602020104020603"/>
                <a:cs typeface="Tw Cen MT" panose="020B0602020104020603"/>
              </a:rPr>
              <a:t>i</a:t>
            </a:r>
            <a:r>
              <a:rPr sz="2900" spc="280" dirty="0">
                <a:solidFill>
                  <a:srgbClr val="0070C0"/>
                </a:solidFill>
                <a:latin typeface="Tw Cen MT" panose="020B0602020104020603"/>
                <a:cs typeface="Tw Cen MT" panose="020B0602020104020603"/>
              </a:rPr>
              <a:t>z</a:t>
            </a:r>
            <a:r>
              <a:rPr sz="2900" spc="275" dirty="0">
                <a:solidFill>
                  <a:srgbClr val="0070C0"/>
                </a:solidFill>
                <a:latin typeface="Tw Cen MT" panose="020B0602020104020603"/>
                <a:cs typeface="Tw Cen MT" panose="020B0602020104020603"/>
              </a:rPr>
              <a:t>a</a:t>
            </a:r>
            <a:r>
              <a:rPr sz="2900" spc="280" dirty="0">
                <a:solidFill>
                  <a:srgbClr val="0070C0"/>
                </a:solidFill>
                <a:latin typeface="Tw Cen MT" panose="020B0602020104020603"/>
                <a:cs typeface="Tw Cen MT" panose="020B0602020104020603"/>
              </a:rPr>
              <a:t>t</a:t>
            </a:r>
            <a:r>
              <a:rPr sz="2900" spc="285" dirty="0">
                <a:solidFill>
                  <a:srgbClr val="0070C0"/>
                </a:solidFill>
                <a:latin typeface="Tw Cen MT" panose="020B0602020104020603"/>
                <a:cs typeface="Tw Cen MT" panose="020B0602020104020603"/>
              </a:rPr>
              <a:t>io</a:t>
            </a:r>
            <a:r>
              <a:rPr sz="2900" spc="-5" dirty="0">
                <a:solidFill>
                  <a:srgbClr val="0070C0"/>
                </a:solidFill>
                <a:latin typeface="Tw Cen MT" panose="020B0602020104020603"/>
                <a:cs typeface="Tw Cen MT" panose="020B0602020104020603"/>
              </a:rPr>
              <a:t>n</a:t>
            </a:r>
            <a:r>
              <a:rPr sz="2900" dirty="0">
                <a:solidFill>
                  <a:srgbClr val="0070C0"/>
                </a:solidFill>
                <a:latin typeface="Tw Cen MT" panose="020B0602020104020603"/>
                <a:cs typeface="Tw Cen MT" panose="020B0602020104020603"/>
              </a:rPr>
              <a:t> </a:t>
            </a:r>
            <a:r>
              <a:rPr sz="2900" spc="-225" dirty="0">
                <a:solidFill>
                  <a:srgbClr val="0070C0"/>
                </a:solidFill>
                <a:latin typeface="Tw Cen MT" panose="020B0602020104020603"/>
                <a:cs typeface="Tw Cen MT" panose="020B0602020104020603"/>
              </a:rPr>
              <a:t> </a:t>
            </a:r>
            <a:r>
              <a:rPr sz="2900" spc="285" dirty="0">
                <a:solidFill>
                  <a:srgbClr val="0070C0"/>
                </a:solidFill>
                <a:latin typeface="Tw Cen MT" panose="020B0602020104020603"/>
                <a:cs typeface="Tw Cen MT" panose="020B0602020104020603"/>
              </a:rPr>
              <a:t>o</a:t>
            </a:r>
            <a:r>
              <a:rPr sz="2900" dirty="0">
                <a:solidFill>
                  <a:srgbClr val="0070C0"/>
                </a:solidFill>
                <a:latin typeface="Tw Cen MT" panose="020B0602020104020603"/>
                <a:cs typeface="Tw Cen MT" panose="020B0602020104020603"/>
              </a:rPr>
              <a:t>f </a:t>
            </a:r>
            <a:r>
              <a:rPr sz="2900" spc="120" dirty="0">
                <a:solidFill>
                  <a:srgbClr val="0070C0"/>
                </a:solidFill>
                <a:latin typeface="Tw Cen MT" panose="020B0602020104020603"/>
                <a:cs typeface="Tw Cen MT" panose="020B0602020104020603"/>
              </a:rPr>
              <a:t>p</a:t>
            </a:r>
            <a:r>
              <a:rPr sz="2900" spc="125" dirty="0">
                <a:solidFill>
                  <a:srgbClr val="0070C0"/>
                </a:solidFill>
                <a:latin typeface="Tw Cen MT" panose="020B0602020104020603"/>
                <a:cs typeface="Tw Cen MT" panose="020B0602020104020603"/>
              </a:rPr>
              <a:t>er</a:t>
            </a:r>
            <a:r>
              <a:rPr sz="2900" spc="65" dirty="0">
                <a:solidFill>
                  <a:srgbClr val="0070C0"/>
                </a:solidFill>
                <a:latin typeface="Tw Cen MT" panose="020B0602020104020603"/>
                <a:cs typeface="Tw Cen MT" panose="020B0602020104020603"/>
              </a:rPr>
              <a:t>f</a:t>
            </a:r>
            <a:r>
              <a:rPr sz="2900" spc="125" dirty="0">
                <a:solidFill>
                  <a:srgbClr val="0070C0"/>
                </a:solidFill>
                <a:latin typeface="Tw Cen MT" panose="020B0602020104020603"/>
                <a:cs typeface="Tw Cen MT" panose="020B0602020104020603"/>
              </a:rPr>
              <a:t>o</a:t>
            </a:r>
            <a:r>
              <a:rPr sz="2900" spc="180" dirty="0">
                <a:solidFill>
                  <a:srgbClr val="0070C0"/>
                </a:solidFill>
                <a:latin typeface="Tw Cen MT" panose="020B0602020104020603"/>
                <a:cs typeface="Tw Cen MT" panose="020B0602020104020603"/>
              </a:rPr>
              <a:t>r</a:t>
            </a:r>
            <a:r>
              <a:rPr sz="2900" spc="130" dirty="0">
                <a:solidFill>
                  <a:srgbClr val="0070C0"/>
                </a:solidFill>
                <a:latin typeface="Tw Cen MT" panose="020B0602020104020603"/>
                <a:cs typeface="Tw Cen MT" panose="020B0602020104020603"/>
              </a:rPr>
              <a:t>m</a:t>
            </a:r>
            <a:r>
              <a:rPr sz="2900" spc="120" dirty="0">
                <a:solidFill>
                  <a:srgbClr val="0070C0"/>
                </a:solidFill>
                <a:latin typeface="Tw Cen MT" panose="020B0602020104020603"/>
                <a:cs typeface="Tw Cen MT" panose="020B0602020104020603"/>
              </a:rPr>
              <a:t>a</a:t>
            </a:r>
            <a:r>
              <a:rPr sz="2900" spc="125" dirty="0">
                <a:solidFill>
                  <a:srgbClr val="0070C0"/>
                </a:solidFill>
                <a:latin typeface="Tw Cen MT" panose="020B0602020104020603"/>
                <a:cs typeface="Tw Cen MT" panose="020B0602020104020603"/>
              </a:rPr>
              <a:t>n</a:t>
            </a:r>
            <a:r>
              <a:rPr sz="2900" spc="120" dirty="0">
                <a:solidFill>
                  <a:srgbClr val="0070C0"/>
                </a:solidFill>
                <a:latin typeface="Tw Cen MT" panose="020B0602020104020603"/>
                <a:cs typeface="Tw Cen MT" panose="020B0602020104020603"/>
              </a:rPr>
              <a:t>c</a:t>
            </a:r>
            <a:r>
              <a:rPr sz="2900" dirty="0">
                <a:solidFill>
                  <a:srgbClr val="0070C0"/>
                </a:solidFill>
                <a:latin typeface="Tw Cen MT" panose="020B0602020104020603"/>
                <a:cs typeface="Tw Cen MT" panose="020B0602020104020603"/>
              </a:rPr>
              <a:t>e</a:t>
            </a:r>
            <a:r>
              <a:rPr sz="2900" spc="254" dirty="0">
                <a:solidFill>
                  <a:srgbClr val="0070C0"/>
                </a:solidFill>
                <a:latin typeface="Tw Cen MT" panose="020B0602020104020603"/>
                <a:cs typeface="Tw Cen MT" panose="020B0602020104020603"/>
              </a:rPr>
              <a:t> </a:t>
            </a:r>
            <a:r>
              <a:rPr sz="2900" spc="125" dirty="0">
                <a:solidFill>
                  <a:srgbClr val="0070C0"/>
                </a:solidFill>
                <a:latin typeface="Tw Cen MT" panose="020B0602020104020603"/>
                <a:cs typeface="Tw Cen MT" panose="020B0602020104020603"/>
              </a:rPr>
              <a:t>an</a:t>
            </a:r>
            <a:r>
              <a:rPr sz="2900" spc="-5" dirty="0">
                <a:solidFill>
                  <a:srgbClr val="0070C0"/>
                </a:solidFill>
                <a:latin typeface="Tw Cen MT" panose="020B0602020104020603"/>
                <a:cs typeface="Tw Cen MT" panose="020B0602020104020603"/>
              </a:rPr>
              <a:t>d</a:t>
            </a:r>
            <a:r>
              <a:rPr sz="2900" spc="265" dirty="0">
                <a:solidFill>
                  <a:srgbClr val="0070C0"/>
                </a:solidFill>
                <a:latin typeface="Tw Cen MT" panose="020B0602020104020603"/>
                <a:cs typeface="Tw Cen MT" panose="020B0602020104020603"/>
              </a:rPr>
              <a:t> </a:t>
            </a:r>
            <a:r>
              <a:rPr sz="2900" spc="130" dirty="0">
                <a:solidFill>
                  <a:srgbClr val="0070C0"/>
                </a:solidFill>
                <a:latin typeface="Tw Cen MT" panose="020B0602020104020603"/>
                <a:cs typeface="Tw Cen MT" panose="020B0602020104020603"/>
              </a:rPr>
              <a:t>s</a:t>
            </a:r>
            <a:r>
              <a:rPr sz="2900" spc="125" dirty="0">
                <a:solidFill>
                  <a:srgbClr val="0070C0"/>
                </a:solidFill>
                <a:latin typeface="Tw Cen MT" panose="020B0602020104020603"/>
                <a:cs typeface="Tw Cen MT" panose="020B0602020104020603"/>
              </a:rPr>
              <a:t>p</a:t>
            </a:r>
            <a:r>
              <a:rPr sz="2900" spc="130" dirty="0">
                <a:solidFill>
                  <a:srgbClr val="0070C0"/>
                </a:solidFill>
                <a:latin typeface="Tw Cen MT" panose="020B0602020104020603"/>
                <a:cs typeface="Tw Cen MT" panose="020B0602020104020603"/>
              </a:rPr>
              <a:t>ee</a:t>
            </a:r>
            <a:r>
              <a:rPr sz="2900" spc="125" dirty="0">
                <a:solidFill>
                  <a:srgbClr val="0070C0"/>
                </a:solidFill>
                <a:latin typeface="Tw Cen MT" panose="020B0602020104020603"/>
                <a:cs typeface="Tw Cen MT" panose="020B0602020104020603"/>
              </a:rPr>
              <a:t>d</a:t>
            </a:r>
            <a:r>
              <a:rPr sz="2900">
                <a:solidFill>
                  <a:srgbClr val="0070C0"/>
                </a:solidFill>
                <a:latin typeface="Tw Cen MT" panose="020B0602020104020603"/>
                <a:cs typeface="Tw Cen MT" panose="020B0602020104020603"/>
              </a:rPr>
              <a:t>.</a:t>
            </a:r>
            <a:r>
              <a:rPr sz="2900" spc="265">
                <a:solidFill>
                  <a:srgbClr val="0070C0"/>
                </a:solidFill>
                <a:latin typeface="Tw Cen MT" panose="020B0602020104020603"/>
                <a:cs typeface="Tw Cen MT" panose="020B0602020104020603"/>
              </a:rPr>
              <a:t> </a:t>
            </a:r>
            <a:endParaRPr lang="en-US" sz="2900" spc="265" dirty="0">
              <a:solidFill>
                <a:srgbClr val="0070C0"/>
              </a:solidFill>
              <a:latin typeface="Tw Cen MT" panose="020B0602020104020603"/>
              <a:cs typeface="Tw Cen MT" panose="020B0602020104020603"/>
            </a:endParaRPr>
          </a:p>
          <a:p>
            <a:pPr marL="861695" marR="5080" indent="-14605" algn="just">
              <a:tabLst>
                <a:tab pos="1318895" algn="l"/>
              </a:tabLst>
            </a:pPr>
            <a:endParaRPr lang="en-US" sz="2900" spc="265" dirty="0">
              <a:solidFill>
                <a:srgbClr val="0070C0"/>
              </a:solidFill>
              <a:latin typeface="Tw Cen MT" panose="020B0602020104020603"/>
              <a:cs typeface="Tw Cen MT" panose="020B0602020104020603"/>
            </a:endParaRPr>
          </a:p>
          <a:p>
            <a:pPr marL="861695" marR="5080" indent="-14605" algn="just">
              <a:buFont typeface="Arial" panose="020B0604020202020204" pitchFamily="34" charset="0"/>
              <a:buChar char="•"/>
            </a:pPr>
            <a:r>
              <a:rPr sz="2900" spc="-45">
                <a:solidFill>
                  <a:srgbClr val="FFC000"/>
                </a:solidFill>
                <a:latin typeface="Tw Cen MT" panose="020B0602020104020603"/>
                <a:cs typeface="Tw Cen MT" panose="020B0602020104020603"/>
              </a:rPr>
              <a:t>P</a:t>
            </a:r>
            <a:r>
              <a:rPr sz="2900" spc="125">
                <a:solidFill>
                  <a:srgbClr val="FFC000"/>
                </a:solidFill>
                <a:latin typeface="Tw Cen MT" panose="020B0602020104020603"/>
                <a:cs typeface="Tw Cen MT" panose="020B0602020104020603"/>
              </a:rPr>
              <a:t>a</a:t>
            </a:r>
            <a:r>
              <a:rPr sz="2900" spc="185">
                <a:solidFill>
                  <a:srgbClr val="FFC000"/>
                </a:solidFill>
                <a:latin typeface="Tw Cen MT" panose="020B0602020104020603"/>
                <a:cs typeface="Tw Cen MT" panose="020B0602020104020603"/>
              </a:rPr>
              <a:t>r</a:t>
            </a:r>
            <a:r>
              <a:rPr sz="2900" spc="125">
                <a:solidFill>
                  <a:srgbClr val="FFC000"/>
                </a:solidFill>
                <a:latin typeface="Tw Cen MT" panose="020B0602020104020603"/>
                <a:cs typeface="Tw Cen MT" panose="020B0602020104020603"/>
              </a:rPr>
              <a:t>t</a:t>
            </a:r>
            <a:r>
              <a:rPr sz="2900" spc="130">
                <a:solidFill>
                  <a:srgbClr val="FFC000"/>
                </a:solidFill>
                <a:latin typeface="Tw Cen MT" panose="020B0602020104020603"/>
                <a:cs typeface="Tw Cen MT" panose="020B0602020104020603"/>
              </a:rPr>
              <a:t>i</a:t>
            </a:r>
            <a:r>
              <a:rPr sz="2900" spc="125">
                <a:solidFill>
                  <a:srgbClr val="FFC000"/>
                </a:solidFill>
                <a:latin typeface="Tw Cen MT" panose="020B0602020104020603"/>
                <a:cs typeface="Tw Cen MT" panose="020B0602020104020603"/>
              </a:rPr>
              <a:t>t</a:t>
            </a:r>
            <a:r>
              <a:rPr sz="2900" spc="130">
                <a:solidFill>
                  <a:srgbClr val="FFC000"/>
                </a:solidFill>
                <a:latin typeface="Tw Cen MT" panose="020B0602020104020603"/>
                <a:cs typeface="Tw Cen MT" panose="020B0602020104020603"/>
              </a:rPr>
              <a:t>io</a:t>
            </a:r>
            <a:r>
              <a:rPr sz="2900" spc="125">
                <a:solidFill>
                  <a:srgbClr val="FFC000"/>
                </a:solidFill>
                <a:latin typeface="Tw Cen MT" panose="020B0602020104020603"/>
                <a:cs typeface="Tw Cen MT" panose="020B0602020104020603"/>
              </a:rPr>
              <a:t>n</a:t>
            </a:r>
            <a:r>
              <a:rPr sz="2900" spc="130">
                <a:solidFill>
                  <a:srgbClr val="FFC000"/>
                </a:solidFill>
                <a:latin typeface="Tw Cen MT" panose="020B0602020104020603"/>
                <a:cs typeface="Tw Cen MT" panose="020B0602020104020603"/>
              </a:rPr>
              <a:t>i</a:t>
            </a:r>
            <a:r>
              <a:rPr sz="2900" spc="125">
                <a:solidFill>
                  <a:srgbClr val="FFC000"/>
                </a:solidFill>
                <a:latin typeface="Tw Cen MT" panose="020B0602020104020603"/>
                <a:cs typeface="Tw Cen MT" panose="020B0602020104020603"/>
              </a:rPr>
              <a:t>n</a:t>
            </a:r>
            <a:r>
              <a:rPr sz="2900" spc="-5">
                <a:solidFill>
                  <a:srgbClr val="FFC000"/>
                </a:solidFill>
                <a:latin typeface="Tw Cen MT" panose="020B0602020104020603"/>
                <a:cs typeface="Tw Cen MT" panose="020B0602020104020603"/>
              </a:rPr>
              <a:t>g</a:t>
            </a:r>
            <a:r>
              <a:rPr sz="2900" spc="265">
                <a:solidFill>
                  <a:srgbClr val="FFC000"/>
                </a:solidFill>
                <a:latin typeface="Tw Cen MT" panose="020B0602020104020603"/>
                <a:cs typeface="Tw Cen MT" panose="020B0602020104020603"/>
              </a:rPr>
              <a:t> </a:t>
            </a:r>
            <a:r>
              <a:rPr sz="2900" spc="40" dirty="0">
                <a:solidFill>
                  <a:srgbClr val="FFC000"/>
                </a:solidFill>
                <a:latin typeface="Tw Cen MT" panose="020B0602020104020603"/>
                <a:cs typeface="Tw Cen MT" panose="020B0602020104020603"/>
              </a:rPr>
              <a:t>y</a:t>
            </a:r>
            <a:r>
              <a:rPr sz="2900" spc="130" dirty="0">
                <a:solidFill>
                  <a:srgbClr val="FFC000"/>
                </a:solidFill>
                <a:latin typeface="Tw Cen MT" panose="020B0602020104020603"/>
                <a:cs typeface="Tw Cen MT" panose="020B0602020104020603"/>
              </a:rPr>
              <a:t>o</a:t>
            </a:r>
            <a:r>
              <a:rPr sz="2900" spc="125" dirty="0">
                <a:solidFill>
                  <a:srgbClr val="FFC000"/>
                </a:solidFill>
                <a:latin typeface="Tw Cen MT" panose="020B0602020104020603"/>
                <a:cs typeface="Tw Cen MT" panose="020B0602020104020603"/>
              </a:rPr>
              <a:t>u</a:t>
            </a:r>
            <a:r>
              <a:rPr sz="2900" dirty="0">
                <a:solidFill>
                  <a:srgbClr val="FFC000"/>
                </a:solidFill>
                <a:latin typeface="Tw Cen MT" panose="020B0602020104020603"/>
                <a:cs typeface="Tw Cen MT" panose="020B0602020104020603"/>
              </a:rPr>
              <a:t>r</a:t>
            </a:r>
            <a:r>
              <a:rPr sz="2900" spc="265" dirty="0">
                <a:solidFill>
                  <a:srgbClr val="FFC000"/>
                </a:solidFill>
                <a:latin typeface="Tw Cen MT" panose="020B0602020104020603"/>
                <a:cs typeface="Tw Cen MT" panose="020B0602020104020603"/>
              </a:rPr>
              <a:t> </a:t>
            </a:r>
            <a:r>
              <a:rPr sz="2900" spc="125" dirty="0">
                <a:solidFill>
                  <a:srgbClr val="FFC000"/>
                </a:solidFill>
                <a:latin typeface="Tw Cen MT" panose="020B0602020104020603"/>
                <a:cs typeface="Tw Cen MT" panose="020B0602020104020603"/>
              </a:rPr>
              <a:t>ha</a:t>
            </a:r>
            <a:r>
              <a:rPr sz="2900" spc="130" dirty="0">
                <a:solidFill>
                  <a:srgbClr val="FFC000"/>
                </a:solidFill>
                <a:latin typeface="Tw Cen MT" panose="020B0602020104020603"/>
                <a:cs typeface="Tw Cen MT" panose="020B0602020104020603"/>
              </a:rPr>
              <a:t>r</a:t>
            </a:r>
            <a:r>
              <a:rPr sz="2900" spc="-5" dirty="0">
                <a:solidFill>
                  <a:srgbClr val="FFC000"/>
                </a:solidFill>
                <a:latin typeface="Tw Cen MT" panose="020B0602020104020603"/>
                <a:cs typeface="Tw Cen MT" panose="020B0602020104020603"/>
              </a:rPr>
              <a:t>d</a:t>
            </a:r>
            <a:r>
              <a:rPr sz="2900" dirty="0">
                <a:solidFill>
                  <a:srgbClr val="FFC000"/>
                </a:solidFill>
                <a:latin typeface="Tw Cen MT" panose="020B0602020104020603"/>
                <a:cs typeface="Tw Cen MT" panose="020B0602020104020603"/>
              </a:rPr>
              <a:t> </a:t>
            </a:r>
            <a:r>
              <a:rPr sz="2900" spc="50" dirty="0">
                <a:solidFill>
                  <a:srgbClr val="FFC000"/>
                </a:solidFill>
                <a:latin typeface="Tw Cen MT" panose="020B0602020104020603"/>
                <a:cs typeface="Tw Cen MT" panose="020B0602020104020603"/>
              </a:rPr>
              <a:t>d</a:t>
            </a:r>
            <a:r>
              <a:rPr sz="2900" spc="60" dirty="0">
                <a:solidFill>
                  <a:srgbClr val="FFC000"/>
                </a:solidFill>
                <a:latin typeface="Tw Cen MT" panose="020B0602020104020603"/>
                <a:cs typeface="Tw Cen MT" panose="020B0602020104020603"/>
              </a:rPr>
              <a:t>ri</a:t>
            </a:r>
            <a:r>
              <a:rPr sz="2900" dirty="0">
                <a:solidFill>
                  <a:srgbClr val="FFC000"/>
                </a:solidFill>
                <a:latin typeface="Tw Cen MT" panose="020B0602020104020603"/>
                <a:cs typeface="Tw Cen MT" panose="020B0602020104020603"/>
              </a:rPr>
              <a:t>ve</a:t>
            </a:r>
            <a:r>
              <a:rPr sz="2900" spc="125" dirty="0">
                <a:solidFill>
                  <a:srgbClr val="FFC000"/>
                </a:solidFill>
                <a:latin typeface="Tw Cen MT" panose="020B0602020104020603"/>
                <a:cs typeface="Tw Cen MT" panose="020B0602020104020603"/>
              </a:rPr>
              <a:t> </a:t>
            </a:r>
            <a:r>
              <a:rPr sz="2900" spc="60" dirty="0">
                <a:latin typeface="Tw Cen MT" panose="020B0602020104020603"/>
                <a:cs typeface="Tw Cen MT" panose="020B0602020104020603"/>
              </a:rPr>
              <a:t>i</a:t>
            </a:r>
            <a:r>
              <a:rPr sz="2900" spc="55" dirty="0">
                <a:latin typeface="Tw Cen MT" panose="020B0602020104020603"/>
                <a:cs typeface="Tw Cen MT" panose="020B0602020104020603"/>
              </a:rPr>
              <a:t>nt</a:t>
            </a:r>
            <a:r>
              <a:rPr sz="2900" dirty="0">
                <a:latin typeface="Tw Cen MT" panose="020B0602020104020603"/>
                <a:cs typeface="Tw Cen MT" panose="020B0602020104020603"/>
              </a:rPr>
              <a:t>o</a:t>
            </a:r>
            <a:r>
              <a:rPr sz="2900" spc="125" dirty="0">
                <a:latin typeface="Tw Cen MT" panose="020B0602020104020603"/>
                <a:cs typeface="Tw Cen MT" panose="020B0602020104020603"/>
              </a:rPr>
              <a:t> </a:t>
            </a:r>
            <a:r>
              <a:rPr sz="2900" spc="120" dirty="0">
                <a:latin typeface="Tw Cen MT" panose="020B0602020104020603"/>
                <a:cs typeface="Tw Cen MT" panose="020B0602020104020603"/>
              </a:rPr>
              <a:t>m</a:t>
            </a:r>
            <a:r>
              <a:rPr sz="2900" spc="55" dirty="0">
                <a:latin typeface="Tw Cen MT" panose="020B0602020104020603"/>
                <a:cs typeface="Tw Cen MT" panose="020B0602020104020603"/>
              </a:rPr>
              <a:t>u</a:t>
            </a:r>
            <a:r>
              <a:rPr sz="2900" spc="60" dirty="0">
                <a:latin typeface="Tw Cen MT" panose="020B0602020104020603"/>
                <a:cs typeface="Tw Cen MT" panose="020B0602020104020603"/>
              </a:rPr>
              <a:t>l</a:t>
            </a:r>
            <a:r>
              <a:rPr sz="2900" spc="55" dirty="0">
                <a:latin typeface="Tw Cen MT" panose="020B0602020104020603"/>
                <a:cs typeface="Tw Cen MT" panose="020B0602020104020603"/>
              </a:rPr>
              <a:t>t</a:t>
            </a:r>
            <a:r>
              <a:rPr sz="2900" spc="60" dirty="0">
                <a:latin typeface="Tw Cen MT" panose="020B0602020104020603"/>
                <a:cs typeface="Tw Cen MT" panose="020B0602020104020603"/>
              </a:rPr>
              <a:t>i</a:t>
            </a:r>
            <a:r>
              <a:rPr sz="2900" spc="50" dirty="0">
                <a:latin typeface="Tw Cen MT" panose="020B0602020104020603"/>
                <a:cs typeface="Tw Cen MT" panose="020B0602020104020603"/>
              </a:rPr>
              <a:t>p</a:t>
            </a:r>
            <a:r>
              <a:rPr sz="2900" spc="60" dirty="0">
                <a:latin typeface="Tw Cen MT" panose="020B0602020104020603"/>
                <a:cs typeface="Tw Cen MT" panose="020B0602020104020603"/>
              </a:rPr>
              <a:t>l</a:t>
            </a:r>
            <a:r>
              <a:rPr sz="2900" dirty="0">
                <a:latin typeface="Tw Cen MT" panose="020B0602020104020603"/>
                <a:cs typeface="Tw Cen MT" panose="020B0602020104020603"/>
              </a:rPr>
              <a:t>e</a:t>
            </a:r>
            <a:r>
              <a:rPr sz="2900" spc="125" dirty="0">
                <a:latin typeface="Tw Cen MT" panose="020B0602020104020603"/>
                <a:cs typeface="Tw Cen MT" panose="020B0602020104020603"/>
              </a:rPr>
              <a:t> </a:t>
            </a:r>
            <a:r>
              <a:rPr sz="2900" spc="60" dirty="0">
                <a:latin typeface="Tw Cen MT" panose="020B0602020104020603"/>
                <a:cs typeface="Tw Cen MT" panose="020B0602020104020603"/>
              </a:rPr>
              <a:t>pa</a:t>
            </a:r>
            <a:r>
              <a:rPr sz="2900" spc="114" dirty="0">
                <a:latin typeface="Tw Cen MT" panose="020B0602020104020603"/>
                <a:cs typeface="Tw Cen MT" panose="020B0602020104020603"/>
              </a:rPr>
              <a:t>r</a:t>
            </a:r>
            <a:r>
              <a:rPr sz="2900" spc="55" dirty="0">
                <a:latin typeface="Tw Cen MT" panose="020B0602020104020603"/>
                <a:cs typeface="Tw Cen MT" panose="020B0602020104020603"/>
              </a:rPr>
              <a:t>t</a:t>
            </a:r>
            <a:r>
              <a:rPr sz="2900" spc="60" dirty="0">
                <a:latin typeface="Tw Cen MT" panose="020B0602020104020603"/>
                <a:cs typeface="Tw Cen MT" panose="020B0602020104020603"/>
              </a:rPr>
              <a:t>it</a:t>
            </a:r>
            <a:r>
              <a:rPr sz="2900" spc="65" dirty="0">
                <a:latin typeface="Tw Cen MT" panose="020B0602020104020603"/>
                <a:cs typeface="Tw Cen MT" panose="020B0602020104020603"/>
              </a:rPr>
              <a:t>io</a:t>
            </a:r>
            <a:r>
              <a:rPr sz="2900" spc="60" dirty="0">
                <a:latin typeface="Tw Cen MT" panose="020B0602020104020603"/>
                <a:cs typeface="Tw Cen MT" panose="020B0602020104020603"/>
              </a:rPr>
              <a:t>n</a:t>
            </a:r>
            <a:r>
              <a:rPr sz="2900" dirty="0">
                <a:latin typeface="Tw Cen MT" panose="020B0602020104020603"/>
                <a:cs typeface="Tw Cen MT" panose="020B0602020104020603"/>
              </a:rPr>
              <a:t>s</a:t>
            </a:r>
            <a:r>
              <a:rPr sz="2900" spc="135" dirty="0">
                <a:latin typeface="Tw Cen MT" panose="020B0602020104020603"/>
                <a:cs typeface="Tw Cen MT" panose="020B0602020104020603"/>
              </a:rPr>
              <a:t> </a:t>
            </a:r>
            <a:r>
              <a:rPr sz="2900" spc="65" dirty="0">
                <a:latin typeface="Tw Cen MT" panose="020B0602020104020603"/>
                <a:cs typeface="Tw Cen MT" panose="020B0602020104020603"/>
              </a:rPr>
              <a:t>i</a:t>
            </a:r>
            <a:r>
              <a:rPr sz="2900" dirty="0">
                <a:latin typeface="Tw Cen MT" panose="020B0602020104020603"/>
                <a:cs typeface="Tw Cen MT" panose="020B0602020104020603"/>
              </a:rPr>
              <a:t>s</a:t>
            </a:r>
            <a:r>
              <a:rPr sz="2900" spc="135" dirty="0">
                <a:latin typeface="Tw Cen MT" panose="020B0602020104020603"/>
                <a:cs typeface="Tw Cen MT" panose="020B0602020104020603"/>
              </a:rPr>
              <a:t> </a:t>
            </a:r>
            <a:r>
              <a:rPr sz="2900" spc="65" dirty="0">
                <a:latin typeface="Tw Cen MT" panose="020B0602020104020603"/>
                <a:cs typeface="Tw Cen MT" panose="020B0602020104020603"/>
              </a:rPr>
              <a:t>a</a:t>
            </a:r>
            <a:r>
              <a:rPr sz="2900" spc="-5" dirty="0">
                <a:latin typeface="Tw Cen MT" panose="020B0602020104020603"/>
                <a:cs typeface="Tw Cen MT" panose="020B0602020104020603"/>
              </a:rPr>
              <a:t>n</a:t>
            </a:r>
            <a:r>
              <a:rPr sz="2900" spc="140" dirty="0">
                <a:latin typeface="Tw Cen MT" panose="020B0602020104020603"/>
                <a:cs typeface="Tw Cen MT" panose="020B0602020104020603"/>
              </a:rPr>
              <a:t> </a:t>
            </a:r>
            <a:r>
              <a:rPr sz="2900" spc="-25" dirty="0">
                <a:latin typeface="Tw Cen MT" panose="020B0602020104020603"/>
                <a:cs typeface="Tw Cen MT" panose="020B0602020104020603"/>
              </a:rPr>
              <a:t>e</a:t>
            </a:r>
            <a:r>
              <a:rPr sz="2900" spc="65" dirty="0">
                <a:latin typeface="Tw Cen MT" panose="020B0602020104020603"/>
                <a:cs typeface="Tw Cen MT" panose="020B0602020104020603"/>
              </a:rPr>
              <a:t>x</a:t>
            </a:r>
            <a:r>
              <a:rPr sz="2900" spc="55" dirty="0">
                <a:latin typeface="Tw Cen MT" panose="020B0602020104020603"/>
                <a:cs typeface="Tw Cen MT" panose="020B0602020104020603"/>
              </a:rPr>
              <a:t>a</a:t>
            </a:r>
            <a:r>
              <a:rPr sz="2900" spc="70" dirty="0">
                <a:latin typeface="Tw Cen MT" panose="020B0602020104020603"/>
                <a:cs typeface="Tw Cen MT" panose="020B0602020104020603"/>
              </a:rPr>
              <a:t>m</a:t>
            </a:r>
            <a:r>
              <a:rPr sz="2900" spc="55" dirty="0">
                <a:latin typeface="Tw Cen MT" panose="020B0602020104020603"/>
                <a:cs typeface="Tw Cen MT" panose="020B0602020104020603"/>
              </a:rPr>
              <a:t>p</a:t>
            </a:r>
            <a:r>
              <a:rPr sz="2900" spc="65" dirty="0">
                <a:latin typeface="Tw Cen MT" panose="020B0602020104020603"/>
                <a:cs typeface="Tw Cen MT" panose="020B0602020104020603"/>
              </a:rPr>
              <a:t>l</a:t>
            </a:r>
            <a:r>
              <a:rPr sz="2900" dirty="0">
                <a:latin typeface="Tw Cen MT" panose="020B0602020104020603"/>
                <a:cs typeface="Tw Cen MT" panose="020B0602020104020603"/>
              </a:rPr>
              <a:t>e</a:t>
            </a:r>
            <a:r>
              <a:rPr sz="2900" spc="135" dirty="0">
                <a:latin typeface="Tw Cen MT" panose="020B0602020104020603"/>
                <a:cs typeface="Tw Cen MT" panose="020B0602020104020603"/>
              </a:rPr>
              <a:t> </a:t>
            </a:r>
            <a:r>
              <a:rPr sz="2900" spc="65" dirty="0">
                <a:latin typeface="Tw Cen MT" panose="020B0602020104020603"/>
                <a:cs typeface="Tw Cen MT" panose="020B0602020104020603"/>
              </a:rPr>
              <a:t>o</a:t>
            </a:r>
            <a:r>
              <a:rPr sz="2900" dirty="0">
                <a:latin typeface="Tw Cen MT" panose="020B0602020104020603"/>
                <a:cs typeface="Tw Cen MT" panose="020B0602020104020603"/>
              </a:rPr>
              <a:t>f</a:t>
            </a:r>
            <a:r>
              <a:rPr sz="2900" spc="220" dirty="0">
                <a:latin typeface="Tw Cen MT" panose="020B0602020104020603"/>
                <a:cs typeface="Tw Cen MT" panose="020B0602020104020603"/>
              </a:rPr>
              <a:t> </a:t>
            </a:r>
            <a:r>
              <a:rPr sz="2900" spc="60" dirty="0">
                <a:latin typeface="Tw Cen MT" panose="020B0602020104020603"/>
                <a:cs typeface="Tw Cen MT" panose="020B0602020104020603"/>
              </a:rPr>
              <a:t>th</a:t>
            </a:r>
            <a:r>
              <a:rPr sz="2900" spc="65" dirty="0">
                <a:latin typeface="Tw Cen MT" panose="020B0602020104020603"/>
                <a:cs typeface="Tw Cen MT" panose="020B0602020104020603"/>
              </a:rPr>
              <a:t>i</a:t>
            </a:r>
            <a:r>
              <a:rPr sz="2900" dirty="0">
                <a:latin typeface="Tw Cen MT" panose="020B0602020104020603"/>
                <a:cs typeface="Tw Cen MT" panose="020B0602020104020603"/>
              </a:rPr>
              <a:t>s </a:t>
            </a:r>
            <a:r>
              <a:rPr sz="2900" spc="-5" dirty="0">
                <a:latin typeface="Tw Cen MT" panose="020B0602020104020603"/>
                <a:cs typeface="Tw Cen MT" panose="020B0602020104020603"/>
              </a:rPr>
              <a:t>vi</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tu</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liz</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a:t>
            </a:r>
            <a:endParaRPr sz="2900">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38639467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526415">
              <a:lnSpc>
                <a:spcPct val="100000"/>
              </a:lnSpc>
            </a:pPr>
            <a:r>
              <a:rPr spc="-5" dirty="0"/>
              <a:t>Sto</a:t>
            </a:r>
            <a:r>
              <a:rPr spc="30" dirty="0"/>
              <a:t>r</a:t>
            </a:r>
            <a:r>
              <a:rPr spc="75" dirty="0"/>
              <a:t>a</a:t>
            </a:r>
            <a:r>
              <a:rPr spc="-10" dirty="0"/>
              <a:t>g</a:t>
            </a:r>
            <a:r>
              <a:rPr dirty="0"/>
              <a:t>e</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r>
              <a:rPr spc="70" dirty="0">
                <a:latin typeface="Times New Roman" panose="02020603050405020304"/>
                <a:cs typeface="Times New Roman" panose="02020603050405020304"/>
              </a:rPr>
              <a:t> </a:t>
            </a:r>
            <a:r>
              <a:rPr spc="-5" dirty="0"/>
              <a:t>Subtyp</a:t>
            </a:r>
            <a:r>
              <a:rPr dirty="0"/>
              <a:t>e</a:t>
            </a:r>
            <a:r>
              <a:rPr spc="-5" dirty="0"/>
              <a:t>s</a:t>
            </a:r>
          </a:p>
        </p:txBody>
      </p:sp>
      <p:sp>
        <p:nvSpPr>
          <p:cNvPr id="3" name="object 3"/>
          <p:cNvSpPr txBox="1"/>
          <p:nvPr/>
        </p:nvSpPr>
        <p:spPr>
          <a:xfrm>
            <a:off x="5986145" y="1289686"/>
            <a:ext cx="4161790" cy="3923665"/>
          </a:xfrm>
          <a:prstGeom prst="rect">
            <a:avLst/>
          </a:prstGeom>
        </p:spPr>
        <p:txBody>
          <a:bodyPr vert="horz" wrap="square" lIns="0" tIns="0" rIns="0" bIns="0" rtlCol="0">
            <a:spAutoFit/>
          </a:bodyPr>
          <a:lstStyle/>
          <a:p>
            <a:pPr marL="12700"/>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0</a:t>
            </a:r>
            <a:endParaRPr sz="1200">
              <a:latin typeface="Comic Sans MS" panose="030F0702030302020204"/>
              <a:cs typeface="Comic Sans MS" panose="030F0702030302020204"/>
            </a:endParaRPr>
          </a:p>
          <a:p>
            <a:endParaRPr sz="1100">
              <a:latin typeface="Times New Roman" panose="02020603050405020304"/>
              <a:cs typeface="Times New Roman" panose="02020603050405020304"/>
            </a:endParaRPr>
          </a:p>
          <a:p>
            <a:pPr marL="542290" marR="222250">
              <a:buClr>
                <a:srgbClr val="DD8046"/>
              </a:buClr>
              <a:buSzPct val="60000"/>
              <a:tabLst>
                <a:tab pos="862330" algn="l"/>
              </a:tabLst>
            </a:pPr>
            <a:r>
              <a:rPr lang="en-US" sz="2900" b="1" u="sng" spc="-5" dirty="0">
                <a:latin typeface="Tw Cen MT" panose="020B0602020104020603"/>
                <a:cs typeface="Tw Cen MT" panose="020B0602020104020603"/>
              </a:rPr>
              <a:t>1. </a:t>
            </a:r>
            <a:r>
              <a:rPr sz="2900" b="1" u="sng" spc="-5" dirty="0">
                <a:latin typeface="Tw Cen MT" panose="020B0602020104020603"/>
                <a:cs typeface="Tw Cen MT" panose="020B0602020104020603"/>
              </a:rPr>
              <a:t>Blo</a:t>
            </a:r>
            <a:r>
              <a:rPr sz="2900" b="1" u="sng" spc="45" dirty="0">
                <a:latin typeface="Tw Cen MT" panose="020B0602020104020603"/>
                <a:cs typeface="Tw Cen MT" panose="020B0602020104020603"/>
              </a:rPr>
              <a:t>c</a:t>
            </a:r>
            <a:r>
              <a:rPr sz="2900" b="1" u="sng" spc="-5" dirty="0">
                <a:latin typeface="Tw Cen MT" panose="020B0602020104020603"/>
                <a:cs typeface="Tw Cen MT" panose="020B0602020104020603"/>
              </a:rPr>
              <a:t>k</a:t>
            </a:r>
            <a:r>
              <a:rPr sz="2900" b="1" u="sng" dirty="0">
                <a:latin typeface="Tw Cen MT" panose="020B0602020104020603"/>
                <a:cs typeface="Tw Cen MT" panose="020B0602020104020603"/>
              </a:rPr>
              <a:t> </a:t>
            </a:r>
            <a:r>
              <a:rPr sz="2900" b="1" u="sng" spc="-5" dirty="0">
                <a:latin typeface="Tw Cen MT" panose="020B0602020104020603"/>
                <a:cs typeface="Tw Cen MT" panose="020B0602020104020603"/>
              </a:rPr>
              <a:t>Vi</a:t>
            </a:r>
            <a:r>
              <a:rPr sz="2900" b="1" u="sng" spc="50" dirty="0">
                <a:latin typeface="Tw Cen MT" panose="020B0602020104020603"/>
                <a:cs typeface="Tw Cen MT" panose="020B0602020104020603"/>
              </a:rPr>
              <a:t>r</a:t>
            </a:r>
            <a:r>
              <a:rPr sz="2900" b="1" u="sng" spc="-5" dirty="0">
                <a:latin typeface="Tw Cen MT" panose="020B0602020104020603"/>
                <a:cs typeface="Tw Cen MT" panose="020B0602020104020603"/>
              </a:rPr>
              <a:t>tu</a:t>
            </a:r>
            <a:r>
              <a:rPr sz="2900" b="1" u="sng" spc="-10" dirty="0">
                <a:latin typeface="Tw Cen MT" panose="020B0602020104020603"/>
                <a:cs typeface="Tw Cen MT" panose="020B0602020104020603"/>
              </a:rPr>
              <a:t>a</a:t>
            </a:r>
            <a:r>
              <a:rPr sz="2900" b="1" u="sng" spc="-5" dirty="0">
                <a:latin typeface="Tw Cen MT" panose="020B0602020104020603"/>
                <a:cs typeface="Tw Cen MT" panose="020B0602020104020603"/>
              </a:rPr>
              <a:t>liz</a:t>
            </a:r>
            <a:r>
              <a:rPr sz="2900" b="1" u="sng" spc="-10" dirty="0">
                <a:latin typeface="Tw Cen MT" panose="020B0602020104020603"/>
                <a:cs typeface="Tw Cen MT" panose="020B0602020104020603"/>
              </a:rPr>
              <a:t>a</a:t>
            </a:r>
            <a:r>
              <a:rPr sz="2900" b="1" u="sng" spc="-5" dirty="0">
                <a:latin typeface="Tw Cen MT" panose="020B0602020104020603"/>
                <a:cs typeface="Tw Cen MT" panose="020B0602020104020603"/>
              </a:rPr>
              <a:t>tion</a:t>
            </a:r>
            <a:r>
              <a:rPr sz="2900" b="1" u="sng" dirty="0">
                <a:latin typeface="Tw Cen MT" panose="020B0602020104020603"/>
                <a:cs typeface="Tw Cen MT" panose="020B0602020104020603"/>
              </a:rPr>
              <a:t> </a:t>
            </a:r>
            <a:r>
              <a:rPr sz="2900" dirty="0">
                <a:latin typeface="Tw Cen MT" panose="020B0602020104020603"/>
                <a:cs typeface="Tw Cen MT" panose="020B0602020104020603"/>
              </a:rPr>
              <a:t>–</a:t>
            </a:r>
            <a:r>
              <a:rPr sz="2900" spc="-5" dirty="0">
                <a:latin typeface="Tw Cen MT" panose="020B0602020104020603"/>
                <a:cs typeface="Tw Cen MT" panose="020B0602020104020603"/>
              </a:rPr>
              <a:t> </a:t>
            </a:r>
            <a:r>
              <a:rPr sz="2900" dirty="0">
                <a:latin typeface="Tw Cen MT" panose="020B0602020104020603"/>
                <a:cs typeface="Tw Cen MT" panose="020B0602020104020603"/>
              </a:rPr>
              <a:t>Virtualisation on block level means that storage capacity is made available to the operating system or the applications in the form of virtual disks</a:t>
            </a:r>
            <a:r>
              <a:rPr lang="en-US" sz="2900" dirty="0">
                <a:latin typeface="Tw Cen MT" panose="020B0602020104020603"/>
                <a:cs typeface="Tw Cen MT" panose="020B0602020104020603"/>
              </a:rPr>
              <a:t>.</a:t>
            </a: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pic>
        <p:nvPicPr>
          <p:cNvPr id="5" name="Content Placeholder 4"/>
          <p:cNvPicPr>
            <a:picLocks noGrp="1" noChangeAspect="1"/>
          </p:cNvPicPr>
          <p:nvPr>
            <p:ph sz="half" idx="2"/>
          </p:nvPr>
        </p:nvPicPr>
        <p:blipFill>
          <a:blip r:embed="rId2"/>
          <a:stretch>
            <a:fillRect/>
          </a:stretch>
        </p:blipFill>
        <p:spPr>
          <a:xfrm>
            <a:off x="1748155" y="1979295"/>
            <a:ext cx="4598670" cy="4618990"/>
          </a:xfrm>
          <a:prstGeom prst="rect">
            <a:avLst/>
          </a:prstGeom>
        </p:spPr>
      </p:pic>
    </p:spTree>
    <p:extLst>
      <p:ext uri="{BB962C8B-B14F-4D97-AF65-F5344CB8AC3E}">
        <p14:creationId xmlns:p14="http://schemas.microsoft.com/office/powerpoint/2010/main" val="40776125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4294967295"/>
          </p:nvPr>
        </p:nvSpPr>
        <p:spPr>
          <a:xfrm>
            <a:off x="6233159" y="1577341"/>
            <a:ext cx="3977640" cy="4016375"/>
          </a:xfrm>
        </p:spPr>
        <p:txBody>
          <a:bodyPr/>
          <a:lstStyle/>
          <a:p>
            <a:r>
              <a:rPr lang="en-US" b="1" u="sng"/>
              <a:t>2. File Virtualization</a:t>
            </a:r>
          </a:p>
          <a:p>
            <a:endParaRPr lang="en-US"/>
          </a:p>
          <a:p>
            <a:r>
              <a:rPr lang="en-US"/>
              <a:t>Virtualisation on file level means that the virtualisation entity provides virtual storage to the operating systems or applications in the form of files and directories</a:t>
            </a:r>
          </a:p>
        </p:txBody>
      </p:sp>
      <p:pic>
        <p:nvPicPr>
          <p:cNvPr id="4" name="Content Placeholder 3"/>
          <p:cNvPicPr>
            <a:picLocks noGrp="1" noChangeAspect="1"/>
          </p:cNvPicPr>
          <p:nvPr>
            <p:ph sz="half" idx="2"/>
          </p:nvPr>
        </p:nvPicPr>
        <p:blipFill>
          <a:blip r:embed="rId2"/>
          <a:stretch>
            <a:fillRect/>
          </a:stretch>
        </p:blipFill>
        <p:spPr>
          <a:xfrm>
            <a:off x="1671955" y="1905001"/>
            <a:ext cx="4464050" cy="4761865"/>
          </a:xfrm>
          <a:prstGeom prst="rect">
            <a:avLst/>
          </a:prstGeom>
        </p:spPr>
      </p:pic>
      <p:sp>
        <p:nvSpPr>
          <p:cNvPr id="7"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526415">
              <a:lnSpc>
                <a:spcPct val="100000"/>
              </a:lnSpc>
            </a:pPr>
            <a:r>
              <a:rPr spc="-5" dirty="0"/>
              <a:t>Sto</a:t>
            </a:r>
            <a:r>
              <a:rPr spc="30" dirty="0"/>
              <a:t>r</a:t>
            </a:r>
            <a:r>
              <a:rPr spc="75" dirty="0"/>
              <a:t>a</a:t>
            </a:r>
            <a:r>
              <a:rPr spc="-10" dirty="0"/>
              <a:t>g</a:t>
            </a:r>
            <a:r>
              <a:rPr dirty="0"/>
              <a:t>e</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r>
              <a:rPr spc="70" dirty="0">
                <a:latin typeface="Times New Roman" panose="02020603050405020304"/>
                <a:cs typeface="Times New Roman" panose="02020603050405020304"/>
              </a:rPr>
              <a:t> </a:t>
            </a:r>
            <a:r>
              <a:rPr spc="-5" dirty="0"/>
              <a:t>Subtyp</a:t>
            </a:r>
            <a:r>
              <a:rPr dirty="0"/>
              <a:t>e</a:t>
            </a:r>
            <a:r>
              <a:rPr spc="-5" dirty="0"/>
              <a:t>s</a:t>
            </a:r>
          </a:p>
        </p:txBody>
      </p:sp>
    </p:spTree>
    <p:extLst>
      <p:ext uri="{BB962C8B-B14F-4D97-AF65-F5344CB8AC3E}">
        <p14:creationId xmlns:p14="http://schemas.microsoft.com/office/powerpoint/2010/main" val="18557948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980565">
              <a:lnSpc>
                <a:spcPct val="100000"/>
              </a:lnSpc>
            </a:pPr>
            <a:r>
              <a:rPr spc="-5" dirty="0"/>
              <a:t>D</a:t>
            </a:r>
            <a:r>
              <a:rPr spc="75" dirty="0"/>
              <a:t>a</a:t>
            </a:r>
            <a:r>
              <a:rPr spc="-5" dirty="0"/>
              <a:t>ta</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1371600" y="1295401"/>
            <a:ext cx="4594860" cy="4662805"/>
          </a:xfrm>
          <a:prstGeom prst="rect">
            <a:avLst/>
          </a:prstGeom>
        </p:spPr>
        <p:txBody>
          <a:bodyPr vert="horz" wrap="square" lIns="0" tIns="0" rIns="0" bIns="0" rtlCol="0">
            <a:spAutoFit/>
          </a:bodyPr>
          <a:lstStyle/>
          <a:p>
            <a:pPr marL="12700">
              <a:buFont typeface="Arial" panose="020B0604020202020204" pitchFamily="34" charset="0"/>
              <a:buChar char="•"/>
            </a:pPr>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1</a:t>
            </a:r>
            <a:endParaRPr sz="1200">
              <a:latin typeface="Comic Sans MS" panose="030F0702030302020204"/>
              <a:cs typeface="Comic Sans MS" panose="030F0702030302020204"/>
            </a:endParaRPr>
          </a:p>
          <a:p>
            <a:pPr>
              <a:buFont typeface="Arial" panose="020B0604020202020204" pitchFamily="34" charset="0"/>
              <a:buChar char="•"/>
            </a:pPr>
            <a:endParaRPr sz="1100">
              <a:latin typeface="Times New Roman" panose="02020603050405020304"/>
              <a:cs typeface="Times New Roman" panose="02020603050405020304"/>
            </a:endParaRPr>
          </a:p>
          <a:p>
            <a:pPr marL="861695" marR="5080" indent="-14605" algn="just">
              <a:buFont typeface="Arial" panose="020B0604020202020204" pitchFamily="34" charset="0"/>
              <a:buChar char="•"/>
            </a:pPr>
            <a:r>
              <a:rPr sz="2800" spc="90" dirty="0">
                <a:latin typeface="Tw Cen MT" panose="020B0602020104020603"/>
                <a:cs typeface="Tw Cen MT" panose="020B0602020104020603"/>
              </a:rPr>
              <a:t>I</a:t>
            </a:r>
            <a:r>
              <a:rPr sz="2800" spc="-5" dirty="0">
                <a:latin typeface="Tw Cen MT" panose="020B0602020104020603"/>
                <a:cs typeface="Tw Cen MT" panose="020B0602020104020603"/>
              </a:rPr>
              <a:t>t</a:t>
            </a:r>
            <a:r>
              <a:rPr sz="2800" spc="190" dirty="0">
                <a:latin typeface="Tw Cen MT" panose="020B0602020104020603"/>
                <a:cs typeface="Tw Cen MT" panose="020B0602020104020603"/>
              </a:rPr>
              <a:t> </a:t>
            </a:r>
            <a:r>
              <a:rPr sz="2800" spc="90">
                <a:latin typeface="Tw Cen MT" panose="020B0602020104020603"/>
                <a:cs typeface="Tw Cen MT" panose="020B0602020104020603"/>
              </a:rPr>
              <a:t>le</a:t>
            </a:r>
            <a:r>
              <a:rPr sz="2800" spc="85">
                <a:latin typeface="Tw Cen MT" panose="020B0602020104020603"/>
                <a:cs typeface="Tw Cen MT" panose="020B0602020104020603"/>
              </a:rPr>
              <a:t>t</a:t>
            </a:r>
            <a:r>
              <a:rPr sz="2800">
                <a:latin typeface="Tw Cen MT" panose="020B0602020104020603"/>
                <a:cs typeface="Tw Cen MT" panose="020B0602020104020603"/>
              </a:rPr>
              <a:t>s</a:t>
            </a:r>
            <a:r>
              <a:rPr sz="2800" spc="185">
                <a:latin typeface="Tw Cen MT" panose="020B0602020104020603"/>
                <a:cs typeface="Tw Cen MT" panose="020B0602020104020603"/>
              </a:rPr>
              <a:t> </a:t>
            </a:r>
            <a:r>
              <a:rPr lang="en-US" sz="2800" spc="185" dirty="0">
                <a:latin typeface="Tw Cen MT" panose="020B0602020104020603"/>
                <a:cs typeface="Tw Cen MT" panose="020B0602020104020603"/>
              </a:rPr>
              <a:t>us to</a:t>
            </a:r>
            <a:r>
              <a:rPr sz="2800" spc="190">
                <a:latin typeface="Tw Cen MT" panose="020B0602020104020603"/>
                <a:cs typeface="Tw Cen MT" panose="020B0602020104020603"/>
              </a:rPr>
              <a:t> </a:t>
            </a:r>
            <a:r>
              <a:rPr sz="2800" spc="90" dirty="0">
                <a:latin typeface="Tw Cen MT" panose="020B0602020104020603"/>
                <a:cs typeface="Tw Cen MT" panose="020B0602020104020603"/>
              </a:rPr>
              <a:t>e</a:t>
            </a:r>
            <a:r>
              <a:rPr sz="2800" spc="85" dirty="0">
                <a:latin typeface="Tw Cen MT" panose="020B0602020104020603"/>
                <a:cs typeface="Tw Cen MT" panose="020B0602020104020603"/>
              </a:rPr>
              <a:t>a</a:t>
            </a:r>
            <a:r>
              <a:rPr sz="2800" spc="95" dirty="0">
                <a:latin typeface="Tw Cen MT" panose="020B0602020104020603"/>
                <a:cs typeface="Tw Cen MT" panose="020B0602020104020603"/>
              </a:rPr>
              <a:t>sil</a:t>
            </a:r>
            <a:r>
              <a:rPr sz="2800" dirty="0">
                <a:latin typeface="Tw Cen MT" panose="020B0602020104020603"/>
                <a:cs typeface="Tw Cen MT" panose="020B0602020104020603"/>
              </a:rPr>
              <a:t>y</a:t>
            </a:r>
            <a:r>
              <a:rPr sz="2800" spc="195" dirty="0">
                <a:latin typeface="Tw Cen MT" panose="020B0602020104020603"/>
                <a:cs typeface="Tw Cen MT" panose="020B0602020104020603"/>
              </a:rPr>
              <a:t> </a:t>
            </a:r>
            <a:r>
              <a:rPr sz="2800" spc="100" dirty="0">
                <a:latin typeface="Tw Cen MT" panose="020B0602020104020603"/>
                <a:cs typeface="Tw Cen MT" panose="020B0602020104020603"/>
              </a:rPr>
              <a:t>m</a:t>
            </a:r>
            <a:r>
              <a:rPr sz="2800" spc="85" dirty="0">
                <a:latin typeface="Tw Cen MT" panose="020B0602020104020603"/>
                <a:cs typeface="Tw Cen MT" panose="020B0602020104020603"/>
              </a:rPr>
              <a:t>a</a:t>
            </a:r>
            <a:r>
              <a:rPr sz="2800" spc="95" dirty="0">
                <a:latin typeface="Tw Cen MT" panose="020B0602020104020603"/>
                <a:cs typeface="Tw Cen MT" panose="020B0602020104020603"/>
              </a:rPr>
              <a:t>ni</a:t>
            </a:r>
            <a:r>
              <a:rPr sz="2800" spc="85" dirty="0">
                <a:latin typeface="Tw Cen MT" panose="020B0602020104020603"/>
                <a:cs typeface="Tw Cen MT" panose="020B0602020104020603"/>
              </a:rPr>
              <a:t>p</a:t>
            </a:r>
            <a:r>
              <a:rPr sz="2800" spc="95" dirty="0">
                <a:latin typeface="Tw Cen MT" panose="020B0602020104020603"/>
                <a:cs typeface="Tw Cen MT" panose="020B0602020104020603"/>
              </a:rPr>
              <a:t>ul</a:t>
            </a:r>
            <a:r>
              <a:rPr sz="2800" spc="85" dirty="0">
                <a:latin typeface="Tw Cen MT" panose="020B0602020104020603"/>
                <a:cs typeface="Tw Cen MT" panose="020B0602020104020603"/>
              </a:rPr>
              <a:t>a</a:t>
            </a:r>
            <a:r>
              <a:rPr sz="2800" spc="95" dirty="0">
                <a:latin typeface="Tw Cen MT" panose="020B0602020104020603"/>
                <a:cs typeface="Tw Cen MT" panose="020B0602020104020603"/>
              </a:rPr>
              <a:t>t</a:t>
            </a:r>
            <a:r>
              <a:rPr sz="2800" dirty="0">
                <a:latin typeface="Tw Cen MT" panose="020B0602020104020603"/>
                <a:cs typeface="Tw Cen MT" panose="020B0602020104020603"/>
              </a:rPr>
              <a:t>e</a:t>
            </a:r>
            <a:r>
              <a:rPr sz="2800" spc="195" dirty="0">
                <a:latin typeface="Tw Cen MT" panose="020B0602020104020603"/>
                <a:cs typeface="Tw Cen MT" panose="020B0602020104020603"/>
              </a:rPr>
              <a:t> </a:t>
            </a:r>
            <a:r>
              <a:rPr sz="2800" spc="95" dirty="0">
                <a:latin typeface="Tw Cen MT" panose="020B0602020104020603"/>
                <a:cs typeface="Tw Cen MT" panose="020B0602020104020603"/>
              </a:rPr>
              <a:t>dat</a:t>
            </a:r>
            <a:r>
              <a:rPr sz="2800" spc="85" dirty="0">
                <a:latin typeface="Tw Cen MT" panose="020B0602020104020603"/>
                <a:cs typeface="Tw Cen MT" panose="020B0602020104020603"/>
              </a:rPr>
              <a:t>a</a:t>
            </a:r>
            <a:r>
              <a:rPr sz="2800" dirty="0">
                <a:latin typeface="Tw Cen MT" panose="020B0602020104020603"/>
                <a:cs typeface="Tw Cen MT" panose="020B0602020104020603"/>
              </a:rPr>
              <a:t>,</a:t>
            </a:r>
            <a:r>
              <a:rPr sz="2800" spc="195" dirty="0">
                <a:latin typeface="Tw Cen MT" panose="020B0602020104020603"/>
                <a:cs typeface="Tw Cen MT" panose="020B0602020104020603"/>
              </a:rPr>
              <a:t> </a:t>
            </a:r>
            <a:r>
              <a:rPr sz="2800" spc="95" dirty="0">
                <a:latin typeface="Tw Cen MT" panose="020B0602020104020603"/>
                <a:cs typeface="Tw Cen MT" panose="020B0602020104020603"/>
              </a:rPr>
              <a:t>a</a:t>
            </a:r>
            <a:r>
              <a:rPr sz="2800" dirty="0">
                <a:latin typeface="Tw Cen MT" panose="020B0602020104020603"/>
                <a:cs typeface="Tw Cen MT" panose="020B0602020104020603"/>
              </a:rPr>
              <a:t>s</a:t>
            </a:r>
            <a:r>
              <a:rPr sz="2800" spc="195" dirty="0">
                <a:latin typeface="Tw Cen MT" panose="020B0602020104020603"/>
                <a:cs typeface="Tw Cen MT" panose="020B0602020104020603"/>
              </a:rPr>
              <a:t> </a:t>
            </a:r>
            <a:r>
              <a:rPr sz="2800" spc="95" dirty="0">
                <a:latin typeface="Tw Cen MT" panose="020B0602020104020603"/>
                <a:cs typeface="Tw Cen MT" panose="020B0602020104020603"/>
              </a:rPr>
              <a:t>th</a:t>
            </a:r>
            <a:r>
              <a:rPr sz="2800" dirty="0">
                <a:latin typeface="Tw Cen MT" panose="020B0602020104020603"/>
                <a:cs typeface="Tw Cen MT" panose="020B0602020104020603"/>
              </a:rPr>
              <a:t>e</a:t>
            </a:r>
            <a:r>
              <a:rPr sz="2800" spc="195" dirty="0">
                <a:latin typeface="Tw Cen MT" panose="020B0602020104020603"/>
                <a:cs typeface="Tw Cen MT" panose="020B0602020104020603"/>
              </a:rPr>
              <a:t> </a:t>
            </a:r>
            <a:r>
              <a:rPr sz="2800" spc="95" dirty="0">
                <a:solidFill>
                  <a:srgbClr val="FF0000"/>
                </a:solidFill>
                <a:latin typeface="Tw Cen MT" panose="020B0602020104020603"/>
                <a:cs typeface="Tw Cen MT" panose="020B0602020104020603"/>
              </a:rPr>
              <a:t>dat</a:t>
            </a:r>
            <a:r>
              <a:rPr sz="2800" spc="-5" dirty="0">
                <a:solidFill>
                  <a:srgbClr val="FF0000"/>
                </a:solidFill>
                <a:latin typeface="Tw Cen MT" panose="020B0602020104020603"/>
                <a:cs typeface="Tw Cen MT" panose="020B0602020104020603"/>
              </a:rPr>
              <a:t>a</a:t>
            </a:r>
            <a:r>
              <a:rPr sz="2800" spc="195" dirty="0">
                <a:solidFill>
                  <a:srgbClr val="FF0000"/>
                </a:solidFill>
                <a:latin typeface="Tw Cen MT" panose="020B0602020104020603"/>
                <a:cs typeface="Tw Cen MT" panose="020B0602020104020603"/>
              </a:rPr>
              <a:t> </a:t>
            </a:r>
            <a:r>
              <a:rPr sz="2800" spc="95" dirty="0">
                <a:latin typeface="Tw Cen MT" panose="020B0602020104020603"/>
                <a:cs typeface="Tw Cen MT" panose="020B0602020104020603"/>
              </a:rPr>
              <a:t>i</a:t>
            </a:r>
            <a:r>
              <a:rPr sz="2800" dirty="0">
                <a:latin typeface="Tw Cen MT" panose="020B0602020104020603"/>
                <a:cs typeface="Tw Cen MT" panose="020B0602020104020603"/>
              </a:rPr>
              <a:t>s </a:t>
            </a:r>
            <a:r>
              <a:rPr sz="2800" spc="275" dirty="0">
                <a:latin typeface="Tw Cen MT" panose="020B0602020104020603"/>
                <a:cs typeface="Tw Cen MT" panose="020B0602020104020603"/>
              </a:rPr>
              <a:t>p</a:t>
            </a:r>
            <a:r>
              <a:rPr sz="2800" spc="280" dirty="0">
                <a:latin typeface="Tw Cen MT" panose="020B0602020104020603"/>
                <a:cs typeface="Tw Cen MT" panose="020B0602020104020603"/>
              </a:rPr>
              <a:t>rese</a:t>
            </a:r>
            <a:r>
              <a:rPr sz="2800" spc="275" dirty="0">
                <a:latin typeface="Tw Cen MT" panose="020B0602020104020603"/>
                <a:cs typeface="Tw Cen MT" panose="020B0602020104020603"/>
              </a:rPr>
              <a:t>nt</a:t>
            </a:r>
            <a:r>
              <a:rPr sz="2800" spc="280" dirty="0">
                <a:latin typeface="Tw Cen MT" panose="020B0602020104020603"/>
                <a:cs typeface="Tw Cen MT" panose="020B0602020104020603"/>
              </a:rPr>
              <a:t>e</a:t>
            </a:r>
            <a:r>
              <a:rPr sz="2800" spc="-5" dirty="0">
                <a:latin typeface="Tw Cen MT" panose="020B0602020104020603"/>
                <a:cs typeface="Tw Cen MT" panose="020B0602020104020603"/>
              </a:rPr>
              <a:t>d </a:t>
            </a:r>
            <a:r>
              <a:rPr sz="2800" spc="-235" dirty="0">
                <a:latin typeface="Tw Cen MT" panose="020B0602020104020603"/>
                <a:cs typeface="Tw Cen MT" panose="020B0602020104020603"/>
              </a:rPr>
              <a:t> </a:t>
            </a:r>
            <a:r>
              <a:rPr sz="2800" spc="275" dirty="0">
                <a:latin typeface="Tw Cen MT" panose="020B0602020104020603"/>
                <a:cs typeface="Tw Cen MT" panose="020B0602020104020603"/>
              </a:rPr>
              <a:t>a</a:t>
            </a:r>
            <a:r>
              <a:rPr sz="2800" dirty="0">
                <a:latin typeface="Tw Cen MT" panose="020B0602020104020603"/>
                <a:cs typeface="Tw Cen MT" panose="020B0602020104020603"/>
              </a:rPr>
              <a:t>s </a:t>
            </a:r>
            <a:r>
              <a:rPr sz="2800" spc="-235" dirty="0">
                <a:latin typeface="Tw Cen MT" panose="020B0602020104020603"/>
                <a:cs typeface="Tw Cen MT" panose="020B0602020104020603"/>
              </a:rPr>
              <a:t> </a:t>
            </a:r>
            <a:r>
              <a:rPr sz="2800" spc="280" dirty="0">
                <a:latin typeface="Tw Cen MT" panose="020B0602020104020603"/>
                <a:cs typeface="Tw Cen MT" panose="020B0602020104020603"/>
              </a:rPr>
              <a:t>a</a:t>
            </a:r>
            <a:r>
              <a:rPr sz="2800" spc="-5" dirty="0">
                <a:latin typeface="Tw Cen MT" panose="020B0602020104020603"/>
                <a:cs typeface="Tw Cen MT" panose="020B0602020104020603"/>
              </a:rPr>
              <a:t>n</a:t>
            </a:r>
            <a:r>
              <a:rPr sz="2800" dirty="0">
                <a:latin typeface="Tw Cen MT" panose="020B0602020104020603"/>
                <a:cs typeface="Tw Cen MT" panose="020B0602020104020603"/>
              </a:rPr>
              <a:t> </a:t>
            </a:r>
            <a:r>
              <a:rPr sz="2800" spc="-235" dirty="0">
                <a:latin typeface="Tw Cen MT" panose="020B0602020104020603"/>
                <a:cs typeface="Tw Cen MT" panose="020B0602020104020603"/>
              </a:rPr>
              <a:t> </a:t>
            </a:r>
            <a:r>
              <a:rPr sz="2800" spc="280" dirty="0">
                <a:solidFill>
                  <a:srgbClr val="FF0000"/>
                </a:solidFill>
                <a:latin typeface="Tw Cen MT" panose="020B0602020104020603"/>
                <a:cs typeface="Tw Cen MT" panose="020B0602020104020603"/>
              </a:rPr>
              <a:t>abs</a:t>
            </a:r>
            <a:r>
              <a:rPr sz="2800" spc="275" dirty="0">
                <a:solidFill>
                  <a:srgbClr val="FF0000"/>
                </a:solidFill>
                <a:latin typeface="Tw Cen MT" panose="020B0602020104020603"/>
                <a:cs typeface="Tw Cen MT" panose="020B0602020104020603"/>
              </a:rPr>
              <a:t>t</a:t>
            </a:r>
            <a:r>
              <a:rPr sz="2800" spc="250" dirty="0">
                <a:solidFill>
                  <a:srgbClr val="FF0000"/>
                </a:solidFill>
                <a:latin typeface="Tw Cen MT" panose="020B0602020104020603"/>
                <a:cs typeface="Tw Cen MT" panose="020B0602020104020603"/>
              </a:rPr>
              <a:t>r</a:t>
            </a:r>
            <a:r>
              <a:rPr sz="2800" spc="275" dirty="0">
                <a:solidFill>
                  <a:srgbClr val="FF0000"/>
                </a:solidFill>
                <a:latin typeface="Tw Cen MT" panose="020B0602020104020603"/>
                <a:cs typeface="Tw Cen MT" panose="020B0602020104020603"/>
              </a:rPr>
              <a:t>ac</a:t>
            </a:r>
            <a:r>
              <a:rPr sz="2800" spc="-5" dirty="0">
                <a:solidFill>
                  <a:srgbClr val="FF0000"/>
                </a:solidFill>
                <a:latin typeface="Tw Cen MT" panose="020B0602020104020603"/>
                <a:cs typeface="Tw Cen MT" panose="020B0602020104020603"/>
              </a:rPr>
              <a:t>t</a:t>
            </a:r>
            <a:r>
              <a:rPr sz="2800" dirty="0">
                <a:solidFill>
                  <a:srgbClr val="FF0000"/>
                </a:solidFill>
                <a:latin typeface="Tw Cen MT" panose="020B0602020104020603"/>
                <a:cs typeface="Tw Cen MT" panose="020B0602020104020603"/>
              </a:rPr>
              <a:t> </a:t>
            </a:r>
            <a:r>
              <a:rPr sz="2800" spc="-235" dirty="0">
                <a:solidFill>
                  <a:srgbClr val="FF0000"/>
                </a:solidFill>
                <a:latin typeface="Tw Cen MT" panose="020B0602020104020603"/>
                <a:cs typeface="Tw Cen MT" panose="020B0602020104020603"/>
              </a:rPr>
              <a:t> </a:t>
            </a:r>
            <a:r>
              <a:rPr sz="2800" spc="280" dirty="0">
                <a:solidFill>
                  <a:srgbClr val="FF0000"/>
                </a:solidFill>
                <a:latin typeface="Tw Cen MT" panose="020B0602020104020603"/>
                <a:cs typeface="Tw Cen MT" panose="020B0602020104020603"/>
              </a:rPr>
              <a:t>l</a:t>
            </a:r>
            <a:r>
              <a:rPr sz="2800" spc="210" dirty="0">
                <a:solidFill>
                  <a:srgbClr val="FF0000"/>
                </a:solidFill>
                <a:latin typeface="Tw Cen MT" panose="020B0602020104020603"/>
                <a:cs typeface="Tw Cen MT" panose="020B0602020104020603"/>
              </a:rPr>
              <a:t>a</a:t>
            </a:r>
            <a:r>
              <a:rPr sz="2800" spc="220" dirty="0">
                <a:solidFill>
                  <a:srgbClr val="FF0000"/>
                </a:solidFill>
                <a:latin typeface="Tw Cen MT" panose="020B0602020104020603"/>
                <a:cs typeface="Tw Cen MT" panose="020B0602020104020603"/>
              </a:rPr>
              <a:t>y</a:t>
            </a:r>
            <a:r>
              <a:rPr sz="2800" spc="280" dirty="0">
                <a:solidFill>
                  <a:srgbClr val="FF0000"/>
                </a:solidFill>
                <a:latin typeface="Tw Cen MT" panose="020B0602020104020603"/>
                <a:cs typeface="Tw Cen MT" panose="020B0602020104020603"/>
              </a:rPr>
              <a:t>e</a:t>
            </a:r>
            <a:r>
              <a:rPr sz="2800" dirty="0">
                <a:solidFill>
                  <a:srgbClr val="FF0000"/>
                </a:solidFill>
                <a:latin typeface="Tw Cen MT" panose="020B0602020104020603"/>
                <a:cs typeface="Tw Cen MT" panose="020B0602020104020603"/>
              </a:rPr>
              <a:t>r </a:t>
            </a:r>
            <a:r>
              <a:rPr sz="2800" spc="-235" dirty="0">
                <a:solidFill>
                  <a:srgbClr val="FF0000"/>
                </a:solidFill>
                <a:latin typeface="Tw Cen MT" panose="020B0602020104020603"/>
                <a:cs typeface="Tw Cen MT" panose="020B0602020104020603"/>
              </a:rPr>
              <a:t> </a:t>
            </a:r>
            <a:r>
              <a:rPr sz="2800" spc="275" dirty="0">
                <a:solidFill>
                  <a:srgbClr val="00B050"/>
                </a:solidFill>
                <a:latin typeface="Tw Cen MT" panose="020B0602020104020603"/>
                <a:cs typeface="Tw Cen MT" panose="020B0602020104020603"/>
              </a:rPr>
              <a:t>c</a:t>
            </a:r>
            <a:r>
              <a:rPr sz="2800" spc="280" dirty="0">
                <a:solidFill>
                  <a:srgbClr val="00B050"/>
                </a:solidFill>
                <a:latin typeface="Tw Cen MT" panose="020B0602020104020603"/>
                <a:cs typeface="Tw Cen MT" panose="020B0602020104020603"/>
              </a:rPr>
              <a:t>o</a:t>
            </a:r>
            <a:r>
              <a:rPr sz="2800" spc="285" dirty="0">
                <a:solidFill>
                  <a:srgbClr val="00B050"/>
                </a:solidFill>
                <a:latin typeface="Tw Cen MT" panose="020B0602020104020603"/>
                <a:cs typeface="Tw Cen MT" panose="020B0602020104020603"/>
              </a:rPr>
              <a:t>m</a:t>
            </a:r>
            <a:r>
              <a:rPr sz="2800" spc="275" dirty="0">
                <a:solidFill>
                  <a:srgbClr val="00B050"/>
                </a:solidFill>
                <a:latin typeface="Tw Cen MT" panose="020B0602020104020603"/>
                <a:cs typeface="Tw Cen MT" panose="020B0602020104020603"/>
              </a:rPr>
              <a:t>p</a:t>
            </a:r>
            <a:r>
              <a:rPr sz="2800" spc="280" dirty="0">
                <a:solidFill>
                  <a:srgbClr val="00B050"/>
                </a:solidFill>
                <a:latin typeface="Tw Cen MT" panose="020B0602020104020603"/>
                <a:cs typeface="Tw Cen MT" panose="020B0602020104020603"/>
              </a:rPr>
              <a:t>le</a:t>
            </a:r>
            <a:r>
              <a:rPr sz="2800" spc="275" dirty="0">
                <a:solidFill>
                  <a:srgbClr val="00B050"/>
                </a:solidFill>
                <a:latin typeface="Tw Cen MT" panose="020B0602020104020603"/>
                <a:cs typeface="Tw Cen MT" panose="020B0602020104020603"/>
              </a:rPr>
              <a:t>t</a:t>
            </a:r>
            <a:r>
              <a:rPr sz="2800" spc="280" dirty="0">
                <a:solidFill>
                  <a:srgbClr val="00B050"/>
                </a:solidFill>
                <a:latin typeface="Tw Cen MT" panose="020B0602020104020603"/>
                <a:cs typeface="Tw Cen MT" panose="020B0602020104020603"/>
              </a:rPr>
              <a:t>e</a:t>
            </a:r>
            <a:r>
              <a:rPr sz="2800" spc="285" dirty="0">
                <a:solidFill>
                  <a:srgbClr val="00B050"/>
                </a:solidFill>
                <a:latin typeface="Tw Cen MT" panose="020B0602020104020603"/>
                <a:cs typeface="Tw Cen MT" panose="020B0602020104020603"/>
              </a:rPr>
              <a:t>l</a:t>
            </a:r>
            <a:r>
              <a:rPr sz="2800" dirty="0">
                <a:solidFill>
                  <a:srgbClr val="00B050"/>
                </a:solidFill>
                <a:latin typeface="Tw Cen MT" panose="020B0602020104020603"/>
                <a:cs typeface="Tw Cen MT" panose="020B0602020104020603"/>
              </a:rPr>
              <a:t>y </a:t>
            </a:r>
            <a:r>
              <a:rPr sz="2800" spc="200" dirty="0">
                <a:solidFill>
                  <a:srgbClr val="00B050"/>
                </a:solidFill>
                <a:latin typeface="Tw Cen MT" panose="020B0602020104020603"/>
                <a:cs typeface="Tw Cen MT" panose="020B0602020104020603"/>
              </a:rPr>
              <a:t>in</a:t>
            </a:r>
            <a:r>
              <a:rPr sz="2800" spc="195" dirty="0">
                <a:solidFill>
                  <a:srgbClr val="00B050"/>
                </a:solidFill>
                <a:latin typeface="Tw Cen MT" panose="020B0602020104020603"/>
                <a:cs typeface="Tw Cen MT" panose="020B0602020104020603"/>
              </a:rPr>
              <a:t>d</a:t>
            </a:r>
            <a:r>
              <a:rPr sz="2800" spc="200" dirty="0">
                <a:solidFill>
                  <a:srgbClr val="00B050"/>
                </a:solidFill>
                <a:latin typeface="Tw Cen MT" panose="020B0602020104020603"/>
                <a:cs typeface="Tw Cen MT" panose="020B0602020104020603"/>
              </a:rPr>
              <a:t>e</a:t>
            </a:r>
            <a:r>
              <a:rPr sz="2800" spc="195" dirty="0">
                <a:solidFill>
                  <a:srgbClr val="00B050"/>
                </a:solidFill>
                <a:latin typeface="Tw Cen MT" panose="020B0602020104020603"/>
                <a:cs typeface="Tw Cen MT" panose="020B0602020104020603"/>
              </a:rPr>
              <a:t>p</a:t>
            </a:r>
            <a:r>
              <a:rPr sz="2800" spc="200" dirty="0">
                <a:solidFill>
                  <a:srgbClr val="00B050"/>
                </a:solidFill>
                <a:latin typeface="Tw Cen MT" panose="020B0602020104020603"/>
                <a:cs typeface="Tw Cen MT" panose="020B0602020104020603"/>
              </a:rPr>
              <a:t>en</a:t>
            </a:r>
            <a:r>
              <a:rPr sz="2800" spc="195" dirty="0">
                <a:solidFill>
                  <a:srgbClr val="00B050"/>
                </a:solidFill>
                <a:latin typeface="Tw Cen MT" panose="020B0602020104020603"/>
                <a:cs typeface="Tw Cen MT" panose="020B0602020104020603"/>
              </a:rPr>
              <a:t>d</a:t>
            </a:r>
            <a:r>
              <a:rPr sz="2800" spc="200" dirty="0">
                <a:solidFill>
                  <a:srgbClr val="00B050"/>
                </a:solidFill>
                <a:latin typeface="Tw Cen MT" panose="020B0602020104020603"/>
                <a:cs typeface="Tw Cen MT" panose="020B0602020104020603"/>
              </a:rPr>
              <a:t>en</a:t>
            </a:r>
            <a:r>
              <a:rPr sz="2800" spc="-5" dirty="0">
                <a:solidFill>
                  <a:srgbClr val="00B050"/>
                </a:solidFill>
                <a:latin typeface="Tw Cen MT" panose="020B0602020104020603"/>
                <a:cs typeface="Tw Cen MT" panose="020B0602020104020603"/>
              </a:rPr>
              <a:t>t</a:t>
            </a:r>
            <a:r>
              <a:rPr sz="2800" dirty="0">
                <a:solidFill>
                  <a:srgbClr val="00B050"/>
                </a:solidFill>
                <a:latin typeface="Tw Cen MT" panose="020B0602020104020603"/>
                <a:cs typeface="Tw Cen MT" panose="020B0602020104020603"/>
              </a:rPr>
              <a:t> </a:t>
            </a:r>
            <a:r>
              <a:rPr sz="2800" spc="-395" dirty="0">
                <a:solidFill>
                  <a:srgbClr val="00B050"/>
                </a:solidFill>
                <a:latin typeface="Tw Cen MT" panose="020B0602020104020603"/>
                <a:cs typeface="Tw Cen MT" panose="020B0602020104020603"/>
              </a:rPr>
              <a:t> </a:t>
            </a:r>
            <a:r>
              <a:rPr sz="2800" spc="200" dirty="0">
                <a:solidFill>
                  <a:srgbClr val="00B050"/>
                </a:solidFill>
                <a:latin typeface="Tw Cen MT" panose="020B0602020104020603"/>
                <a:cs typeface="Tw Cen MT" panose="020B0602020104020603"/>
              </a:rPr>
              <a:t>o</a:t>
            </a:r>
            <a:r>
              <a:rPr sz="2800" dirty="0">
                <a:solidFill>
                  <a:srgbClr val="00B050"/>
                </a:solidFill>
                <a:latin typeface="Tw Cen MT" panose="020B0602020104020603"/>
                <a:cs typeface="Tw Cen MT" panose="020B0602020104020603"/>
              </a:rPr>
              <a:t>f </a:t>
            </a:r>
            <a:r>
              <a:rPr sz="2800" spc="-310" dirty="0">
                <a:solidFill>
                  <a:srgbClr val="00B050"/>
                </a:solidFill>
                <a:latin typeface="Tw Cen MT" panose="020B0602020104020603"/>
                <a:cs typeface="Tw Cen MT" panose="020B0602020104020603"/>
              </a:rPr>
              <a:t> </a:t>
            </a:r>
            <a:r>
              <a:rPr sz="2800" spc="200" dirty="0">
                <a:solidFill>
                  <a:srgbClr val="00B050"/>
                </a:solidFill>
                <a:latin typeface="Tw Cen MT" panose="020B0602020104020603"/>
                <a:cs typeface="Tw Cen MT" panose="020B0602020104020603"/>
              </a:rPr>
              <a:t>dat</a:t>
            </a:r>
            <a:r>
              <a:rPr sz="2800" spc="-5" dirty="0">
                <a:solidFill>
                  <a:srgbClr val="00B050"/>
                </a:solidFill>
                <a:latin typeface="Tw Cen MT" panose="020B0602020104020603"/>
                <a:cs typeface="Tw Cen MT" panose="020B0602020104020603"/>
              </a:rPr>
              <a:t>a </a:t>
            </a:r>
            <a:r>
              <a:rPr sz="2800" spc="-395" dirty="0">
                <a:solidFill>
                  <a:srgbClr val="00B050"/>
                </a:solidFill>
                <a:latin typeface="Tw Cen MT" panose="020B0602020104020603"/>
                <a:cs typeface="Tw Cen MT" panose="020B0602020104020603"/>
              </a:rPr>
              <a:t> </a:t>
            </a:r>
            <a:r>
              <a:rPr sz="2800" spc="200" dirty="0">
                <a:solidFill>
                  <a:srgbClr val="00B050"/>
                </a:solidFill>
                <a:latin typeface="Tw Cen MT" panose="020B0602020104020603"/>
                <a:cs typeface="Tw Cen MT" panose="020B0602020104020603"/>
              </a:rPr>
              <a:t>st</a:t>
            </a:r>
            <a:r>
              <a:rPr sz="2800" spc="254" dirty="0">
                <a:solidFill>
                  <a:srgbClr val="00B050"/>
                </a:solidFill>
                <a:latin typeface="Tw Cen MT" panose="020B0602020104020603"/>
                <a:cs typeface="Tw Cen MT" panose="020B0602020104020603"/>
              </a:rPr>
              <a:t>r</a:t>
            </a:r>
            <a:r>
              <a:rPr sz="2800" spc="200" dirty="0">
                <a:solidFill>
                  <a:srgbClr val="00B050"/>
                </a:solidFill>
                <a:latin typeface="Tw Cen MT" panose="020B0602020104020603"/>
                <a:cs typeface="Tw Cen MT" panose="020B0602020104020603"/>
              </a:rPr>
              <a:t>u</a:t>
            </a:r>
            <a:r>
              <a:rPr sz="2800" spc="195" dirty="0">
                <a:solidFill>
                  <a:srgbClr val="00B050"/>
                </a:solidFill>
                <a:latin typeface="Tw Cen MT" panose="020B0602020104020603"/>
                <a:cs typeface="Tw Cen MT" panose="020B0602020104020603"/>
              </a:rPr>
              <a:t>c</a:t>
            </a:r>
            <a:r>
              <a:rPr sz="2800" spc="200" dirty="0">
                <a:solidFill>
                  <a:srgbClr val="00B050"/>
                </a:solidFill>
                <a:latin typeface="Tw Cen MT" panose="020B0602020104020603"/>
                <a:cs typeface="Tw Cen MT" panose="020B0602020104020603"/>
              </a:rPr>
              <a:t>tu</a:t>
            </a:r>
            <a:r>
              <a:rPr sz="2800" spc="204" dirty="0">
                <a:solidFill>
                  <a:srgbClr val="00B050"/>
                </a:solidFill>
                <a:latin typeface="Tw Cen MT" panose="020B0602020104020603"/>
                <a:cs typeface="Tw Cen MT" panose="020B0602020104020603"/>
              </a:rPr>
              <a:t>r</a:t>
            </a:r>
            <a:r>
              <a:rPr sz="2800" dirty="0">
                <a:solidFill>
                  <a:srgbClr val="00B050"/>
                </a:solidFill>
                <a:latin typeface="Tw Cen MT" panose="020B0602020104020603"/>
                <a:cs typeface="Tw Cen MT" panose="020B0602020104020603"/>
              </a:rPr>
              <a:t>e </a:t>
            </a:r>
            <a:r>
              <a:rPr sz="2800" spc="-385" dirty="0">
                <a:solidFill>
                  <a:srgbClr val="00B050"/>
                </a:solidFill>
                <a:latin typeface="Tw Cen MT" panose="020B0602020104020603"/>
                <a:cs typeface="Tw Cen MT" panose="020B0602020104020603"/>
              </a:rPr>
              <a:t> </a:t>
            </a:r>
            <a:r>
              <a:rPr sz="2800" spc="204" dirty="0">
                <a:solidFill>
                  <a:srgbClr val="00B050"/>
                </a:solidFill>
                <a:latin typeface="Tw Cen MT" panose="020B0602020104020603"/>
                <a:cs typeface="Tw Cen MT" panose="020B0602020104020603"/>
              </a:rPr>
              <a:t>a</a:t>
            </a:r>
            <a:r>
              <a:rPr sz="2800" spc="200" dirty="0">
                <a:solidFill>
                  <a:srgbClr val="00B050"/>
                </a:solidFill>
                <a:latin typeface="Tw Cen MT" panose="020B0602020104020603"/>
                <a:cs typeface="Tw Cen MT" panose="020B0602020104020603"/>
              </a:rPr>
              <a:t>n</a:t>
            </a:r>
            <a:r>
              <a:rPr sz="2800" spc="-5" dirty="0">
                <a:solidFill>
                  <a:srgbClr val="00B050"/>
                </a:solidFill>
                <a:latin typeface="Tw Cen MT" panose="020B0602020104020603"/>
                <a:cs typeface="Tw Cen MT" panose="020B0602020104020603"/>
              </a:rPr>
              <a:t>d </a:t>
            </a:r>
            <a:r>
              <a:rPr sz="2800" spc="-385" dirty="0">
                <a:solidFill>
                  <a:srgbClr val="00B050"/>
                </a:solidFill>
                <a:latin typeface="Tw Cen MT" panose="020B0602020104020603"/>
                <a:cs typeface="Tw Cen MT" panose="020B0602020104020603"/>
              </a:rPr>
              <a:t> </a:t>
            </a:r>
            <a:r>
              <a:rPr sz="2800" spc="200" dirty="0">
                <a:solidFill>
                  <a:srgbClr val="00B050"/>
                </a:solidFill>
                <a:latin typeface="Tw Cen MT" panose="020B0602020104020603"/>
                <a:cs typeface="Tw Cen MT" panose="020B0602020104020603"/>
              </a:rPr>
              <a:t>databa</a:t>
            </a:r>
            <a:r>
              <a:rPr sz="2800" spc="204" dirty="0">
                <a:solidFill>
                  <a:srgbClr val="00B050"/>
                </a:solidFill>
                <a:latin typeface="Tw Cen MT" panose="020B0602020104020603"/>
                <a:cs typeface="Tw Cen MT" panose="020B0602020104020603"/>
              </a:rPr>
              <a:t>s</a:t>
            </a:r>
            <a:r>
              <a:rPr sz="2800" dirty="0">
                <a:solidFill>
                  <a:srgbClr val="00B050"/>
                </a:solidFill>
                <a:latin typeface="Tw Cen MT" panose="020B0602020104020603"/>
                <a:cs typeface="Tw Cen MT" panose="020B0602020104020603"/>
              </a:rPr>
              <a:t>e </a:t>
            </a:r>
            <a:r>
              <a:rPr sz="2800" spc="-5" dirty="0">
                <a:solidFill>
                  <a:srgbClr val="00B050"/>
                </a:solidFill>
                <a:latin typeface="Tw Cen MT" panose="020B0602020104020603"/>
                <a:cs typeface="Tw Cen MT" panose="020B0602020104020603"/>
              </a:rPr>
              <a:t>syste</a:t>
            </a:r>
            <a:r>
              <a:rPr sz="2800" dirty="0">
                <a:solidFill>
                  <a:srgbClr val="00B050"/>
                </a:solidFill>
                <a:latin typeface="Tw Cen MT" panose="020B0602020104020603"/>
                <a:cs typeface="Tw Cen MT" panose="020B0602020104020603"/>
              </a:rPr>
              <a:t>m</a:t>
            </a:r>
            <a:r>
              <a:rPr sz="2800" spc="-35" dirty="0">
                <a:solidFill>
                  <a:srgbClr val="00B050"/>
                </a:solidFill>
                <a:latin typeface="Tw Cen MT" panose="020B0602020104020603"/>
                <a:cs typeface="Tw Cen MT" panose="020B0602020104020603"/>
              </a:rPr>
              <a:t>s</a:t>
            </a:r>
            <a:r>
              <a:rPr sz="2800">
                <a:solidFill>
                  <a:srgbClr val="00B050"/>
                </a:solidFill>
                <a:latin typeface="Tw Cen MT" panose="020B0602020104020603"/>
                <a:cs typeface="Tw Cen MT" panose="020B0602020104020603"/>
              </a:rPr>
              <a:t>.</a:t>
            </a:r>
            <a:r>
              <a:rPr sz="2800" spc="-5">
                <a:solidFill>
                  <a:srgbClr val="00B050"/>
                </a:solidFill>
                <a:latin typeface="Tw Cen MT" panose="020B0602020104020603"/>
                <a:cs typeface="Tw Cen MT" panose="020B0602020104020603"/>
              </a:rPr>
              <a:t> </a:t>
            </a:r>
            <a:endParaRPr lang="en-US" sz="2800" spc="-5" dirty="0">
              <a:solidFill>
                <a:srgbClr val="00B050"/>
              </a:solidFill>
              <a:latin typeface="Tw Cen MT" panose="020B0602020104020603"/>
              <a:cs typeface="Tw Cen MT" panose="020B0602020104020603"/>
            </a:endParaRPr>
          </a:p>
          <a:p>
            <a:pPr marL="861695" marR="5080" indent="-14605" algn="just">
              <a:buFont typeface="Arial" panose="020B0604020202020204" pitchFamily="34" charset="0"/>
              <a:buChar char="•"/>
            </a:pPr>
            <a:r>
              <a:rPr sz="2800" spc="-5">
                <a:solidFill>
                  <a:srgbClr val="00B0F0"/>
                </a:solidFill>
                <a:latin typeface="Tw Cen MT" panose="020B0602020104020603"/>
                <a:cs typeface="Tw Cen MT" panose="020B0602020104020603"/>
              </a:rPr>
              <a:t>De</a:t>
            </a:r>
            <a:r>
              <a:rPr sz="2800" spc="-10">
                <a:solidFill>
                  <a:srgbClr val="00B0F0"/>
                </a:solidFill>
                <a:latin typeface="Tw Cen MT" panose="020B0602020104020603"/>
                <a:cs typeface="Tw Cen MT" panose="020B0602020104020603"/>
              </a:rPr>
              <a:t>c</a:t>
            </a:r>
            <a:r>
              <a:rPr sz="2800" spc="-5">
                <a:solidFill>
                  <a:srgbClr val="00B0F0"/>
                </a:solidFill>
                <a:latin typeface="Tw Cen MT" panose="020B0602020104020603"/>
                <a:cs typeface="Tw Cen MT" panose="020B0602020104020603"/>
              </a:rPr>
              <a:t>re</a:t>
            </a:r>
            <a:r>
              <a:rPr sz="2800" spc="-10">
                <a:solidFill>
                  <a:srgbClr val="00B0F0"/>
                </a:solidFill>
                <a:latin typeface="Tw Cen MT" panose="020B0602020104020603"/>
                <a:cs typeface="Tw Cen MT" panose="020B0602020104020603"/>
              </a:rPr>
              <a:t>a</a:t>
            </a:r>
            <a:r>
              <a:rPr sz="2800" spc="-5">
                <a:solidFill>
                  <a:srgbClr val="00B0F0"/>
                </a:solidFill>
                <a:latin typeface="Tw Cen MT" panose="020B0602020104020603"/>
                <a:cs typeface="Tw Cen MT" panose="020B0602020104020603"/>
              </a:rPr>
              <a:t>se</a:t>
            </a:r>
            <a:r>
              <a:rPr sz="2800">
                <a:solidFill>
                  <a:srgbClr val="00B0F0"/>
                </a:solidFill>
                <a:latin typeface="Tw Cen MT" panose="020B0602020104020603"/>
                <a:cs typeface="Tw Cen MT" panose="020B0602020104020603"/>
              </a:rPr>
              <a:t>s</a:t>
            </a:r>
            <a:r>
              <a:rPr sz="2800" spc="-5">
                <a:solidFill>
                  <a:srgbClr val="00B0F0"/>
                </a:solidFill>
                <a:latin typeface="Tw Cen MT" panose="020B0602020104020603"/>
                <a:cs typeface="Tw Cen MT" panose="020B0602020104020603"/>
              </a:rPr>
              <a:t> </a:t>
            </a:r>
            <a:r>
              <a:rPr sz="2800" spc="-5" dirty="0">
                <a:solidFill>
                  <a:srgbClr val="00B0F0"/>
                </a:solidFill>
                <a:latin typeface="Tw Cen MT" panose="020B0602020104020603"/>
                <a:cs typeface="Tw Cen MT" panose="020B0602020104020603"/>
              </a:rPr>
              <a:t>data in</a:t>
            </a:r>
            <a:r>
              <a:rPr sz="2800" spc="-10" dirty="0">
                <a:solidFill>
                  <a:srgbClr val="00B0F0"/>
                </a:solidFill>
                <a:latin typeface="Tw Cen MT" panose="020B0602020104020603"/>
                <a:cs typeface="Tw Cen MT" panose="020B0602020104020603"/>
              </a:rPr>
              <a:t>p</a:t>
            </a:r>
            <a:r>
              <a:rPr sz="2800" spc="-5" dirty="0">
                <a:solidFill>
                  <a:srgbClr val="00B0F0"/>
                </a:solidFill>
                <a:latin typeface="Tw Cen MT" panose="020B0602020104020603"/>
                <a:cs typeface="Tw Cen MT" panose="020B0602020104020603"/>
              </a:rPr>
              <a:t>ut</a:t>
            </a:r>
            <a:r>
              <a:rPr sz="2800" dirty="0">
                <a:solidFill>
                  <a:srgbClr val="00B0F0"/>
                </a:solidFill>
                <a:latin typeface="Tw Cen MT" panose="020B0602020104020603"/>
                <a:cs typeface="Tw Cen MT" panose="020B0602020104020603"/>
              </a:rPr>
              <a:t> </a:t>
            </a:r>
            <a:r>
              <a:rPr sz="2800" spc="-5" dirty="0">
                <a:solidFill>
                  <a:srgbClr val="00B0F0"/>
                </a:solidFill>
                <a:latin typeface="Tw Cen MT" panose="020B0602020104020603"/>
                <a:cs typeface="Tw Cen MT" panose="020B0602020104020603"/>
              </a:rPr>
              <a:t>and </a:t>
            </a:r>
            <a:r>
              <a:rPr sz="2800" spc="-65" dirty="0">
                <a:solidFill>
                  <a:srgbClr val="00B0F0"/>
                </a:solidFill>
                <a:latin typeface="Tw Cen MT" panose="020B0602020104020603"/>
                <a:cs typeface="Tw Cen MT" panose="020B0602020104020603"/>
              </a:rPr>
              <a:t>f</a:t>
            </a:r>
            <a:r>
              <a:rPr sz="2800" spc="-5" dirty="0">
                <a:solidFill>
                  <a:srgbClr val="00B0F0"/>
                </a:solidFill>
                <a:latin typeface="Tw Cen MT" panose="020B0602020104020603"/>
                <a:cs typeface="Tw Cen MT" panose="020B0602020104020603"/>
              </a:rPr>
              <a:t>o</a:t>
            </a:r>
            <a:r>
              <a:rPr sz="2800" spc="50" dirty="0">
                <a:solidFill>
                  <a:srgbClr val="00B0F0"/>
                </a:solidFill>
                <a:latin typeface="Tw Cen MT" panose="020B0602020104020603"/>
                <a:cs typeface="Tw Cen MT" panose="020B0602020104020603"/>
              </a:rPr>
              <a:t>r</a:t>
            </a:r>
            <a:r>
              <a:rPr sz="2800" dirty="0">
                <a:solidFill>
                  <a:srgbClr val="00B0F0"/>
                </a:solidFill>
                <a:latin typeface="Tw Cen MT" panose="020B0602020104020603"/>
                <a:cs typeface="Tw Cen MT" panose="020B0602020104020603"/>
              </a:rPr>
              <a:t>m</a:t>
            </a:r>
            <a:r>
              <a:rPr sz="2800" spc="-10" dirty="0">
                <a:solidFill>
                  <a:srgbClr val="00B0F0"/>
                </a:solidFill>
                <a:latin typeface="Tw Cen MT" panose="020B0602020104020603"/>
                <a:cs typeface="Tw Cen MT" panose="020B0602020104020603"/>
              </a:rPr>
              <a:t>a</a:t>
            </a:r>
            <a:r>
              <a:rPr sz="2800" spc="-5" dirty="0">
                <a:solidFill>
                  <a:srgbClr val="00B0F0"/>
                </a:solidFill>
                <a:latin typeface="Tw Cen MT" panose="020B0602020104020603"/>
                <a:cs typeface="Tw Cen MT" panose="020B0602020104020603"/>
              </a:rPr>
              <a:t>tting er</a:t>
            </a:r>
            <a:r>
              <a:rPr sz="2800" spc="-65" dirty="0">
                <a:solidFill>
                  <a:srgbClr val="00B0F0"/>
                </a:solidFill>
                <a:latin typeface="Tw Cen MT" panose="020B0602020104020603"/>
                <a:cs typeface="Tw Cen MT" panose="020B0602020104020603"/>
              </a:rPr>
              <a:t>r</a:t>
            </a:r>
            <a:r>
              <a:rPr sz="2800" spc="-5" dirty="0">
                <a:solidFill>
                  <a:srgbClr val="00B0F0"/>
                </a:solidFill>
                <a:latin typeface="Tw Cen MT" panose="020B0602020104020603"/>
                <a:cs typeface="Tw Cen MT" panose="020B0602020104020603"/>
              </a:rPr>
              <a:t>or</a:t>
            </a:r>
            <a:r>
              <a:rPr sz="2800" spc="-35" dirty="0">
                <a:solidFill>
                  <a:srgbClr val="00B0F0"/>
                </a:solidFill>
                <a:latin typeface="Tw Cen MT" panose="020B0602020104020603"/>
                <a:cs typeface="Tw Cen MT" panose="020B0602020104020603"/>
              </a:rPr>
              <a:t>s</a:t>
            </a:r>
            <a:r>
              <a:rPr sz="2800" dirty="0">
                <a:latin typeface="Tw Cen MT" panose="020B0602020104020603"/>
                <a:cs typeface="Tw Cen MT" panose="020B0602020104020603"/>
              </a:rPr>
              <a:t>.</a:t>
            </a:r>
            <a:endParaRPr sz="2800">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pic>
        <p:nvPicPr>
          <p:cNvPr id="5" name="Content Placeholder 4"/>
          <p:cNvPicPr>
            <a:picLocks noGrp="1" noChangeAspect="1"/>
          </p:cNvPicPr>
          <p:nvPr>
            <p:ph sz="half" idx="2"/>
          </p:nvPr>
        </p:nvPicPr>
        <p:blipFill>
          <a:blip r:embed="rId2"/>
          <a:stretch>
            <a:fillRect/>
          </a:stretch>
        </p:blipFill>
        <p:spPr>
          <a:xfrm>
            <a:off x="6477000" y="1905001"/>
            <a:ext cx="3977640" cy="3179445"/>
          </a:xfrm>
          <a:prstGeom prst="rect">
            <a:avLst/>
          </a:prstGeom>
        </p:spPr>
      </p:pic>
    </p:spTree>
    <p:extLst>
      <p:ext uri="{BB962C8B-B14F-4D97-AF65-F5344CB8AC3E}">
        <p14:creationId xmlns:p14="http://schemas.microsoft.com/office/powerpoint/2010/main" val="20643636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541780">
              <a:lnSpc>
                <a:spcPct val="100000"/>
              </a:lnSpc>
            </a:pPr>
            <a:r>
              <a:rPr spc="-10" dirty="0"/>
              <a:t>N</a:t>
            </a:r>
            <a:r>
              <a:rPr dirty="0"/>
              <a:t>e</a:t>
            </a:r>
            <a:r>
              <a:rPr spc="-5" dirty="0"/>
              <a:t>t</a:t>
            </a:r>
            <a:r>
              <a:rPr spc="-50" dirty="0"/>
              <a:t>w</a:t>
            </a:r>
            <a:r>
              <a:rPr spc="-5" dirty="0"/>
              <a:t>o</a:t>
            </a:r>
            <a:r>
              <a:rPr spc="30" dirty="0"/>
              <a:t>r</a:t>
            </a:r>
            <a:r>
              <a:rPr dirty="0"/>
              <a:t>k</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1752600" y="1148746"/>
            <a:ext cx="8406130" cy="5262979"/>
          </a:xfrm>
          <a:prstGeom prst="rect">
            <a:avLst/>
          </a:prstGeom>
        </p:spPr>
        <p:txBody>
          <a:bodyPr vert="horz" wrap="square" lIns="0" tIns="0" rIns="0" bIns="0" rtlCol="0">
            <a:spAutoFit/>
          </a:bodyPr>
          <a:lstStyle/>
          <a:p>
            <a:pPr marL="12700"/>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2</a:t>
            </a:r>
            <a:endParaRPr sz="1200">
              <a:latin typeface="Comic Sans MS" panose="030F0702030302020204"/>
              <a:cs typeface="Comic Sans MS" panose="030F0702030302020204"/>
            </a:endParaRPr>
          </a:p>
          <a:p>
            <a:endParaRPr sz="1100">
              <a:latin typeface="Times New Roman" panose="02020603050405020304"/>
              <a:cs typeface="Times New Roman" panose="02020603050405020304"/>
            </a:endParaRPr>
          </a:p>
          <a:p>
            <a:pPr marL="861695" marR="5080" indent="-319405">
              <a:buClr>
                <a:srgbClr val="DD8046"/>
              </a:buClr>
              <a:buSzPct val="60000"/>
              <a:buFont typeface="Wingdings" panose="05000000000000000000"/>
              <a:buChar char=""/>
              <a:tabLst>
                <a:tab pos="862330" algn="l"/>
              </a:tabLst>
            </a:pPr>
            <a:r>
              <a:rPr sz="2900" spc="-5" dirty="0">
                <a:latin typeface="Tw Cen MT" panose="020B0602020104020603"/>
                <a:cs typeface="Tw Cen MT" panose="020B0602020104020603"/>
              </a:rPr>
              <a:t>In</a:t>
            </a:r>
            <a:r>
              <a:rPr sz="2900" dirty="0">
                <a:latin typeface="Tw Cen MT" panose="020B0602020104020603"/>
                <a:cs typeface="Tw Cen MT" panose="020B0602020104020603"/>
              </a:rPr>
              <a:t> </a:t>
            </a:r>
            <a:r>
              <a:rPr sz="2900" spc="-5" dirty="0">
                <a:latin typeface="Tw Cen MT" panose="020B0602020104020603"/>
                <a:cs typeface="Tw Cen MT" panose="020B0602020104020603"/>
              </a:rPr>
              <a:t>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dirty="0">
                <a:latin typeface="Tw Cen MT" panose="020B0602020104020603"/>
                <a:cs typeface="Tw Cen MT" panose="020B0602020104020603"/>
              </a:rPr>
              <a:t> </a:t>
            </a:r>
            <a:r>
              <a:rPr sz="2900" spc="-5" dirty="0">
                <a:latin typeface="Tw Cen MT" panose="020B0602020104020603"/>
                <a:cs typeface="Tw Cen MT" panose="020B0602020104020603"/>
              </a:rPr>
              <a:t>vi</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tu</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liz</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a:t>
            </a:r>
            <a:r>
              <a:rPr sz="2900" spc="-5" dirty="0">
                <a:latin typeface="Tw Cen MT" panose="020B0602020104020603"/>
                <a:cs typeface="Tw Cen MT" panose="020B0602020104020603"/>
              </a:rPr>
              <a:t> </a:t>
            </a:r>
            <a:r>
              <a:rPr sz="2900" spc="55" dirty="0">
                <a:solidFill>
                  <a:srgbClr val="FF0000"/>
                </a:solidFill>
                <a:latin typeface="Tw Cen MT" panose="020B0602020104020603"/>
                <a:cs typeface="Tw Cen MT" panose="020B0602020104020603"/>
              </a:rPr>
              <a:t>m</a:t>
            </a:r>
            <a:r>
              <a:rPr sz="2900" spc="-5" dirty="0">
                <a:solidFill>
                  <a:srgbClr val="FF0000"/>
                </a:solidFill>
                <a:latin typeface="Tw Cen MT" panose="020B0602020104020603"/>
                <a:cs typeface="Tw Cen MT" panose="020B0602020104020603"/>
              </a:rPr>
              <a:t>ulti</a:t>
            </a:r>
            <a:r>
              <a:rPr sz="2900" spc="-10" dirty="0">
                <a:solidFill>
                  <a:srgbClr val="FF0000"/>
                </a:solidFill>
                <a:latin typeface="Tw Cen MT" panose="020B0602020104020603"/>
                <a:cs typeface="Tw Cen MT" panose="020B0602020104020603"/>
              </a:rPr>
              <a:t>p</a:t>
            </a:r>
            <a:r>
              <a:rPr sz="2900" spc="-5" dirty="0">
                <a:solidFill>
                  <a:srgbClr val="FF0000"/>
                </a:solidFill>
                <a:latin typeface="Tw Cen MT" panose="020B0602020104020603"/>
                <a:cs typeface="Tw Cen MT" panose="020B0602020104020603"/>
              </a:rPr>
              <a:t>l</a:t>
            </a:r>
            <a:r>
              <a:rPr sz="2900" dirty="0">
                <a:solidFill>
                  <a:srgbClr val="FF0000"/>
                </a:solidFill>
                <a:latin typeface="Tw Cen MT" panose="020B0602020104020603"/>
                <a:cs typeface="Tw Cen MT" panose="020B0602020104020603"/>
              </a:rPr>
              <a:t>e</a:t>
            </a:r>
            <a:r>
              <a:rPr sz="2900" spc="-5" dirty="0">
                <a:solidFill>
                  <a:srgbClr val="FF0000"/>
                </a:solidFill>
                <a:latin typeface="Tw Cen MT" panose="020B0602020104020603"/>
                <a:cs typeface="Tw Cen MT" panose="020B0602020104020603"/>
              </a:rPr>
              <a:t> su</a:t>
            </a:r>
            <a:r>
              <a:rPr sz="2900" spc="-10" dirty="0">
                <a:solidFill>
                  <a:srgbClr val="FF0000"/>
                </a:solidFill>
                <a:latin typeface="Tw Cen MT" panose="020B0602020104020603"/>
                <a:cs typeface="Tw Cen MT" panose="020B0602020104020603"/>
              </a:rPr>
              <a:t>b</a:t>
            </a:r>
            <a:r>
              <a:rPr sz="2900" spc="-5" dirty="0">
                <a:solidFill>
                  <a:srgbClr val="FF0000"/>
                </a:solidFill>
                <a:latin typeface="Tw Cen MT" panose="020B0602020104020603"/>
                <a:cs typeface="Tw Cen MT" panose="020B0602020104020603"/>
              </a:rPr>
              <a:t>-net</a:t>
            </a:r>
            <a:r>
              <a:rPr sz="2900" spc="-60" dirty="0">
                <a:solidFill>
                  <a:srgbClr val="FF0000"/>
                </a:solidFill>
                <a:latin typeface="Tw Cen MT" panose="020B0602020104020603"/>
                <a:cs typeface="Tw Cen MT" panose="020B0602020104020603"/>
              </a:rPr>
              <a:t>w</a:t>
            </a:r>
            <a:r>
              <a:rPr sz="2900" spc="-5" dirty="0">
                <a:solidFill>
                  <a:srgbClr val="FF0000"/>
                </a:solidFill>
                <a:latin typeface="Tw Cen MT" panose="020B0602020104020603"/>
                <a:cs typeface="Tw Cen MT" panose="020B0602020104020603"/>
              </a:rPr>
              <a:t>o</a:t>
            </a:r>
            <a:r>
              <a:rPr sz="2900" spc="50" dirty="0">
                <a:solidFill>
                  <a:srgbClr val="FF0000"/>
                </a:solidFill>
                <a:latin typeface="Tw Cen MT" panose="020B0602020104020603"/>
                <a:cs typeface="Tw Cen MT" panose="020B0602020104020603"/>
              </a:rPr>
              <a:t>r</a:t>
            </a:r>
            <a:r>
              <a:rPr sz="2900" spc="-5" dirty="0">
                <a:solidFill>
                  <a:srgbClr val="FF0000"/>
                </a:solidFill>
                <a:latin typeface="Tw Cen MT" panose="020B0602020104020603"/>
                <a:cs typeface="Tw Cen MT" panose="020B0602020104020603"/>
              </a:rPr>
              <a:t>k</a:t>
            </a:r>
            <a:r>
              <a:rPr sz="2900" dirty="0">
                <a:solidFill>
                  <a:srgbClr val="FF0000"/>
                </a:solidFill>
                <a:latin typeface="Tw Cen MT" panose="020B0602020104020603"/>
                <a:cs typeface="Tw Cen MT" panose="020B0602020104020603"/>
              </a:rPr>
              <a:t>s</a:t>
            </a:r>
            <a:r>
              <a:rPr sz="2900" spc="-5" dirty="0">
                <a:solidFill>
                  <a:srgbClr val="FF0000"/>
                </a:solidFill>
                <a:latin typeface="Tw Cen MT" panose="020B0602020104020603"/>
                <a:cs typeface="Tw Cen MT" panose="020B0602020104020603"/>
              </a:rPr>
              <a:t> </a:t>
            </a:r>
            <a:r>
              <a:rPr sz="2900" spc="-10" dirty="0">
                <a:solidFill>
                  <a:srgbClr val="FF0000"/>
                </a:solidFill>
                <a:latin typeface="Tw Cen MT" panose="020B0602020104020603"/>
                <a:cs typeface="Tw Cen MT" panose="020B0602020104020603"/>
              </a:rPr>
              <a:t>ca</a:t>
            </a:r>
            <a:r>
              <a:rPr sz="2900" spc="-5" dirty="0">
                <a:solidFill>
                  <a:srgbClr val="FF0000"/>
                </a:solidFill>
                <a:latin typeface="Tw Cen MT" panose="020B0602020104020603"/>
                <a:cs typeface="Tw Cen MT" panose="020B0602020104020603"/>
              </a:rPr>
              <a:t>n </a:t>
            </a:r>
            <a:r>
              <a:rPr sz="2900" spc="-10" dirty="0">
                <a:solidFill>
                  <a:srgbClr val="FF0000"/>
                </a:solidFill>
                <a:latin typeface="Tw Cen MT" panose="020B0602020104020603"/>
                <a:cs typeface="Tw Cen MT" panose="020B0602020104020603"/>
              </a:rPr>
              <a:t>b</a:t>
            </a:r>
            <a:r>
              <a:rPr sz="2900" dirty="0">
                <a:solidFill>
                  <a:srgbClr val="FF0000"/>
                </a:solidFill>
                <a:latin typeface="Tw Cen MT" panose="020B0602020104020603"/>
                <a:cs typeface="Tw Cen MT" panose="020B0602020104020603"/>
              </a:rPr>
              <a:t>e</a:t>
            </a:r>
            <a:r>
              <a:rPr sz="2900" spc="-5" dirty="0">
                <a:solidFill>
                  <a:srgbClr val="FF0000"/>
                </a:solidFill>
                <a:latin typeface="Tw Cen MT" panose="020B0602020104020603"/>
                <a:cs typeface="Tw Cen MT" panose="020B0602020104020603"/>
              </a:rPr>
              <a:t> </a:t>
            </a:r>
            <a:r>
              <a:rPr sz="2900" spc="-10" dirty="0">
                <a:solidFill>
                  <a:srgbClr val="FF0000"/>
                </a:solidFill>
                <a:latin typeface="Tw Cen MT" panose="020B0602020104020603"/>
                <a:cs typeface="Tw Cen MT" panose="020B0602020104020603"/>
              </a:rPr>
              <a:t>c</a:t>
            </a:r>
            <a:r>
              <a:rPr sz="2900" spc="-5" dirty="0">
                <a:solidFill>
                  <a:srgbClr val="FF0000"/>
                </a:solidFill>
                <a:latin typeface="Tw Cen MT" panose="020B0602020104020603"/>
                <a:cs typeface="Tw Cen MT" panose="020B0602020104020603"/>
              </a:rPr>
              <a:t>re</a:t>
            </a:r>
            <a:r>
              <a:rPr sz="2900" spc="-10" dirty="0">
                <a:solidFill>
                  <a:srgbClr val="FF0000"/>
                </a:solidFill>
                <a:latin typeface="Tw Cen MT" panose="020B0602020104020603"/>
                <a:cs typeface="Tw Cen MT" panose="020B0602020104020603"/>
              </a:rPr>
              <a:t>a</a:t>
            </a:r>
            <a:r>
              <a:rPr sz="2900" spc="-5" dirty="0">
                <a:solidFill>
                  <a:srgbClr val="FF0000"/>
                </a:solidFill>
                <a:latin typeface="Tw Cen MT" panose="020B0602020104020603"/>
                <a:cs typeface="Tw Cen MT" panose="020B0602020104020603"/>
              </a:rPr>
              <a:t>ted on</a:t>
            </a:r>
            <a:r>
              <a:rPr sz="2900" dirty="0">
                <a:solidFill>
                  <a:srgbClr val="FF0000"/>
                </a:solidFill>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th</a:t>
            </a:r>
            <a:r>
              <a:rPr sz="2900" dirty="0">
                <a:solidFill>
                  <a:srgbClr val="FF0000"/>
                </a:solidFill>
                <a:latin typeface="Tw Cen MT" panose="020B0602020104020603"/>
                <a:cs typeface="Tw Cen MT" panose="020B0602020104020603"/>
              </a:rPr>
              <a:t>e</a:t>
            </a:r>
            <a:r>
              <a:rPr sz="2900" spc="-5" dirty="0">
                <a:solidFill>
                  <a:srgbClr val="FF0000"/>
                </a:solidFill>
                <a:latin typeface="Tw Cen MT" panose="020B0602020104020603"/>
                <a:cs typeface="Tw Cen MT" panose="020B0602020104020603"/>
              </a:rPr>
              <a:t> s</a:t>
            </a:r>
            <a:r>
              <a:rPr sz="2900" spc="-10" dirty="0">
                <a:solidFill>
                  <a:srgbClr val="FF0000"/>
                </a:solidFill>
                <a:latin typeface="Tw Cen MT" panose="020B0602020104020603"/>
                <a:cs typeface="Tw Cen MT" panose="020B0602020104020603"/>
              </a:rPr>
              <a:t>a</a:t>
            </a:r>
            <a:r>
              <a:rPr sz="2900" dirty="0">
                <a:solidFill>
                  <a:srgbClr val="FF0000"/>
                </a:solidFill>
                <a:latin typeface="Tw Cen MT" panose="020B0602020104020603"/>
                <a:cs typeface="Tw Cen MT" panose="020B0602020104020603"/>
              </a:rPr>
              <a:t>me</a:t>
            </a:r>
            <a:r>
              <a:rPr sz="2900" spc="-5" dirty="0">
                <a:solidFill>
                  <a:srgbClr val="FF0000"/>
                </a:solidFill>
                <a:latin typeface="Tw Cen MT" panose="020B0602020104020603"/>
                <a:cs typeface="Tw Cen MT" panose="020B0602020104020603"/>
              </a:rPr>
              <a:t> p</a:t>
            </a:r>
            <a:r>
              <a:rPr sz="2900" spc="-65" dirty="0">
                <a:solidFill>
                  <a:srgbClr val="FF0000"/>
                </a:solidFill>
                <a:latin typeface="Tw Cen MT" panose="020B0602020104020603"/>
                <a:cs typeface="Tw Cen MT" panose="020B0602020104020603"/>
              </a:rPr>
              <a:t>h</a:t>
            </a:r>
            <a:r>
              <a:rPr sz="2900" spc="-5" dirty="0">
                <a:solidFill>
                  <a:srgbClr val="FF0000"/>
                </a:solidFill>
                <a:latin typeface="Tw Cen MT" panose="020B0602020104020603"/>
                <a:cs typeface="Tw Cen MT" panose="020B0602020104020603"/>
              </a:rPr>
              <a:t>ysi</a:t>
            </a:r>
            <a:r>
              <a:rPr sz="2900" spc="-10" dirty="0">
                <a:solidFill>
                  <a:srgbClr val="FF0000"/>
                </a:solidFill>
                <a:latin typeface="Tw Cen MT" panose="020B0602020104020603"/>
                <a:cs typeface="Tw Cen MT" panose="020B0602020104020603"/>
              </a:rPr>
              <a:t>ca</a:t>
            </a:r>
            <a:r>
              <a:rPr sz="2900" dirty="0">
                <a:solidFill>
                  <a:srgbClr val="FF0000"/>
                </a:solidFill>
                <a:latin typeface="Tw Cen MT" panose="020B0602020104020603"/>
                <a:cs typeface="Tw Cen MT" panose="020B0602020104020603"/>
              </a:rPr>
              <a:t>l</a:t>
            </a:r>
            <a:r>
              <a:rPr sz="2900" spc="-5" dirty="0">
                <a:solidFill>
                  <a:srgbClr val="FF0000"/>
                </a:solidFill>
                <a:latin typeface="Tw Cen MT" panose="020B0602020104020603"/>
                <a:cs typeface="Tw Cen MT" panose="020B0602020104020603"/>
              </a:rPr>
              <a:t> net</a:t>
            </a:r>
            <a:r>
              <a:rPr sz="2900" spc="-60" dirty="0">
                <a:solidFill>
                  <a:srgbClr val="FF0000"/>
                </a:solidFill>
                <a:latin typeface="Tw Cen MT" panose="020B0602020104020603"/>
                <a:cs typeface="Tw Cen MT" panose="020B0602020104020603"/>
              </a:rPr>
              <a:t>w</a:t>
            </a:r>
            <a:r>
              <a:rPr sz="2900" spc="-5" dirty="0">
                <a:solidFill>
                  <a:srgbClr val="FF0000"/>
                </a:solidFill>
                <a:latin typeface="Tw Cen MT" panose="020B0602020104020603"/>
                <a:cs typeface="Tw Cen MT" panose="020B0602020104020603"/>
              </a:rPr>
              <a:t>o</a:t>
            </a:r>
            <a:r>
              <a:rPr sz="2900" spc="50" dirty="0">
                <a:solidFill>
                  <a:srgbClr val="FF0000"/>
                </a:solidFill>
                <a:latin typeface="Tw Cen MT" panose="020B0602020104020603"/>
                <a:cs typeface="Tw Cen MT" panose="020B0602020104020603"/>
              </a:rPr>
              <a:t>r</a:t>
            </a:r>
            <a:r>
              <a:rPr sz="2900" spc="-5" dirty="0">
                <a:solidFill>
                  <a:srgbClr val="FF0000"/>
                </a:solidFill>
                <a:latin typeface="Tw Cen MT" panose="020B0602020104020603"/>
                <a:cs typeface="Tw Cen MT" panose="020B0602020104020603"/>
              </a:rPr>
              <a:t>k</a:t>
            </a:r>
            <a:r>
              <a:rPr sz="2900" dirty="0">
                <a:latin typeface="Tw Cen MT" panose="020B0602020104020603"/>
                <a:cs typeface="Tw Cen MT" panose="020B0602020104020603"/>
              </a:rPr>
              <a:t>,</a:t>
            </a:r>
            <a:r>
              <a:rPr sz="2900" spc="-5" dirty="0">
                <a:latin typeface="Tw Cen MT" panose="020B0602020104020603"/>
                <a:cs typeface="Tw Cen MT" panose="020B0602020104020603"/>
              </a:rPr>
              <a:t> </a:t>
            </a:r>
            <a:r>
              <a:rPr sz="2900" dirty="0">
                <a:latin typeface="Tw Cen MT" panose="020B0602020104020603"/>
                <a:cs typeface="Tw Cen MT" panose="020B0602020104020603"/>
              </a:rPr>
              <a:t>w</a:t>
            </a:r>
            <a:r>
              <a:rPr sz="2900" spc="-5" dirty="0">
                <a:latin typeface="Tw Cen MT" panose="020B0602020104020603"/>
                <a:cs typeface="Tw Cen MT" panose="020B0602020104020603"/>
              </a:rPr>
              <a:t>hi</a:t>
            </a:r>
            <a:r>
              <a:rPr sz="2900" spc="100" dirty="0">
                <a:latin typeface="Tw Cen MT" panose="020B0602020104020603"/>
                <a:cs typeface="Tw Cen MT" panose="020B0602020104020603"/>
              </a:rPr>
              <a:t>c</a:t>
            </a:r>
            <a:r>
              <a:rPr sz="2900" spc="-5" dirty="0">
                <a:latin typeface="Tw Cen MT" panose="020B0602020104020603"/>
                <a:cs typeface="Tw Cen MT" panose="020B0602020104020603"/>
              </a:rPr>
              <a:t>h </a:t>
            </a:r>
            <a:r>
              <a:rPr sz="2900" dirty="0">
                <a:latin typeface="Tw Cen MT" panose="020B0602020104020603"/>
                <a:cs typeface="Tw Cen MT" panose="020B0602020104020603"/>
              </a:rPr>
              <a:t>m</a:t>
            </a:r>
            <a:r>
              <a:rPr sz="2900" spc="-70" dirty="0">
                <a:latin typeface="Tw Cen MT" panose="020B0602020104020603"/>
                <a:cs typeface="Tw Cen MT" panose="020B0602020104020603"/>
              </a:rPr>
              <a:t>a</a:t>
            </a:r>
            <a:r>
              <a:rPr sz="2900" dirty="0">
                <a:latin typeface="Tw Cen MT" panose="020B0602020104020603"/>
                <a:cs typeface="Tw Cen MT" panose="020B0602020104020603"/>
              </a:rPr>
              <a:t>y</a:t>
            </a:r>
            <a:r>
              <a:rPr sz="2900" spc="-5" dirty="0">
                <a:latin typeface="Tw Cen MT" panose="020B0602020104020603"/>
                <a:cs typeface="Tw Cen MT" panose="020B0602020104020603"/>
              </a:rPr>
              <a:t> o</a:t>
            </a:r>
            <a:r>
              <a:rPr sz="2900" dirty="0">
                <a:latin typeface="Tw Cen MT" panose="020B0602020104020603"/>
                <a:cs typeface="Tw Cen MT" panose="020B0602020104020603"/>
              </a:rPr>
              <a:t>r</a:t>
            </a:r>
            <a:r>
              <a:rPr sz="2900" spc="-5" dirty="0">
                <a:latin typeface="Tw Cen MT" panose="020B0602020104020603"/>
                <a:cs typeface="Tw Cen MT" panose="020B0602020104020603"/>
              </a:rPr>
              <a:t> </a:t>
            </a:r>
            <a:r>
              <a:rPr sz="2900" dirty="0">
                <a:latin typeface="Tw Cen MT" panose="020B0602020104020603"/>
                <a:cs typeface="Tw Cen MT" panose="020B0602020104020603"/>
              </a:rPr>
              <a:t>m</a:t>
            </a:r>
            <a:r>
              <a:rPr sz="2900" spc="-70" dirty="0">
                <a:latin typeface="Tw Cen MT" panose="020B0602020104020603"/>
                <a:cs typeface="Tw Cen MT" panose="020B0602020104020603"/>
              </a:rPr>
              <a:t>a</a:t>
            </a:r>
            <a:r>
              <a:rPr sz="2900" dirty="0">
                <a:latin typeface="Tw Cen MT" panose="020B0602020104020603"/>
                <a:cs typeface="Tw Cen MT" panose="020B0602020104020603"/>
              </a:rPr>
              <a:t>y</a:t>
            </a:r>
            <a:r>
              <a:rPr sz="2900" spc="-5" dirty="0">
                <a:latin typeface="Tw Cen MT" panose="020B0602020104020603"/>
                <a:cs typeface="Tw Cen MT" panose="020B0602020104020603"/>
              </a:rPr>
              <a:t> not</a:t>
            </a:r>
            <a:r>
              <a:rPr sz="2900" dirty="0">
                <a:latin typeface="Tw Cen MT" panose="020B0602020104020603"/>
                <a:cs typeface="Tw Cen MT" panose="020B0602020104020603"/>
              </a:rPr>
              <a:t> </a:t>
            </a:r>
            <a:r>
              <a:rPr sz="2900" spc="-5" dirty="0">
                <a:latin typeface="Tw Cen MT" panose="020B0602020104020603"/>
                <a:cs typeface="Tw Cen MT" panose="020B0602020104020603"/>
              </a:rPr>
              <a:t>i</a:t>
            </a:r>
            <a:r>
              <a:rPr sz="2900" dirty="0">
                <a:latin typeface="Tw Cen MT" panose="020B0602020104020603"/>
                <a:cs typeface="Tw Cen MT" panose="020B0602020104020603"/>
              </a:rPr>
              <a:t>s</a:t>
            </a:r>
            <a:r>
              <a:rPr sz="2900" spc="-5" dirty="0">
                <a:latin typeface="Tw Cen MT" panose="020B0602020104020603"/>
                <a:cs typeface="Tw Cen MT" panose="020B0602020104020603"/>
              </a:rPr>
              <a:t> authorized 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o</a:t>
            </a:r>
            <a:r>
              <a:rPr sz="2900" dirty="0">
                <a:latin typeface="Tw Cen MT" panose="020B0602020104020603"/>
                <a:cs typeface="Tw Cen MT" panose="020B0602020104020603"/>
              </a:rPr>
              <a:t>m</a:t>
            </a:r>
            <a:r>
              <a:rPr sz="2900" spc="55" dirty="0">
                <a:latin typeface="Tw Cen MT" panose="020B0602020104020603"/>
                <a:cs typeface="Tw Cen MT" panose="020B0602020104020603"/>
              </a:rPr>
              <a:t>m</a:t>
            </a:r>
            <a:r>
              <a:rPr sz="2900" spc="-5" dirty="0">
                <a:latin typeface="Tw Cen MT" panose="020B0602020104020603"/>
                <a:cs typeface="Tw Cen MT" panose="020B0602020104020603"/>
              </a:rPr>
              <a:t>uni</a:t>
            </a:r>
            <a:r>
              <a:rPr sz="2900" spc="-10" dirty="0">
                <a:latin typeface="Tw Cen MT" panose="020B0602020104020603"/>
                <a:cs typeface="Tw Cen MT" panose="020B0602020104020603"/>
              </a:rPr>
              <a:t>ca</a:t>
            </a:r>
            <a:r>
              <a:rPr sz="2900" spc="-5" dirty="0">
                <a:latin typeface="Tw Cen MT" panose="020B0602020104020603"/>
                <a:cs typeface="Tw Cen MT" panose="020B0602020104020603"/>
              </a:rPr>
              <a:t>t</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dirty="0">
                <a:latin typeface="Tw Cen MT" panose="020B0602020104020603"/>
                <a:cs typeface="Tw Cen MT" panose="020B0602020104020603"/>
              </a:rPr>
              <a:t>w</a:t>
            </a:r>
            <a:r>
              <a:rPr sz="2900" spc="-5" dirty="0">
                <a:latin typeface="Tw Cen MT" panose="020B0602020104020603"/>
                <a:cs typeface="Tw Cen MT" panose="020B0602020104020603"/>
              </a:rPr>
              <a:t>ith e</a:t>
            </a:r>
            <a:r>
              <a:rPr sz="2900" spc="-10" dirty="0">
                <a:latin typeface="Tw Cen MT" panose="020B0602020104020603"/>
                <a:cs typeface="Tw Cen MT" panose="020B0602020104020603"/>
              </a:rPr>
              <a:t>a</a:t>
            </a:r>
            <a:r>
              <a:rPr sz="2900" spc="100" dirty="0">
                <a:latin typeface="Tw Cen MT" panose="020B0602020104020603"/>
                <a:cs typeface="Tw Cen MT" panose="020B0602020104020603"/>
              </a:rPr>
              <a:t>c</a:t>
            </a:r>
            <a:r>
              <a:rPr sz="2900" spc="-5" dirty="0">
                <a:latin typeface="Tw Cen MT" panose="020B0602020104020603"/>
                <a:cs typeface="Tw Cen MT" panose="020B0602020104020603"/>
              </a:rPr>
              <a:t>h</a:t>
            </a:r>
            <a:r>
              <a:rPr sz="2900" dirty="0">
                <a:latin typeface="Tw Cen MT" panose="020B0602020104020603"/>
                <a:cs typeface="Tw Cen MT" panose="020B0602020104020603"/>
              </a:rPr>
              <a:t> </a:t>
            </a:r>
            <a:r>
              <a:rPr sz="2900" spc="-5" dirty="0">
                <a:latin typeface="Tw Cen MT" panose="020B0602020104020603"/>
                <a:cs typeface="Tw Cen MT" panose="020B0602020104020603"/>
              </a:rPr>
              <a:t>othe</a:t>
            </a:r>
            <a:r>
              <a:rPr sz="2900" spc="-210" dirty="0">
                <a:latin typeface="Tw Cen MT" panose="020B0602020104020603"/>
                <a:cs typeface="Tw Cen MT" panose="020B0602020104020603"/>
              </a:rPr>
              <a:t>r</a:t>
            </a:r>
            <a:r>
              <a:rPr sz="2900">
                <a:latin typeface="Tw Cen MT" panose="020B0602020104020603"/>
                <a:cs typeface="Tw Cen MT" panose="020B0602020104020603"/>
              </a:rPr>
              <a:t>.</a:t>
            </a:r>
            <a:r>
              <a:rPr sz="2900" spc="-5">
                <a:latin typeface="Tw Cen MT" panose="020B0602020104020603"/>
                <a:cs typeface="Tw Cen MT" panose="020B0602020104020603"/>
              </a:rPr>
              <a:t> </a:t>
            </a:r>
            <a:endParaRPr lang="en-US" sz="2900" spc="-5" dirty="0">
              <a:latin typeface="Tw Cen MT" panose="020B0602020104020603"/>
              <a:cs typeface="Tw Cen MT" panose="020B0602020104020603"/>
            </a:endParaRPr>
          </a:p>
          <a:p>
            <a:pPr marL="861695" marR="5080" indent="-319405">
              <a:buClr>
                <a:srgbClr val="DD8046"/>
              </a:buClr>
              <a:buSzPct val="60000"/>
              <a:buFont typeface="Wingdings" panose="05000000000000000000"/>
              <a:buChar char=""/>
              <a:tabLst>
                <a:tab pos="862330" algn="l"/>
              </a:tabLst>
            </a:pPr>
            <a:r>
              <a:rPr sz="2900" spc="-5">
                <a:latin typeface="Tw Cen MT" panose="020B0602020104020603"/>
                <a:cs typeface="Tw Cen MT" panose="020B0602020104020603"/>
              </a:rPr>
              <a:t>Thi</a:t>
            </a:r>
            <a:r>
              <a:rPr sz="2900">
                <a:latin typeface="Tw Cen MT" panose="020B0602020104020603"/>
                <a:cs typeface="Tw Cen MT" panose="020B0602020104020603"/>
              </a:rPr>
              <a:t>s</a:t>
            </a:r>
            <a:r>
              <a:rPr sz="2900" spc="-5">
                <a:latin typeface="Tw Cen MT" panose="020B0602020104020603"/>
                <a:cs typeface="Tw Cen MT" panose="020B0602020104020603"/>
              </a:rPr>
              <a:t> </a:t>
            </a:r>
            <a:r>
              <a:rPr sz="2900" spc="-5" dirty="0">
                <a:latin typeface="Tw Cen MT" panose="020B0602020104020603"/>
                <a:cs typeface="Tw Cen MT" panose="020B0602020104020603"/>
              </a:rPr>
              <a:t>en</a:t>
            </a:r>
            <a:r>
              <a:rPr sz="2900" spc="-10" dirty="0">
                <a:latin typeface="Tw Cen MT" panose="020B0602020104020603"/>
                <a:cs typeface="Tw Cen MT" panose="020B0602020104020603"/>
              </a:rPr>
              <a:t>ab</a:t>
            </a:r>
            <a:r>
              <a:rPr sz="2900" spc="-5" dirty="0">
                <a:latin typeface="Tw Cen MT" panose="020B0602020104020603"/>
                <a:cs typeface="Tw Cen MT" panose="020B0602020104020603"/>
              </a:rPr>
              <a:t>le</a:t>
            </a:r>
            <a:r>
              <a:rPr sz="2900" dirty="0">
                <a:latin typeface="Tw Cen MT" panose="020B0602020104020603"/>
                <a:cs typeface="Tw Cen MT" panose="020B0602020104020603"/>
              </a:rPr>
              <a:t>s</a:t>
            </a:r>
            <a:r>
              <a:rPr sz="2900" spc="-5" dirty="0">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restri</a:t>
            </a:r>
            <a:r>
              <a:rPr sz="2900" spc="-10" dirty="0">
                <a:solidFill>
                  <a:srgbClr val="FF0000"/>
                </a:solidFill>
                <a:latin typeface="Tw Cen MT" panose="020B0602020104020603"/>
                <a:cs typeface="Tw Cen MT" panose="020B0602020104020603"/>
              </a:rPr>
              <a:t>c</a:t>
            </a:r>
            <a:r>
              <a:rPr sz="2900" spc="-5" dirty="0">
                <a:solidFill>
                  <a:srgbClr val="FF0000"/>
                </a:solidFill>
                <a:latin typeface="Tw Cen MT" panose="020B0602020104020603"/>
                <a:cs typeface="Tw Cen MT" panose="020B0602020104020603"/>
              </a:rPr>
              <a:t>tion</a:t>
            </a:r>
            <a:r>
              <a:rPr sz="2900" dirty="0">
                <a:solidFill>
                  <a:srgbClr val="FF0000"/>
                </a:solidFill>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o</a:t>
            </a:r>
            <a:r>
              <a:rPr sz="2900" dirty="0">
                <a:solidFill>
                  <a:srgbClr val="FF0000"/>
                </a:solidFill>
                <a:latin typeface="Tw Cen MT" panose="020B0602020104020603"/>
                <a:cs typeface="Tw Cen MT" panose="020B0602020104020603"/>
              </a:rPr>
              <a:t>f</a:t>
            </a:r>
            <a:r>
              <a:rPr sz="2900" spc="80" dirty="0">
                <a:solidFill>
                  <a:srgbClr val="FF0000"/>
                </a:solidFill>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fil</a:t>
            </a:r>
            <a:r>
              <a:rPr sz="2900" dirty="0">
                <a:solidFill>
                  <a:srgbClr val="FF0000"/>
                </a:solidFill>
                <a:latin typeface="Tw Cen MT" panose="020B0602020104020603"/>
                <a:cs typeface="Tw Cen MT" panose="020B0602020104020603"/>
              </a:rPr>
              <a:t>e</a:t>
            </a:r>
            <a:r>
              <a:rPr sz="2900" spc="-5"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m</a:t>
            </a:r>
            <a:r>
              <a:rPr sz="2900" spc="-5" dirty="0">
                <a:solidFill>
                  <a:srgbClr val="FF0000"/>
                </a:solidFill>
                <a:latin typeface="Tw Cen MT" panose="020B0602020104020603"/>
                <a:cs typeface="Tw Cen MT" panose="020B0602020104020603"/>
              </a:rPr>
              <a:t>o</a:t>
            </a:r>
            <a:r>
              <a:rPr sz="2900" spc="-65" dirty="0">
                <a:solidFill>
                  <a:srgbClr val="FF0000"/>
                </a:solidFill>
                <a:latin typeface="Tw Cen MT" panose="020B0602020104020603"/>
                <a:cs typeface="Tw Cen MT" panose="020B0602020104020603"/>
              </a:rPr>
              <a:t>v</a:t>
            </a:r>
            <a:r>
              <a:rPr sz="2900" spc="-5" dirty="0">
                <a:solidFill>
                  <a:srgbClr val="FF0000"/>
                </a:solidFill>
                <a:latin typeface="Tw Cen MT" panose="020B0602020104020603"/>
                <a:cs typeface="Tw Cen MT" panose="020B0602020104020603"/>
              </a:rPr>
              <a:t>e</a:t>
            </a:r>
            <a:r>
              <a:rPr sz="2900" dirty="0">
                <a:solidFill>
                  <a:srgbClr val="FF0000"/>
                </a:solidFill>
                <a:latin typeface="Tw Cen MT" panose="020B0602020104020603"/>
                <a:cs typeface="Tw Cen MT" panose="020B0602020104020603"/>
              </a:rPr>
              <a:t>m</a:t>
            </a:r>
            <a:r>
              <a:rPr sz="2900" spc="-5" dirty="0">
                <a:solidFill>
                  <a:srgbClr val="FF0000"/>
                </a:solidFill>
                <a:latin typeface="Tw Cen MT" panose="020B0602020104020603"/>
                <a:cs typeface="Tw Cen MT" panose="020B0602020104020603"/>
              </a:rPr>
              <a:t>ent </a:t>
            </a:r>
            <a:r>
              <a:rPr sz="2900" spc="-10" dirty="0">
                <a:latin typeface="Tw Cen MT" panose="020B0602020104020603"/>
                <a:cs typeface="Tw Cen MT" panose="020B0602020104020603"/>
              </a:rPr>
              <a:t>ac</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os</a:t>
            </a:r>
            <a:r>
              <a:rPr sz="2900" dirty="0">
                <a:latin typeface="Tw Cen MT" panose="020B0602020104020603"/>
                <a:cs typeface="Tw Cen MT" panose="020B0602020104020603"/>
              </a:rPr>
              <a:t>s</a:t>
            </a:r>
            <a:r>
              <a:rPr sz="2900" spc="-5" dirty="0">
                <a:latin typeface="Tw Cen MT" panose="020B0602020104020603"/>
                <a:cs typeface="Tw Cen MT" panose="020B0602020104020603"/>
              </a:rPr>
              <a:t> 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dirty="0">
                <a:latin typeface="Tw Cen MT" panose="020B0602020104020603"/>
                <a:cs typeface="Tw Cen MT" panose="020B0602020104020603"/>
              </a:rPr>
              <a:t>s</a:t>
            </a:r>
            <a:r>
              <a:rPr sz="2900" spc="-5" dirty="0">
                <a:latin typeface="Tw Cen MT" panose="020B0602020104020603"/>
                <a:cs typeface="Tw Cen MT" panose="020B0602020104020603"/>
              </a:rPr>
              <a:t> and </a:t>
            </a:r>
            <a:r>
              <a:rPr sz="2900" spc="-5" dirty="0">
                <a:solidFill>
                  <a:srgbClr val="FF0000"/>
                </a:solidFill>
                <a:latin typeface="Tw Cen MT" panose="020B0602020104020603"/>
                <a:cs typeface="Tw Cen MT" panose="020B0602020104020603"/>
              </a:rPr>
              <a:t>enh</a:t>
            </a:r>
            <a:r>
              <a:rPr sz="2900" spc="-10" dirty="0">
                <a:solidFill>
                  <a:srgbClr val="FF0000"/>
                </a:solidFill>
                <a:latin typeface="Tw Cen MT" panose="020B0602020104020603"/>
                <a:cs typeface="Tw Cen MT" panose="020B0602020104020603"/>
              </a:rPr>
              <a:t>a</a:t>
            </a:r>
            <a:r>
              <a:rPr sz="2900" spc="-5" dirty="0">
                <a:solidFill>
                  <a:srgbClr val="FF0000"/>
                </a:solidFill>
                <a:latin typeface="Tw Cen MT" panose="020B0602020104020603"/>
                <a:cs typeface="Tw Cen MT" panose="020B0602020104020603"/>
              </a:rPr>
              <a:t>n</a:t>
            </a:r>
            <a:r>
              <a:rPr sz="2900" spc="-10" dirty="0">
                <a:solidFill>
                  <a:srgbClr val="FF0000"/>
                </a:solidFill>
                <a:latin typeface="Tw Cen MT" panose="020B0602020104020603"/>
                <a:cs typeface="Tw Cen MT" panose="020B0602020104020603"/>
              </a:rPr>
              <a:t>c</a:t>
            </a:r>
            <a:r>
              <a:rPr sz="2900" spc="-5" dirty="0">
                <a:solidFill>
                  <a:srgbClr val="FF0000"/>
                </a:solidFill>
                <a:latin typeface="Tw Cen MT" panose="020B0602020104020603"/>
                <a:cs typeface="Tw Cen MT" panose="020B0602020104020603"/>
              </a:rPr>
              <a:t>e</a:t>
            </a:r>
            <a:r>
              <a:rPr sz="2900" dirty="0">
                <a:solidFill>
                  <a:srgbClr val="FF0000"/>
                </a:solidFill>
                <a:latin typeface="Tw Cen MT" panose="020B0602020104020603"/>
                <a:cs typeface="Tw Cen MT" panose="020B0602020104020603"/>
              </a:rPr>
              <a:t>s</a:t>
            </a:r>
            <a:r>
              <a:rPr sz="2900" spc="-5" dirty="0">
                <a:solidFill>
                  <a:srgbClr val="FF0000"/>
                </a:solidFill>
                <a:latin typeface="Tw Cen MT" panose="020B0602020104020603"/>
                <a:cs typeface="Tw Cen MT" panose="020B0602020104020603"/>
              </a:rPr>
              <a:t> se</a:t>
            </a:r>
            <a:r>
              <a:rPr sz="2900" spc="-10" dirty="0">
                <a:solidFill>
                  <a:srgbClr val="FF0000"/>
                </a:solidFill>
                <a:latin typeface="Tw Cen MT" panose="020B0602020104020603"/>
                <a:cs typeface="Tw Cen MT" panose="020B0602020104020603"/>
              </a:rPr>
              <a:t>c</a:t>
            </a:r>
            <a:r>
              <a:rPr sz="2900" spc="-5" dirty="0">
                <a:solidFill>
                  <a:srgbClr val="FF0000"/>
                </a:solidFill>
                <a:latin typeface="Tw Cen MT" panose="020B0602020104020603"/>
                <a:cs typeface="Tw Cen MT" panose="020B0602020104020603"/>
              </a:rPr>
              <a:t>urit</a:t>
            </a:r>
            <a:r>
              <a:rPr sz="2900" spc="-210" dirty="0">
                <a:solidFill>
                  <a:srgbClr val="FF0000"/>
                </a:solidFill>
                <a:latin typeface="Tw Cen MT" panose="020B0602020104020603"/>
                <a:cs typeface="Tw Cen MT" panose="020B0602020104020603"/>
              </a:rPr>
              <a:t>y</a:t>
            </a:r>
            <a:r>
              <a:rPr sz="2900" dirty="0">
                <a:solidFill>
                  <a:srgbClr val="FF0000"/>
                </a:solidFill>
                <a:latin typeface="Tw Cen MT" panose="020B0602020104020603"/>
                <a:cs typeface="Tw Cen MT" panose="020B0602020104020603"/>
              </a:rPr>
              <a:t>,</a:t>
            </a:r>
            <a:r>
              <a:rPr sz="2900" spc="-5" dirty="0">
                <a:solidFill>
                  <a:srgbClr val="FF0000"/>
                </a:solidFill>
                <a:latin typeface="Tw Cen MT" panose="020B0602020104020603"/>
                <a:cs typeface="Tw Cen MT" panose="020B0602020104020603"/>
              </a:rPr>
              <a:t> </a:t>
            </a:r>
            <a:r>
              <a:rPr sz="2900" spc="-5">
                <a:latin typeface="Tw Cen MT" panose="020B0602020104020603"/>
                <a:cs typeface="Tw Cen MT" panose="020B0602020104020603"/>
              </a:rPr>
              <a:t>and </a:t>
            </a:r>
            <a:endParaRPr lang="en-US" sz="2900" spc="-5" dirty="0">
              <a:latin typeface="Tw Cen MT" panose="020B0602020104020603"/>
              <a:cs typeface="Tw Cen MT" panose="020B0602020104020603"/>
            </a:endParaRPr>
          </a:p>
          <a:p>
            <a:pPr marL="861695" marR="5080" indent="-319405">
              <a:buClr>
                <a:srgbClr val="DD8046"/>
              </a:buClr>
              <a:buSzPct val="60000"/>
              <a:tabLst>
                <a:tab pos="862330" algn="l"/>
              </a:tabLst>
            </a:pPr>
            <a:r>
              <a:rPr lang="en-US" sz="2900" spc="-5" dirty="0">
                <a:latin typeface="Tw Cen MT" panose="020B0602020104020603"/>
                <a:cs typeface="Tw Cen MT" panose="020B0602020104020603"/>
              </a:rPr>
              <a:t>   </a:t>
            </a:r>
            <a:r>
              <a:rPr sz="2900" spc="-10">
                <a:latin typeface="Tw Cen MT" panose="020B0602020104020603"/>
                <a:cs typeface="Tw Cen MT" panose="020B0602020104020603"/>
              </a:rPr>
              <a:t>a</a:t>
            </a:r>
            <a:r>
              <a:rPr sz="2900" spc="-5">
                <a:latin typeface="Tw Cen MT" panose="020B0602020104020603"/>
                <a:cs typeface="Tw Cen MT" panose="020B0602020104020603"/>
              </a:rPr>
              <a:t>ll</a:t>
            </a:r>
            <a:r>
              <a:rPr sz="2900" spc="-95">
                <a:latin typeface="Tw Cen MT" panose="020B0602020104020603"/>
                <a:cs typeface="Tw Cen MT" panose="020B0602020104020603"/>
              </a:rPr>
              <a:t>o</a:t>
            </a:r>
            <a:r>
              <a:rPr sz="2900">
                <a:latin typeface="Tw Cen MT" panose="020B0602020104020603"/>
                <a:cs typeface="Tw Cen MT" panose="020B0602020104020603"/>
              </a:rPr>
              <a:t>ws </a:t>
            </a:r>
            <a:r>
              <a:rPr sz="2900" spc="-10" dirty="0">
                <a:solidFill>
                  <a:srgbClr val="00B050"/>
                </a:solidFill>
                <a:latin typeface="Tw Cen MT" panose="020B0602020104020603"/>
                <a:cs typeface="Tw Cen MT" panose="020B0602020104020603"/>
              </a:rPr>
              <a:t>b</a:t>
            </a:r>
            <a:r>
              <a:rPr sz="2900" spc="-5" dirty="0">
                <a:solidFill>
                  <a:srgbClr val="00B050"/>
                </a:solidFill>
                <a:latin typeface="Tw Cen MT" panose="020B0602020104020603"/>
                <a:cs typeface="Tw Cen MT" panose="020B0602020104020603"/>
              </a:rPr>
              <a:t>ette</a:t>
            </a:r>
            <a:r>
              <a:rPr sz="2900" dirty="0">
                <a:solidFill>
                  <a:srgbClr val="00B050"/>
                </a:solidFill>
                <a:latin typeface="Tw Cen MT" panose="020B0602020104020603"/>
                <a:cs typeface="Tw Cen MT" panose="020B0602020104020603"/>
              </a:rPr>
              <a:t>r</a:t>
            </a:r>
            <a:r>
              <a:rPr sz="2900" spc="-5" dirty="0">
                <a:solidFill>
                  <a:srgbClr val="00B050"/>
                </a:solidFill>
                <a:latin typeface="Tw Cen MT" panose="020B0602020104020603"/>
                <a:cs typeface="Tw Cen MT" panose="020B0602020104020603"/>
              </a:rPr>
              <a:t> </a:t>
            </a:r>
            <a:r>
              <a:rPr sz="2900" dirty="0">
                <a:solidFill>
                  <a:srgbClr val="00B050"/>
                </a:solidFill>
                <a:latin typeface="Tw Cen MT" panose="020B0602020104020603"/>
                <a:cs typeface="Tw Cen MT" panose="020B0602020104020603"/>
              </a:rPr>
              <a:t>m</a:t>
            </a:r>
            <a:r>
              <a:rPr sz="2900" spc="-5" dirty="0">
                <a:solidFill>
                  <a:srgbClr val="00B050"/>
                </a:solidFill>
                <a:latin typeface="Tw Cen MT" panose="020B0602020104020603"/>
                <a:cs typeface="Tw Cen MT" panose="020B0602020104020603"/>
              </a:rPr>
              <a:t>onitoring </a:t>
            </a:r>
            <a:r>
              <a:rPr sz="2900" spc="-10" dirty="0">
                <a:solidFill>
                  <a:srgbClr val="00B050"/>
                </a:solidFill>
                <a:latin typeface="Tw Cen MT" panose="020B0602020104020603"/>
                <a:cs typeface="Tw Cen MT" panose="020B0602020104020603"/>
              </a:rPr>
              <a:t>a</a:t>
            </a:r>
            <a:r>
              <a:rPr sz="2900" spc="-5" dirty="0">
                <a:solidFill>
                  <a:srgbClr val="00B050"/>
                </a:solidFill>
                <a:latin typeface="Tw Cen MT" panose="020B0602020104020603"/>
                <a:cs typeface="Tw Cen MT" panose="020B0602020104020603"/>
              </a:rPr>
              <a:t>nd i</a:t>
            </a:r>
            <a:r>
              <a:rPr sz="2900" spc="-10" dirty="0">
                <a:solidFill>
                  <a:srgbClr val="00B050"/>
                </a:solidFill>
                <a:latin typeface="Tw Cen MT" panose="020B0602020104020603"/>
                <a:cs typeface="Tw Cen MT" panose="020B0602020104020603"/>
              </a:rPr>
              <a:t>d</a:t>
            </a:r>
            <a:r>
              <a:rPr sz="2900" spc="-5" dirty="0">
                <a:solidFill>
                  <a:srgbClr val="00B050"/>
                </a:solidFill>
                <a:latin typeface="Tw Cen MT" panose="020B0602020104020603"/>
                <a:cs typeface="Tw Cen MT" panose="020B0602020104020603"/>
              </a:rPr>
              <a:t>entifi</a:t>
            </a:r>
            <a:r>
              <a:rPr sz="2900" spc="-10" dirty="0">
                <a:solidFill>
                  <a:srgbClr val="00B050"/>
                </a:solidFill>
                <a:latin typeface="Tw Cen MT" panose="020B0602020104020603"/>
                <a:cs typeface="Tw Cen MT" panose="020B0602020104020603"/>
              </a:rPr>
              <a:t>ca</a:t>
            </a:r>
            <a:r>
              <a:rPr sz="2900" spc="-5" dirty="0">
                <a:solidFill>
                  <a:srgbClr val="00B050"/>
                </a:solidFill>
                <a:latin typeface="Tw Cen MT" panose="020B0602020104020603"/>
                <a:cs typeface="Tw Cen MT" panose="020B0602020104020603"/>
              </a:rPr>
              <a:t>tion</a:t>
            </a:r>
            <a:r>
              <a:rPr sz="2900" dirty="0">
                <a:solidFill>
                  <a:srgbClr val="00B050"/>
                </a:solidFill>
                <a:latin typeface="Tw Cen MT" panose="020B0602020104020603"/>
                <a:cs typeface="Tw Cen MT" panose="020B0602020104020603"/>
              </a:rPr>
              <a:t> </a:t>
            </a:r>
            <a:r>
              <a:rPr sz="2900" spc="-5" dirty="0">
                <a:solidFill>
                  <a:srgbClr val="00B050"/>
                </a:solidFill>
                <a:latin typeface="Tw Cen MT" panose="020B0602020104020603"/>
                <a:cs typeface="Tw Cen MT" panose="020B0602020104020603"/>
              </a:rPr>
              <a:t>o</a:t>
            </a:r>
            <a:r>
              <a:rPr sz="2900" dirty="0">
                <a:solidFill>
                  <a:srgbClr val="00B050"/>
                </a:solidFill>
                <a:latin typeface="Tw Cen MT" panose="020B0602020104020603"/>
                <a:cs typeface="Tw Cen MT" panose="020B0602020104020603"/>
              </a:rPr>
              <a:t>f</a:t>
            </a:r>
            <a:r>
              <a:rPr sz="2900" spc="80" dirty="0">
                <a:solidFill>
                  <a:srgbClr val="00B050"/>
                </a:solidFill>
                <a:latin typeface="Tw Cen MT" panose="020B0602020104020603"/>
                <a:cs typeface="Tw Cen MT" panose="020B0602020104020603"/>
              </a:rPr>
              <a:t> </a:t>
            </a:r>
            <a:r>
              <a:rPr sz="2900" spc="-5">
                <a:solidFill>
                  <a:srgbClr val="00B050"/>
                </a:solidFill>
                <a:latin typeface="Tw Cen MT" panose="020B0602020104020603"/>
                <a:cs typeface="Tw Cen MT" panose="020B0602020104020603"/>
              </a:rPr>
              <a:t>data us</a:t>
            </a:r>
            <a:r>
              <a:rPr sz="2900" spc="-10">
                <a:solidFill>
                  <a:srgbClr val="00B050"/>
                </a:solidFill>
                <a:latin typeface="Tw Cen MT" panose="020B0602020104020603"/>
                <a:cs typeface="Tw Cen MT" panose="020B0602020104020603"/>
              </a:rPr>
              <a:t>a</a:t>
            </a:r>
            <a:r>
              <a:rPr sz="2900" spc="-70">
                <a:solidFill>
                  <a:srgbClr val="00B050"/>
                </a:solidFill>
                <a:latin typeface="Tw Cen MT" panose="020B0602020104020603"/>
                <a:cs typeface="Tw Cen MT" panose="020B0602020104020603"/>
              </a:rPr>
              <a:t>g</a:t>
            </a:r>
            <a:r>
              <a:rPr sz="2900">
                <a:solidFill>
                  <a:srgbClr val="00B050"/>
                </a:solidFill>
                <a:latin typeface="Tw Cen MT" panose="020B0602020104020603"/>
                <a:cs typeface="Tw Cen MT" panose="020B0602020104020603"/>
              </a:rPr>
              <a:t>e</a:t>
            </a:r>
            <a:r>
              <a:rPr lang="en-US" sz="2900" dirty="0">
                <a:latin typeface="Tw Cen MT" panose="020B0602020104020603"/>
                <a:cs typeface="Tw Cen MT" panose="020B0602020104020603"/>
              </a:rPr>
              <a:t>.</a:t>
            </a:r>
          </a:p>
          <a:p>
            <a:pPr marL="861695" marR="5080" indent="-319405">
              <a:buClr>
                <a:srgbClr val="DD8046"/>
              </a:buClr>
              <a:buSzPct val="60000"/>
              <a:buFont typeface="Wingdings" panose="05000000000000000000"/>
              <a:buChar char=""/>
              <a:tabLst>
                <a:tab pos="862330" algn="l"/>
              </a:tabLst>
            </a:pPr>
            <a:r>
              <a:rPr sz="2900" spc="-5">
                <a:latin typeface="Tw Cen MT" panose="020B0602020104020603"/>
                <a:cs typeface="Tw Cen MT" panose="020B0602020104020603"/>
              </a:rPr>
              <a:t> </a:t>
            </a:r>
            <a:r>
              <a:rPr sz="2900" spc="-5" dirty="0">
                <a:latin typeface="Tw Cen MT" panose="020B0602020104020603"/>
                <a:cs typeface="Tw Cen MT" panose="020B0602020104020603"/>
              </a:rPr>
              <a:t>It</a:t>
            </a:r>
            <a:r>
              <a:rPr sz="2900" dirty="0">
                <a:latin typeface="Tw Cen MT" panose="020B0602020104020603"/>
                <a:cs typeface="Tw Cen MT" panose="020B0602020104020603"/>
              </a:rPr>
              <a:t> </a:t>
            </a:r>
            <a:r>
              <a:rPr sz="2900" spc="-5" dirty="0">
                <a:latin typeface="Tw Cen MT" panose="020B0602020104020603"/>
                <a:cs typeface="Tw Cen MT" panose="020B0602020104020603"/>
              </a:rPr>
              <a:t>als</a:t>
            </a:r>
            <a:r>
              <a:rPr sz="2900" dirty="0">
                <a:latin typeface="Tw Cen MT" panose="020B0602020104020603"/>
                <a:cs typeface="Tw Cen MT" panose="020B0602020104020603"/>
              </a:rPr>
              <a:t>o</a:t>
            </a:r>
            <a:r>
              <a:rPr sz="2900" spc="-5" dirty="0">
                <a:latin typeface="Tw Cen MT" panose="020B0602020104020603"/>
                <a:cs typeface="Tw Cen MT" panose="020B0602020104020603"/>
              </a:rPr>
              <a:t> </a:t>
            </a:r>
            <a:r>
              <a:rPr sz="2900" spc="-5" dirty="0">
                <a:solidFill>
                  <a:srgbClr val="00B0F0"/>
                </a:solidFill>
                <a:latin typeface="Tw Cen MT" panose="020B0602020104020603"/>
                <a:cs typeface="Tw Cen MT" panose="020B0602020104020603"/>
              </a:rPr>
              <a:t>in</a:t>
            </a:r>
            <a:r>
              <a:rPr sz="2900" spc="-10" dirty="0">
                <a:solidFill>
                  <a:srgbClr val="00B0F0"/>
                </a:solidFill>
                <a:latin typeface="Tw Cen MT" panose="020B0602020104020603"/>
                <a:cs typeface="Tw Cen MT" panose="020B0602020104020603"/>
              </a:rPr>
              <a:t>c</a:t>
            </a:r>
            <a:r>
              <a:rPr sz="2900" spc="-5" dirty="0">
                <a:solidFill>
                  <a:srgbClr val="00B0F0"/>
                </a:solidFill>
                <a:latin typeface="Tw Cen MT" panose="020B0602020104020603"/>
                <a:cs typeface="Tw Cen MT" panose="020B0602020104020603"/>
              </a:rPr>
              <a:t>re</a:t>
            </a:r>
            <a:r>
              <a:rPr sz="2900" spc="-10" dirty="0">
                <a:solidFill>
                  <a:srgbClr val="00B0F0"/>
                </a:solidFill>
                <a:latin typeface="Tw Cen MT" panose="020B0602020104020603"/>
                <a:cs typeface="Tw Cen MT" panose="020B0602020104020603"/>
              </a:rPr>
              <a:t>a</a:t>
            </a:r>
            <a:r>
              <a:rPr sz="2900" spc="-5" dirty="0">
                <a:solidFill>
                  <a:srgbClr val="00B0F0"/>
                </a:solidFill>
                <a:latin typeface="Tw Cen MT" panose="020B0602020104020603"/>
                <a:cs typeface="Tw Cen MT" panose="020B0602020104020603"/>
              </a:rPr>
              <a:t>se</a:t>
            </a:r>
            <a:r>
              <a:rPr sz="2900" dirty="0">
                <a:solidFill>
                  <a:srgbClr val="00B0F0"/>
                </a:solidFill>
                <a:latin typeface="Tw Cen MT" panose="020B0602020104020603"/>
                <a:cs typeface="Tw Cen MT" panose="020B0602020104020603"/>
              </a:rPr>
              <a:t>s</a:t>
            </a:r>
            <a:r>
              <a:rPr sz="2900" spc="-5" dirty="0">
                <a:solidFill>
                  <a:srgbClr val="00B0F0"/>
                </a:solidFill>
                <a:latin typeface="Tw Cen MT" panose="020B0602020104020603"/>
                <a:cs typeface="Tw Cen MT" panose="020B0602020104020603"/>
              </a:rPr>
              <a:t> reli</a:t>
            </a:r>
            <a:r>
              <a:rPr sz="2900" spc="-10" dirty="0">
                <a:solidFill>
                  <a:srgbClr val="00B0F0"/>
                </a:solidFill>
                <a:latin typeface="Tw Cen MT" panose="020B0602020104020603"/>
                <a:cs typeface="Tw Cen MT" panose="020B0602020104020603"/>
              </a:rPr>
              <a:t>ab</a:t>
            </a:r>
            <a:r>
              <a:rPr sz="2900" spc="-5" dirty="0">
                <a:solidFill>
                  <a:srgbClr val="00B0F0"/>
                </a:solidFill>
                <a:latin typeface="Tw Cen MT" panose="020B0602020104020603"/>
                <a:cs typeface="Tw Cen MT" panose="020B0602020104020603"/>
              </a:rPr>
              <a:t>ilit</a:t>
            </a:r>
            <a:r>
              <a:rPr sz="2900" dirty="0">
                <a:solidFill>
                  <a:srgbClr val="00B0F0"/>
                </a:solidFill>
                <a:latin typeface="Tw Cen MT" panose="020B0602020104020603"/>
                <a:cs typeface="Tw Cen MT" panose="020B0602020104020603"/>
              </a:rPr>
              <a:t>y </a:t>
            </a:r>
            <a:r>
              <a:rPr sz="2900" spc="-10" dirty="0">
                <a:latin typeface="Tw Cen MT" panose="020B0602020104020603"/>
                <a:cs typeface="Tw Cen MT" panose="020B0602020104020603"/>
              </a:rPr>
              <a:t>a</a:t>
            </a:r>
            <a:r>
              <a:rPr sz="2900" dirty="0">
                <a:latin typeface="Tw Cen MT" panose="020B0602020104020603"/>
                <a:cs typeface="Tw Cen MT" panose="020B0602020104020603"/>
              </a:rPr>
              <a:t>s</a:t>
            </a:r>
            <a:r>
              <a:rPr sz="2900" spc="-5" dirty="0">
                <a:latin typeface="Tw Cen MT" panose="020B0602020104020603"/>
                <a:cs typeface="Tw Cen MT" panose="020B0602020104020603"/>
              </a:rPr>
              <a:t> </a:t>
            </a:r>
            <a:r>
              <a:rPr sz="2900" dirty="0">
                <a:latin typeface="Tw Cen MT" panose="020B0602020104020603"/>
                <a:cs typeface="Tw Cen MT" panose="020B0602020104020603"/>
              </a:rPr>
              <a:t>a</a:t>
            </a:r>
            <a:r>
              <a:rPr sz="2900" spc="-5" dirty="0">
                <a:latin typeface="Tw Cen MT" panose="020B0602020104020603"/>
                <a:cs typeface="Tw Cen MT" panose="020B0602020104020603"/>
              </a:rPr>
              <a:t> dis</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u</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 </a:t>
            </a:r>
            <a:r>
              <a:rPr sz="2900" spc="-5" dirty="0">
                <a:latin typeface="Tw Cen MT" panose="020B0602020104020603"/>
                <a:cs typeface="Tw Cen MT" panose="020B0602020104020603"/>
              </a:rPr>
              <a:t>in</a:t>
            </a:r>
            <a:r>
              <a:rPr sz="2900" dirty="0">
                <a:latin typeface="Tw Cen MT" panose="020B0602020104020603"/>
                <a:cs typeface="Tw Cen MT" panose="020B0602020104020603"/>
              </a:rPr>
              <a:t> </a:t>
            </a:r>
            <a:r>
              <a:rPr sz="2900" spc="-5" dirty="0">
                <a:latin typeface="Tw Cen MT" panose="020B0602020104020603"/>
                <a:cs typeface="Tw Cen MT" panose="020B0602020104020603"/>
              </a:rPr>
              <a:t>on</a:t>
            </a:r>
            <a:r>
              <a:rPr sz="2900" dirty="0">
                <a:latin typeface="Tw Cen MT" panose="020B0602020104020603"/>
                <a:cs typeface="Tw Cen MT" panose="020B0602020104020603"/>
              </a:rPr>
              <a:t>e</a:t>
            </a:r>
            <a:r>
              <a:rPr sz="2900" spc="-5" dirty="0">
                <a:latin typeface="Tw Cen MT" panose="020B0602020104020603"/>
                <a:cs typeface="Tw Cen MT" panose="020B0602020104020603"/>
              </a:rPr>
              <a:t> 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dirty="0">
                <a:latin typeface="Tw Cen MT" panose="020B0602020104020603"/>
                <a:cs typeface="Tw Cen MT" panose="020B0602020104020603"/>
              </a:rPr>
              <a:t> </a:t>
            </a:r>
            <a:r>
              <a:rPr sz="2900" spc="-5" dirty="0">
                <a:latin typeface="Tw Cen MT" panose="020B0602020104020603"/>
                <a:cs typeface="Tw Cen MT" panose="020B0602020104020603"/>
              </a:rPr>
              <a:t>does</a:t>
            </a:r>
            <a:r>
              <a:rPr sz="2900" spc="-65" dirty="0">
                <a:latin typeface="Tw Cen MT" panose="020B0602020104020603"/>
                <a:cs typeface="Tw Cen MT" panose="020B0602020104020603"/>
              </a:rPr>
              <a:t>n</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5" dirty="0">
                <a:latin typeface="Tw Cen MT" panose="020B0602020104020603"/>
                <a:cs typeface="Tw Cen MT" panose="020B0602020104020603"/>
              </a:rPr>
              <a:t>affe</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5" dirty="0">
                <a:latin typeface="Tw Cen MT" panose="020B0602020104020603"/>
                <a:cs typeface="Tw Cen MT" panose="020B0602020104020603"/>
              </a:rPr>
              <a:t>othe</a:t>
            </a:r>
            <a:r>
              <a:rPr sz="2900" dirty="0">
                <a:latin typeface="Tw Cen MT" panose="020B0602020104020603"/>
                <a:cs typeface="Tw Cen MT" panose="020B0602020104020603"/>
              </a:rPr>
              <a:t>r </a:t>
            </a:r>
            <a:r>
              <a:rPr sz="2900" spc="-5" dirty="0">
                <a:latin typeface="Tw Cen MT" panose="020B0602020104020603"/>
                <a:cs typeface="Tw Cen MT" panose="020B0602020104020603"/>
              </a:rPr>
              <a:t>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spc="-65" dirty="0">
                <a:latin typeface="Tw Cen MT" panose="020B0602020104020603"/>
                <a:cs typeface="Tw Cen MT" panose="020B0602020104020603"/>
              </a:rPr>
              <a:t>s</a:t>
            </a:r>
            <a:r>
              <a:rPr sz="2900" dirty="0">
                <a:latin typeface="Tw Cen MT" panose="020B0602020104020603"/>
                <a:cs typeface="Tw Cen MT" panose="020B0602020104020603"/>
              </a:rPr>
              <a:t>,</a:t>
            </a:r>
            <a:r>
              <a:rPr sz="2900" spc="-5" dirty="0">
                <a:latin typeface="Tw Cen MT" panose="020B0602020104020603"/>
                <a:cs typeface="Tw Cen MT" panose="020B0602020104020603"/>
              </a:rPr>
              <a:t> and th</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spc="-5" dirty="0">
                <a:solidFill>
                  <a:srgbClr val="00B0F0"/>
                </a:solidFill>
                <a:latin typeface="Tw Cen MT" panose="020B0602020104020603"/>
                <a:cs typeface="Tw Cen MT" panose="020B0602020104020603"/>
              </a:rPr>
              <a:t>di</a:t>
            </a:r>
            <a:r>
              <a:rPr sz="2900" spc="-10" dirty="0">
                <a:solidFill>
                  <a:srgbClr val="00B0F0"/>
                </a:solidFill>
                <a:latin typeface="Tw Cen MT" panose="020B0602020104020603"/>
                <a:cs typeface="Tw Cen MT" panose="020B0602020104020603"/>
              </a:rPr>
              <a:t>ag</a:t>
            </a:r>
            <a:r>
              <a:rPr sz="2900" spc="-5" dirty="0">
                <a:solidFill>
                  <a:srgbClr val="00B0F0"/>
                </a:solidFill>
                <a:latin typeface="Tw Cen MT" panose="020B0602020104020603"/>
                <a:cs typeface="Tw Cen MT" panose="020B0602020104020603"/>
              </a:rPr>
              <a:t>nosi</a:t>
            </a:r>
            <a:r>
              <a:rPr sz="2900" dirty="0">
                <a:solidFill>
                  <a:srgbClr val="00B0F0"/>
                </a:solidFill>
                <a:latin typeface="Tw Cen MT" panose="020B0602020104020603"/>
                <a:cs typeface="Tw Cen MT" panose="020B0602020104020603"/>
              </a:rPr>
              <a:t>s</a:t>
            </a:r>
            <a:r>
              <a:rPr sz="2900" spc="-5" dirty="0">
                <a:solidFill>
                  <a:srgbClr val="00B0F0"/>
                </a:solidFill>
                <a:latin typeface="Tw Cen MT" panose="020B0602020104020603"/>
                <a:cs typeface="Tw Cen MT" panose="020B0602020104020603"/>
              </a:rPr>
              <a:t> i</a:t>
            </a:r>
            <a:r>
              <a:rPr sz="2900" dirty="0">
                <a:solidFill>
                  <a:srgbClr val="00B0F0"/>
                </a:solidFill>
                <a:latin typeface="Tw Cen MT" panose="020B0602020104020603"/>
                <a:cs typeface="Tw Cen MT" panose="020B0602020104020603"/>
              </a:rPr>
              <a:t>s</a:t>
            </a:r>
            <a:r>
              <a:rPr sz="2900" spc="-5" dirty="0">
                <a:solidFill>
                  <a:srgbClr val="00B0F0"/>
                </a:solidFill>
                <a:latin typeface="Tw Cen MT" panose="020B0602020104020603"/>
                <a:cs typeface="Tw Cen MT" panose="020B0602020104020603"/>
              </a:rPr>
              <a:t> e</a:t>
            </a:r>
            <a:r>
              <a:rPr sz="2900" spc="-10" dirty="0">
                <a:solidFill>
                  <a:srgbClr val="00B0F0"/>
                </a:solidFill>
                <a:latin typeface="Tw Cen MT" panose="020B0602020104020603"/>
                <a:cs typeface="Tw Cen MT" panose="020B0602020104020603"/>
              </a:rPr>
              <a:t>a</a:t>
            </a:r>
            <a:r>
              <a:rPr sz="2900" spc="-5" dirty="0">
                <a:solidFill>
                  <a:srgbClr val="00B0F0"/>
                </a:solidFill>
                <a:latin typeface="Tw Cen MT" panose="020B0602020104020603"/>
                <a:cs typeface="Tw Cen MT" panose="020B0602020104020603"/>
              </a:rPr>
              <a:t>sie</a:t>
            </a:r>
            <a:r>
              <a:rPr sz="2900" spc="-210" dirty="0">
                <a:solidFill>
                  <a:srgbClr val="00B0F0"/>
                </a:solidFill>
                <a:latin typeface="Tw Cen MT" panose="020B0602020104020603"/>
                <a:cs typeface="Tw Cen MT" panose="020B0602020104020603"/>
              </a:rPr>
              <a:t>r</a:t>
            </a:r>
            <a:r>
              <a:rPr sz="2900" dirty="0">
                <a:solidFill>
                  <a:srgbClr val="00B0F0"/>
                </a:solidFill>
                <a:latin typeface="Tw Cen MT" panose="020B0602020104020603"/>
                <a:cs typeface="Tw Cen MT" panose="020B0602020104020603"/>
              </a:rPr>
              <a:t>.</a:t>
            </a:r>
            <a:endParaRPr sz="2900">
              <a:solidFill>
                <a:srgbClr val="00B0F0"/>
              </a:solidFill>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0446089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342265">
              <a:lnSpc>
                <a:spcPct val="100000"/>
              </a:lnSpc>
            </a:pPr>
            <a:r>
              <a:rPr spc="-10" dirty="0"/>
              <a:t>N</a:t>
            </a:r>
            <a:r>
              <a:rPr dirty="0"/>
              <a:t>e</a:t>
            </a:r>
            <a:r>
              <a:rPr spc="-5" dirty="0"/>
              <a:t>t</a:t>
            </a:r>
            <a:r>
              <a:rPr spc="-50" dirty="0"/>
              <a:t>w</a:t>
            </a:r>
            <a:r>
              <a:rPr spc="-5" dirty="0"/>
              <a:t>o</a:t>
            </a:r>
            <a:r>
              <a:rPr spc="30" dirty="0"/>
              <a:t>r</a:t>
            </a:r>
            <a:r>
              <a:rPr dirty="0"/>
              <a:t>k</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r>
              <a:rPr spc="65" dirty="0">
                <a:latin typeface="Times New Roman" panose="02020603050405020304"/>
                <a:cs typeface="Times New Roman" panose="02020603050405020304"/>
              </a:rPr>
              <a:t> </a:t>
            </a:r>
            <a:r>
              <a:rPr spc="-5" dirty="0"/>
              <a:t>:Subtyp</a:t>
            </a:r>
            <a:r>
              <a:rPr dirty="0"/>
              <a:t>e</a:t>
            </a:r>
            <a:r>
              <a:rPr spc="-5" dirty="0"/>
              <a:t>s</a:t>
            </a:r>
          </a:p>
        </p:txBody>
      </p:sp>
      <p:sp>
        <p:nvSpPr>
          <p:cNvPr id="3" name="object 3"/>
          <p:cNvSpPr txBox="1"/>
          <p:nvPr/>
        </p:nvSpPr>
        <p:spPr>
          <a:xfrm>
            <a:off x="1685291" y="1289686"/>
            <a:ext cx="4520565" cy="5469255"/>
          </a:xfrm>
          <a:prstGeom prst="rect">
            <a:avLst/>
          </a:prstGeom>
        </p:spPr>
        <p:txBody>
          <a:bodyPr vert="horz" wrap="square" lIns="0" tIns="0" rIns="0" bIns="0" rtlCol="0">
            <a:spAutoFit/>
          </a:bodyPr>
          <a:lstStyle/>
          <a:p>
            <a:pPr marL="12700"/>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3</a:t>
            </a:r>
            <a:endParaRPr sz="1200">
              <a:latin typeface="Comic Sans MS" panose="030F0702030302020204"/>
              <a:cs typeface="Comic Sans MS" panose="030F0702030302020204"/>
            </a:endParaRPr>
          </a:p>
          <a:p>
            <a:endParaRPr sz="1100">
              <a:latin typeface="Times New Roman" panose="02020603050405020304"/>
              <a:cs typeface="Times New Roman" panose="02020603050405020304"/>
            </a:endParaRPr>
          </a:p>
          <a:p>
            <a:pPr marL="861695" marR="5080" indent="-319405">
              <a:buClr>
                <a:srgbClr val="DD8046"/>
              </a:buClr>
              <a:buSzPct val="60000"/>
              <a:buFont typeface="Wingdings" panose="05000000000000000000"/>
              <a:buChar char=""/>
              <a:tabLst>
                <a:tab pos="862330" algn="l"/>
              </a:tabLst>
            </a:pPr>
            <a:r>
              <a:rPr sz="2900" u="sng" spc="-5" dirty="0">
                <a:latin typeface="Tw Cen MT" panose="020B0602020104020603"/>
                <a:cs typeface="Tw Cen MT" panose="020B0602020104020603"/>
              </a:rPr>
              <a:t>Inte</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n</a:t>
            </a:r>
            <a:r>
              <a:rPr sz="2900" u="sng" spc="-10" dirty="0">
                <a:latin typeface="Tw Cen MT" panose="020B0602020104020603"/>
                <a:cs typeface="Tw Cen MT" panose="020B0602020104020603"/>
              </a:rPr>
              <a:t>a</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net</a:t>
            </a:r>
            <a:r>
              <a:rPr sz="2900" u="sng" spc="-60" dirty="0">
                <a:latin typeface="Tw Cen MT" panose="020B0602020104020603"/>
                <a:cs typeface="Tw Cen MT" panose="020B0602020104020603"/>
              </a:rPr>
              <a:t>w</a:t>
            </a:r>
            <a:r>
              <a:rPr sz="2900" u="sng" spc="-5" dirty="0">
                <a:latin typeface="Tw Cen MT" panose="020B0602020104020603"/>
                <a:cs typeface="Tw Cen MT" panose="020B0602020104020603"/>
              </a:rPr>
              <a:t>o</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k</a:t>
            </a:r>
            <a:r>
              <a:rPr sz="2900" u="sng">
                <a:latin typeface="Tw Cen MT" panose="020B0602020104020603"/>
                <a:cs typeface="Tw Cen MT" panose="020B0602020104020603"/>
              </a:rPr>
              <a:t>:</a:t>
            </a:r>
            <a:r>
              <a:rPr sz="2900" u="sng" spc="-5">
                <a:latin typeface="Tw Cen MT" panose="020B0602020104020603"/>
                <a:cs typeface="Tw Cen MT" panose="020B0602020104020603"/>
              </a:rPr>
              <a:t> </a:t>
            </a:r>
            <a:endParaRPr lang="en-US" sz="2900" u="sng" spc="-5" dirty="0">
              <a:latin typeface="Tw Cen MT" panose="020B0602020104020603"/>
              <a:cs typeface="Tw Cen MT" panose="020B0602020104020603"/>
            </a:endParaRPr>
          </a:p>
          <a:p>
            <a:pPr marL="861695" marR="5080" indent="-319405">
              <a:buClr>
                <a:srgbClr val="DD8046"/>
              </a:buClr>
              <a:buSzPct val="60000"/>
              <a:tabLst>
                <a:tab pos="862330" algn="l"/>
              </a:tabLst>
            </a:pPr>
            <a:r>
              <a:rPr sz="2900" spc="-5">
                <a:latin typeface="Tw Cen MT" panose="020B0602020104020603"/>
                <a:cs typeface="Tw Cen MT" panose="020B0602020104020603"/>
              </a:rPr>
              <a:t>En</a:t>
            </a:r>
            <a:r>
              <a:rPr sz="2900" spc="-10">
                <a:latin typeface="Tw Cen MT" panose="020B0602020104020603"/>
                <a:cs typeface="Tw Cen MT" panose="020B0602020104020603"/>
              </a:rPr>
              <a:t>ab</a:t>
            </a:r>
            <a:r>
              <a:rPr sz="2900" spc="-5">
                <a:latin typeface="Tw Cen MT" panose="020B0602020104020603"/>
                <a:cs typeface="Tw Cen MT" panose="020B0602020104020603"/>
              </a:rPr>
              <a:t>le</a:t>
            </a:r>
            <a:r>
              <a:rPr sz="2900">
                <a:latin typeface="Tw Cen MT" panose="020B0602020104020603"/>
                <a:cs typeface="Tw Cen MT" panose="020B0602020104020603"/>
              </a:rPr>
              <a:t>s</a:t>
            </a:r>
            <a:r>
              <a:rPr sz="2900" spc="-5">
                <a:latin typeface="Tw Cen MT" panose="020B0602020104020603"/>
                <a:cs typeface="Tw Cen MT" panose="020B0602020104020603"/>
              </a:rPr>
              <a:t> </a:t>
            </a:r>
            <a:r>
              <a:rPr sz="2900" dirty="0">
                <a:latin typeface="Tw Cen MT" panose="020B0602020104020603"/>
                <a:cs typeface="Tw Cen MT" panose="020B0602020104020603"/>
              </a:rPr>
              <a:t>a</a:t>
            </a:r>
            <a:r>
              <a:rPr sz="2900" spc="-5" dirty="0">
                <a:latin typeface="Tw Cen MT" panose="020B0602020104020603"/>
                <a:cs typeface="Tw Cen MT" panose="020B0602020104020603"/>
              </a:rPr>
              <a:t> sin</a:t>
            </a:r>
            <a:r>
              <a:rPr sz="2900" spc="-10" dirty="0">
                <a:latin typeface="Tw Cen MT" panose="020B0602020104020603"/>
                <a:cs typeface="Tw Cen MT" panose="020B0602020104020603"/>
              </a:rPr>
              <a:t>g</a:t>
            </a:r>
            <a:r>
              <a:rPr sz="2900" spc="-5" dirty="0">
                <a:latin typeface="Tw Cen MT" panose="020B0602020104020603"/>
                <a:cs typeface="Tw Cen MT" panose="020B0602020104020603"/>
              </a:rPr>
              <a:t>l</a:t>
            </a:r>
            <a:r>
              <a:rPr sz="2900" dirty="0">
                <a:latin typeface="Tw Cen MT" panose="020B0602020104020603"/>
                <a:cs typeface="Tw Cen MT" panose="020B0602020104020603"/>
              </a:rPr>
              <a:t>e</a:t>
            </a:r>
            <a:r>
              <a:rPr sz="2900" spc="-5" dirty="0">
                <a:latin typeface="Tw Cen MT" panose="020B0602020104020603"/>
                <a:cs typeface="Tw Cen MT" panose="020B0602020104020603"/>
              </a:rPr>
              <a:t> syste</a:t>
            </a:r>
            <a:r>
              <a:rPr sz="2900" dirty="0">
                <a:latin typeface="Tw Cen MT" panose="020B0602020104020603"/>
                <a:cs typeface="Tw Cen MT" panose="020B0602020104020603"/>
              </a:rPr>
              <a:t>m</a:t>
            </a:r>
            <a:r>
              <a:rPr sz="2900" spc="-5" dirty="0">
                <a:latin typeface="Tw Cen MT" panose="020B0602020104020603"/>
                <a:cs typeface="Tw Cen MT" panose="020B0602020104020603"/>
              </a:rPr>
              <a:t> 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fun</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tion li</a:t>
            </a:r>
            <a:r>
              <a:rPr sz="2900" spc="-65" dirty="0">
                <a:latin typeface="Tw Cen MT" panose="020B0602020104020603"/>
                <a:cs typeface="Tw Cen MT" panose="020B0602020104020603"/>
              </a:rPr>
              <a:t>k</a:t>
            </a:r>
            <a:r>
              <a:rPr sz="2900" dirty="0">
                <a:latin typeface="Tw Cen MT" panose="020B0602020104020603"/>
                <a:cs typeface="Tw Cen MT" panose="020B0602020104020603"/>
              </a:rPr>
              <a:t>e</a:t>
            </a:r>
            <a:r>
              <a:rPr sz="2900" spc="-5" dirty="0">
                <a:latin typeface="Tw Cen MT" panose="020B0602020104020603"/>
                <a:cs typeface="Tw Cen MT" panose="020B0602020104020603"/>
              </a:rPr>
              <a:t> </a:t>
            </a:r>
            <a:r>
              <a:rPr sz="2900" dirty="0">
                <a:latin typeface="Tw Cen MT" panose="020B0602020104020603"/>
                <a:cs typeface="Tw Cen MT" panose="020B0602020104020603"/>
              </a:rPr>
              <a:t>a</a:t>
            </a:r>
            <a:r>
              <a:rPr sz="2900" spc="-5" dirty="0">
                <a:latin typeface="Tw Cen MT" panose="020B0602020104020603"/>
                <a:cs typeface="Tw Cen MT" panose="020B0602020104020603"/>
              </a:rPr>
              <a:t> 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endParaRPr sz="2900">
              <a:latin typeface="Tw Cen MT" panose="020B0602020104020603"/>
              <a:cs typeface="Tw Cen MT" panose="020B0602020104020603"/>
            </a:endParaRPr>
          </a:p>
          <a:p>
            <a:pPr>
              <a:spcBef>
                <a:spcPts val="50"/>
              </a:spcBef>
              <a:buClr>
                <a:srgbClr val="DD8046"/>
              </a:buClr>
              <a:buFont typeface="Wingdings" panose="05000000000000000000"/>
              <a:buChar char=""/>
            </a:pPr>
            <a:endParaRPr sz="4200">
              <a:latin typeface="Times New Roman" panose="02020603050405020304"/>
              <a:cs typeface="Times New Roman" panose="02020603050405020304"/>
            </a:endParaRPr>
          </a:p>
          <a:p>
            <a:pPr marL="861695" marR="743585" indent="-319405">
              <a:buClr>
                <a:srgbClr val="DD8046"/>
              </a:buClr>
              <a:buSzPct val="60000"/>
              <a:buFont typeface="Wingdings" panose="05000000000000000000"/>
              <a:buChar char=""/>
              <a:tabLst>
                <a:tab pos="862330" algn="l"/>
              </a:tabLst>
            </a:pPr>
            <a:r>
              <a:rPr sz="2900" u="sng" spc="-5" dirty="0">
                <a:latin typeface="Tw Cen MT" panose="020B0602020104020603"/>
                <a:cs typeface="Tw Cen MT" panose="020B0602020104020603"/>
              </a:rPr>
              <a:t>Exte</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n</a:t>
            </a:r>
            <a:r>
              <a:rPr sz="2900" u="sng" spc="-10" dirty="0">
                <a:latin typeface="Tw Cen MT" panose="020B0602020104020603"/>
                <a:cs typeface="Tw Cen MT" panose="020B0602020104020603"/>
              </a:rPr>
              <a:t>a</a:t>
            </a:r>
            <a:r>
              <a:rPr sz="2900" u="sng" dirty="0">
                <a:latin typeface="Tw Cen MT" panose="020B0602020104020603"/>
                <a:cs typeface="Tw Cen MT" panose="020B0602020104020603"/>
              </a:rPr>
              <a:t>l</a:t>
            </a:r>
            <a:r>
              <a:rPr sz="2900" u="sng" spc="-5" dirty="0">
                <a:latin typeface="Tw Cen MT" panose="020B0602020104020603"/>
                <a:cs typeface="Tw Cen MT" panose="020B0602020104020603"/>
              </a:rPr>
              <a:t> net</a:t>
            </a:r>
            <a:r>
              <a:rPr sz="2900" u="sng" spc="-60" dirty="0">
                <a:latin typeface="Tw Cen MT" panose="020B0602020104020603"/>
                <a:cs typeface="Tw Cen MT" panose="020B0602020104020603"/>
              </a:rPr>
              <a:t>w</a:t>
            </a:r>
            <a:r>
              <a:rPr sz="2900" u="sng" spc="-5" dirty="0">
                <a:latin typeface="Tw Cen MT" panose="020B0602020104020603"/>
                <a:cs typeface="Tw Cen MT" panose="020B0602020104020603"/>
              </a:rPr>
              <a:t>o</a:t>
            </a:r>
            <a:r>
              <a:rPr sz="2900" u="sng" spc="50" dirty="0">
                <a:latin typeface="Tw Cen MT" panose="020B0602020104020603"/>
                <a:cs typeface="Tw Cen MT" panose="020B0602020104020603"/>
              </a:rPr>
              <a:t>r</a:t>
            </a:r>
            <a:r>
              <a:rPr sz="2900" u="sng" spc="-5" dirty="0">
                <a:latin typeface="Tw Cen MT" panose="020B0602020104020603"/>
                <a:cs typeface="Tw Cen MT" panose="020B0602020104020603"/>
              </a:rPr>
              <a:t>k</a:t>
            </a:r>
            <a:r>
              <a:rPr sz="2900" u="sng">
                <a:latin typeface="Tw Cen MT" panose="020B0602020104020603"/>
                <a:cs typeface="Tw Cen MT" panose="020B0602020104020603"/>
              </a:rPr>
              <a:t>:</a:t>
            </a:r>
            <a:r>
              <a:rPr sz="2900" u="sng" spc="-5">
                <a:latin typeface="Tw Cen MT" panose="020B0602020104020603"/>
                <a:cs typeface="Tw Cen MT" panose="020B0602020104020603"/>
              </a:rPr>
              <a:t> </a:t>
            </a:r>
            <a:endParaRPr lang="en-US" sz="2900" u="sng" spc="-5" dirty="0">
              <a:latin typeface="Tw Cen MT" panose="020B0602020104020603"/>
              <a:cs typeface="Tw Cen MT" panose="020B0602020104020603"/>
            </a:endParaRPr>
          </a:p>
          <a:p>
            <a:pPr marL="861695" marR="743585" indent="-319405">
              <a:buClr>
                <a:srgbClr val="DD8046"/>
              </a:buClr>
              <a:buSzPct val="60000"/>
              <a:tabLst>
                <a:tab pos="862330" algn="l"/>
              </a:tabLst>
            </a:pPr>
            <a:r>
              <a:rPr sz="2900" spc="-5">
                <a:latin typeface="Tw Cen MT" panose="020B0602020104020603"/>
                <a:cs typeface="Tw Cen MT" panose="020B0602020104020603"/>
              </a:rPr>
              <a:t>Consoli</a:t>
            </a:r>
            <a:r>
              <a:rPr sz="2900" spc="-10">
                <a:latin typeface="Tw Cen MT" panose="020B0602020104020603"/>
                <a:cs typeface="Tw Cen MT" panose="020B0602020104020603"/>
              </a:rPr>
              <a:t>da</a:t>
            </a:r>
            <a:r>
              <a:rPr sz="2900" spc="-5">
                <a:latin typeface="Tw Cen MT" panose="020B0602020104020603"/>
                <a:cs typeface="Tw Cen MT" panose="020B0602020104020603"/>
              </a:rPr>
              <a:t>tion</a:t>
            </a:r>
            <a:r>
              <a:rPr sz="2900">
                <a:latin typeface="Tw Cen MT" panose="020B0602020104020603"/>
                <a:cs typeface="Tw Cen MT" panose="020B0602020104020603"/>
              </a:rPr>
              <a:t> </a:t>
            </a:r>
            <a:r>
              <a:rPr sz="2900" spc="-5" dirty="0">
                <a:latin typeface="Tw Cen MT" panose="020B0602020104020603"/>
                <a:cs typeface="Tw Cen MT" panose="020B0602020104020603"/>
              </a:rPr>
              <a:t>o</a:t>
            </a:r>
            <a:r>
              <a:rPr sz="2900" dirty="0">
                <a:latin typeface="Tw Cen MT" panose="020B0602020104020603"/>
                <a:cs typeface="Tw Cen MT" panose="020B0602020104020603"/>
              </a:rPr>
              <a:t>f</a:t>
            </a:r>
            <a:r>
              <a:rPr sz="2900" spc="80" dirty="0">
                <a:latin typeface="Tw Cen MT" panose="020B0602020104020603"/>
                <a:cs typeface="Tw Cen MT" panose="020B0602020104020603"/>
              </a:rPr>
              <a:t> </a:t>
            </a:r>
            <a:r>
              <a:rPr sz="2900" spc="55" dirty="0">
                <a:latin typeface="Tw Cen MT" panose="020B0602020104020603"/>
                <a:cs typeface="Tw Cen MT" panose="020B0602020104020603"/>
              </a:rPr>
              <a:t>m</a:t>
            </a:r>
            <a:r>
              <a:rPr sz="2900" spc="-5" dirty="0">
                <a:latin typeface="Tw Cen MT" panose="020B0602020104020603"/>
                <a:cs typeface="Tw Cen MT" panose="020B0602020104020603"/>
              </a:rPr>
              <a:t>ulti</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l</a:t>
            </a:r>
            <a:r>
              <a:rPr sz="2900" dirty="0">
                <a:latin typeface="Tw Cen MT" panose="020B0602020104020603"/>
                <a:cs typeface="Tw Cen MT" panose="020B0602020104020603"/>
              </a:rPr>
              <a:t>e </a:t>
            </a:r>
            <a:r>
              <a:rPr sz="2900" spc="-5" dirty="0">
                <a:latin typeface="Tw Cen MT" panose="020B0602020104020603"/>
                <a:cs typeface="Tw Cen MT" panose="020B0602020104020603"/>
              </a:rPr>
              <a:t>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dirty="0">
                <a:latin typeface="Tw Cen MT" panose="020B0602020104020603"/>
                <a:cs typeface="Tw Cen MT" panose="020B0602020104020603"/>
              </a:rPr>
              <a:t>s</a:t>
            </a:r>
            <a:r>
              <a:rPr sz="2900" spc="-5" dirty="0">
                <a:latin typeface="Tw Cen MT" panose="020B0602020104020603"/>
                <a:cs typeface="Tw Cen MT" panose="020B0602020104020603"/>
              </a:rPr>
              <a:t> int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a:t>
            </a:r>
            <a:r>
              <a:rPr sz="2900">
                <a:latin typeface="Tw Cen MT" panose="020B0602020104020603"/>
                <a:cs typeface="Tw Cen MT" panose="020B0602020104020603"/>
              </a:rPr>
              <a:t>a</a:t>
            </a:r>
            <a:r>
              <a:rPr sz="2900" spc="-5">
                <a:latin typeface="Tw Cen MT" panose="020B0602020104020603"/>
                <a:cs typeface="Tw Cen MT" panose="020B0602020104020603"/>
              </a:rPr>
              <a:t> sin</a:t>
            </a:r>
            <a:r>
              <a:rPr sz="2900" spc="-10">
                <a:latin typeface="Tw Cen MT" panose="020B0602020104020603"/>
                <a:cs typeface="Tw Cen MT" panose="020B0602020104020603"/>
              </a:rPr>
              <a:t>g</a:t>
            </a:r>
            <a:r>
              <a:rPr sz="2900" spc="-5">
                <a:latin typeface="Tw Cen MT" panose="020B0602020104020603"/>
                <a:cs typeface="Tw Cen MT" panose="020B0602020104020603"/>
              </a:rPr>
              <a:t>l</a:t>
            </a:r>
            <a:r>
              <a:rPr sz="2900">
                <a:latin typeface="Tw Cen MT" panose="020B0602020104020603"/>
                <a:cs typeface="Tw Cen MT" panose="020B0602020104020603"/>
              </a:rPr>
              <a:t>e</a:t>
            </a:r>
            <a:r>
              <a:rPr lang="en-US" sz="2900" spc="-5" dirty="0">
                <a:latin typeface="Tw Cen MT" panose="020B0602020104020603"/>
                <a:cs typeface="Tw Cen MT" panose="020B0602020104020603"/>
              </a:rPr>
              <a:t> </a:t>
            </a:r>
            <a:r>
              <a:rPr sz="2900" spc="-5">
                <a:latin typeface="Tw Cen MT" panose="020B0602020104020603"/>
                <a:cs typeface="Tw Cen MT" panose="020B0602020104020603"/>
              </a:rPr>
              <a:t>on</a:t>
            </a:r>
            <a:r>
              <a:rPr sz="2900" spc="-125">
                <a:latin typeface="Tw Cen MT" panose="020B0602020104020603"/>
                <a:cs typeface="Tw Cen MT" panose="020B0602020104020603"/>
              </a:rPr>
              <a:t>e</a:t>
            </a:r>
            <a:r>
              <a:rPr sz="2900" dirty="0">
                <a:latin typeface="Tw Cen MT" panose="020B0602020104020603"/>
                <a:cs typeface="Tw Cen MT" panose="020B0602020104020603"/>
              </a:rPr>
              <a:t>,</a:t>
            </a:r>
            <a:r>
              <a:rPr sz="2900" spc="-5" dirty="0">
                <a:latin typeface="Tw Cen MT" panose="020B0602020104020603"/>
                <a:cs typeface="Tw Cen MT" panose="020B0602020104020603"/>
              </a:rPr>
              <a:t> o</a:t>
            </a:r>
            <a:r>
              <a:rPr sz="2900" dirty="0">
                <a:latin typeface="Tw Cen MT" panose="020B0602020104020603"/>
                <a:cs typeface="Tw Cen MT" panose="020B0602020104020603"/>
              </a:rPr>
              <a:t>r</a:t>
            </a:r>
            <a:r>
              <a:rPr sz="2900" spc="-5" dirty="0">
                <a:latin typeface="Tw Cen MT" panose="020B0602020104020603"/>
                <a:cs typeface="Tw Cen MT" panose="020B0602020104020603"/>
              </a:rPr>
              <a:t> se</a:t>
            </a:r>
            <a:r>
              <a:rPr sz="2900" spc="-10" dirty="0">
                <a:latin typeface="Tw Cen MT" panose="020B0602020104020603"/>
                <a:cs typeface="Tw Cen MT" panose="020B0602020104020603"/>
              </a:rPr>
              <a:t>g</a:t>
            </a:r>
            <a:r>
              <a:rPr sz="2900" spc="-5" dirty="0">
                <a:latin typeface="Tw Cen MT" panose="020B0602020104020603"/>
                <a:cs typeface="Tw Cen MT" panose="020B0602020104020603"/>
              </a:rPr>
              <a:t>re</a:t>
            </a:r>
            <a:r>
              <a:rPr sz="2900" spc="-70" dirty="0">
                <a:latin typeface="Tw Cen MT" panose="020B0602020104020603"/>
                <a:cs typeface="Tw Cen MT" panose="020B0602020104020603"/>
              </a:rPr>
              <a:t>g</a:t>
            </a:r>
            <a:r>
              <a:rPr sz="2900" spc="-10" dirty="0">
                <a:latin typeface="Tw Cen MT" panose="020B0602020104020603"/>
                <a:cs typeface="Tw Cen MT" panose="020B0602020104020603"/>
              </a:rPr>
              <a:t>a</a:t>
            </a:r>
            <a:r>
              <a:rPr sz="2900" spc="-5" dirty="0">
                <a:latin typeface="Tw Cen MT" panose="020B0602020104020603"/>
                <a:cs typeface="Tw Cen MT" panose="020B0602020104020603"/>
              </a:rPr>
              <a:t>tion</a:t>
            </a:r>
            <a:r>
              <a:rPr sz="2900" dirty="0">
                <a:latin typeface="Tw Cen MT" panose="020B0602020104020603"/>
                <a:cs typeface="Tw Cen MT" panose="020B0602020104020603"/>
              </a:rPr>
              <a:t> </a:t>
            </a:r>
            <a:r>
              <a:rPr sz="2900" spc="-5" dirty="0">
                <a:latin typeface="Tw Cen MT" panose="020B0602020104020603"/>
                <a:cs typeface="Tw Cen MT" panose="020B0602020104020603"/>
              </a:rPr>
              <a:t>o</a:t>
            </a:r>
            <a:r>
              <a:rPr sz="2900" dirty="0">
                <a:latin typeface="Tw Cen MT" panose="020B0602020104020603"/>
                <a:cs typeface="Tw Cen MT" panose="020B0602020104020603"/>
              </a:rPr>
              <a:t>f</a:t>
            </a:r>
            <a:r>
              <a:rPr sz="2900" spc="80" dirty="0">
                <a:latin typeface="Tw Cen MT" panose="020B0602020104020603"/>
                <a:cs typeface="Tw Cen MT" panose="020B0602020104020603"/>
              </a:rPr>
              <a:t> </a:t>
            </a:r>
            <a:r>
              <a:rPr sz="2900" dirty="0">
                <a:latin typeface="Tw Cen MT" panose="020B0602020104020603"/>
                <a:cs typeface="Tw Cen MT" panose="020B0602020104020603"/>
              </a:rPr>
              <a:t>a </a:t>
            </a:r>
            <a:r>
              <a:rPr sz="2900" spc="-5" dirty="0">
                <a:latin typeface="Tw Cen MT" panose="020B0602020104020603"/>
                <a:cs typeface="Tw Cen MT" panose="020B0602020104020603"/>
              </a:rPr>
              <a:t>sin</a:t>
            </a:r>
            <a:r>
              <a:rPr sz="2900" spc="-10" dirty="0">
                <a:latin typeface="Tw Cen MT" panose="020B0602020104020603"/>
                <a:cs typeface="Tw Cen MT" panose="020B0602020104020603"/>
              </a:rPr>
              <a:t>g</a:t>
            </a:r>
            <a:r>
              <a:rPr sz="2900" spc="-5" dirty="0">
                <a:latin typeface="Tw Cen MT" panose="020B0602020104020603"/>
                <a:cs typeface="Tw Cen MT" panose="020B0602020104020603"/>
              </a:rPr>
              <a:t>l</a:t>
            </a:r>
            <a:r>
              <a:rPr sz="2900" dirty="0">
                <a:latin typeface="Tw Cen MT" panose="020B0602020104020603"/>
                <a:cs typeface="Tw Cen MT" panose="020B0602020104020603"/>
              </a:rPr>
              <a:t>e</a:t>
            </a:r>
            <a:r>
              <a:rPr sz="2900" spc="-5" dirty="0">
                <a:latin typeface="Tw Cen MT" panose="020B0602020104020603"/>
                <a:cs typeface="Tw Cen MT" panose="020B0602020104020603"/>
              </a:rPr>
              <a:t> net</a:t>
            </a:r>
            <a:r>
              <a:rPr sz="2900" spc="-60" dirty="0">
                <a:latin typeface="Tw Cen MT" panose="020B0602020104020603"/>
                <a:cs typeface="Tw Cen MT" panose="020B0602020104020603"/>
              </a:rPr>
              <a:t>w</a:t>
            </a:r>
            <a:r>
              <a:rPr sz="2900" spc="-5" dirty="0">
                <a:latin typeface="Tw Cen MT" panose="020B0602020104020603"/>
                <a:cs typeface="Tw Cen MT" panose="020B0602020104020603"/>
              </a:rPr>
              <a:t>o</a:t>
            </a:r>
            <a:r>
              <a:rPr sz="2900" spc="5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dirty="0">
                <a:latin typeface="Tw Cen MT" panose="020B0602020104020603"/>
                <a:cs typeface="Tw Cen MT" panose="020B0602020104020603"/>
              </a:rPr>
              <a:t> </a:t>
            </a:r>
            <a:r>
              <a:rPr sz="2900" spc="-5" dirty="0">
                <a:latin typeface="Tw Cen MT" panose="020B0602020104020603"/>
                <a:cs typeface="Tw Cen MT" panose="020B0602020104020603"/>
              </a:rPr>
              <a:t>int</a:t>
            </a:r>
            <a:r>
              <a:rPr sz="2900" dirty="0">
                <a:latin typeface="Tw Cen MT" panose="020B0602020104020603"/>
                <a:cs typeface="Tw Cen MT" panose="020B0602020104020603"/>
              </a:rPr>
              <a:t>o</a:t>
            </a:r>
            <a:r>
              <a:rPr sz="2900" spc="-5" dirty="0">
                <a:latin typeface="Tw Cen MT" panose="020B0602020104020603"/>
                <a:cs typeface="Tw Cen MT" panose="020B0602020104020603"/>
              </a:rPr>
              <a:t> </a:t>
            </a:r>
            <a:r>
              <a:rPr sz="2900" spc="55" dirty="0">
                <a:latin typeface="Tw Cen MT" panose="020B0602020104020603"/>
                <a:cs typeface="Tw Cen MT" panose="020B0602020104020603"/>
              </a:rPr>
              <a:t>m</a:t>
            </a:r>
            <a:r>
              <a:rPr sz="2900" spc="-5" dirty="0">
                <a:latin typeface="Tw Cen MT" panose="020B0602020104020603"/>
                <a:cs typeface="Tw Cen MT" panose="020B0602020104020603"/>
              </a:rPr>
              <a:t>ulti</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l</a:t>
            </a:r>
            <a:r>
              <a:rPr sz="2900" dirty="0">
                <a:latin typeface="Tw Cen MT" panose="020B0602020104020603"/>
                <a:cs typeface="Tw Cen MT" panose="020B0602020104020603"/>
              </a:rPr>
              <a:t>e</a:t>
            </a:r>
            <a:r>
              <a:rPr sz="2900" spc="-5" dirty="0">
                <a:latin typeface="Tw Cen MT" panose="020B0602020104020603"/>
                <a:cs typeface="Tw Cen MT" panose="020B0602020104020603"/>
              </a:rPr>
              <a:t> one</a:t>
            </a:r>
            <a:r>
              <a:rPr sz="2900" dirty="0">
                <a:latin typeface="Tw Cen MT" panose="020B0602020104020603"/>
                <a:cs typeface="Tw Cen MT" panose="020B0602020104020603"/>
              </a:rPr>
              <a:t>s</a:t>
            </a:r>
            <a:endParaRPr sz="2900">
              <a:latin typeface="Tw Cen MT" panose="020B0602020104020603"/>
              <a:cs typeface="Tw Cen MT" panose="020B0602020104020603"/>
            </a:endParaRPr>
          </a:p>
        </p:txBody>
      </p:sp>
      <p:sp>
        <p:nvSpPr>
          <p:cNvPr id="6" name="Content Placeholder 5"/>
          <p:cNvSpPr>
            <a:spLocks noGrp="1"/>
          </p:cNvSpPr>
          <p:nvPr>
            <p:ph sz="half" idx="4294967295"/>
          </p:nvPr>
        </p:nvSpPr>
        <p:spPr/>
        <p:txBody>
          <a:bodyPr/>
          <a:lstStyle/>
          <a:p>
            <a:endParaRPr lang="en-US"/>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pic>
        <p:nvPicPr>
          <p:cNvPr id="5" name="Content Placeholder 4"/>
          <p:cNvPicPr>
            <a:picLocks noGrp="1" noChangeAspect="1"/>
          </p:cNvPicPr>
          <p:nvPr>
            <p:ph sz="half" idx="2"/>
          </p:nvPr>
        </p:nvPicPr>
        <p:blipFill>
          <a:blip r:embed="rId2"/>
          <a:stretch>
            <a:fillRect/>
          </a:stretch>
        </p:blipFill>
        <p:spPr>
          <a:xfrm>
            <a:off x="6172200" y="2057400"/>
            <a:ext cx="4224020" cy="3822700"/>
          </a:xfrm>
          <a:prstGeom prst="rect">
            <a:avLst/>
          </a:prstGeom>
        </p:spPr>
      </p:pic>
    </p:spTree>
    <p:extLst>
      <p:ext uri="{BB962C8B-B14F-4D97-AF65-F5344CB8AC3E}">
        <p14:creationId xmlns:p14="http://schemas.microsoft.com/office/powerpoint/2010/main" val="6255790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1597025">
              <a:lnSpc>
                <a:spcPct val="100000"/>
              </a:lnSpc>
            </a:pPr>
            <a:r>
              <a:rPr spc="-5" dirty="0"/>
              <a:t>D</a:t>
            </a:r>
            <a:r>
              <a:rPr dirty="0"/>
              <a:t>e</a:t>
            </a:r>
            <a:r>
              <a:rPr spc="-5" dirty="0"/>
              <a:t>s</a:t>
            </a:r>
            <a:r>
              <a:rPr dirty="0"/>
              <a:t>k</a:t>
            </a:r>
            <a:r>
              <a:rPr spc="-5" dirty="0"/>
              <a:t>top</a:t>
            </a:r>
            <a:r>
              <a:rPr spc="65"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1524000" y="1371601"/>
            <a:ext cx="8763000" cy="4370427"/>
          </a:xfrm>
          <a:prstGeom prst="rect">
            <a:avLst/>
          </a:prstGeom>
        </p:spPr>
        <p:txBody>
          <a:bodyPr vert="horz" wrap="square" lIns="0" tIns="0" rIns="0" bIns="0" rtlCol="0">
            <a:spAutoFit/>
          </a:bodyPr>
          <a:lstStyle/>
          <a:p>
            <a:pPr marL="12700">
              <a:buFont typeface="Arial" panose="020B0604020202020204" pitchFamily="34" charset="0"/>
              <a:buChar char="•"/>
            </a:pPr>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4</a:t>
            </a:r>
            <a:endParaRPr sz="1200">
              <a:latin typeface="Comic Sans MS" panose="030F0702030302020204"/>
              <a:cs typeface="Comic Sans MS" panose="030F0702030302020204"/>
            </a:endParaRPr>
          </a:p>
          <a:p>
            <a:pPr>
              <a:buFont typeface="Arial" panose="020B0604020202020204" pitchFamily="34" charset="0"/>
              <a:buChar char="•"/>
            </a:pPr>
            <a:endParaRPr sz="1100">
              <a:latin typeface="Times New Roman" panose="02020603050405020304"/>
              <a:cs typeface="Times New Roman" panose="02020603050405020304"/>
            </a:endParaRPr>
          </a:p>
          <a:p>
            <a:pPr marL="861695" marR="5080" indent="-14605" algn="just">
              <a:buFont typeface="Arial" panose="020B0604020202020204" pitchFamily="34" charset="0"/>
              <a:buChar char="•"/>
            </a:pPr>
            <a:r>
              <a:rPr sz="2900" spc="-5">
                <a:latin typeface="Tw Cen MT" panose="020B0602020104020603"/>
                <a:cs typeface="Tw Cen MT" panose="020B0602020104020603"/>
              </a:rPr>
              <a:t>Th</a:t>
            </a:r>
            <a:r>
              <a:rPr sz="2900">
                <a:latin typeface="Tw Cen MT" panose="020B0602020104020603"/>
                <a:cs typeface="Tw Cen MT" panose="020B0602020104020603"/>
              </a:rPr>
              <a:t>is </a:t>
            </a:r>
            <a:r>
              <a:rPr sz="2900" spc="-75">
                <a:latin typeface="Tw Cen MT" panose="020B0602020104020603"/>
                <a:cs typeface="Tw Cen MT" panose="020B0602020104020603"/>
              </a:rPr>
              <a:t> </a:t>
            </a:r>
            <a:r>
              <a:rPr sz="2900">
                <a:latin typeface="Tw Cen MT" panose="020B0602020104020603"/>
                <a:cs typeface="Tw Cen MT" panose="020B0602020104020603"/>
              </a:rPr>
              <a:t>is </a:t>
            </a:r>
            <a:r>
              <a:rPr sz="2900" spc="-75">
                <a:latin typeface="Tw Cen MT" panose="020B0602020104020603"/>
                <a:cs typeface="Tw Cen MT" panose="020B0602020104020603"/>
              </a:rPr>
              <a:t> </a:t>
            </a:r>
            <a:r>
              <a:rPr sz="2900">
                <a:latin typeface="Tw Cen MT" panose="020B0602020104020603"/>
                <a:cs typeface="Tw Cen MT" panose="020B0602020104020603"/>
              </a:rPr>
              <a:t>per</a:t>
            </a:r>
            <a:r>
              <a:rPr sz="2900" spc="-5">
                <a:latin typeface="Tw Cen MT" panose="020B0602020104020603"/>
                <a:cs typeface="Tw Cen MT" panose="020B0602020104020603"/>
              </a:rPr>
              <a:t>h</a:t>
            </a:r>
            <a:r>
              <a:rPr sz="2900" spc="-434">
                <a:latin typeface="Tw Cen MT" panose="020B0602020104020603"/>
                <a:cs typeface="Tw Cen MT" panose="020B0602020104020603"/>
              </a:rPr>
              <a:t> </a:t>
            </a:r>
            <a:r>
              <a:rPr sz="2900" dirty="0">
                <a:latin typeface="Tw Cen MT" panose="020B0602020104020603"/>
                <a:cs typeface="Tw Cen MT" panose="020B0602020104020603"/>
              </a:rPr>
              <a:t>a</a:t>
            </a:r>
            <a:r>
              <a:rPr sz="2900" spc="-440" dirty="0">
                <a:latin typeface="Tw Cen MT" panose="020B0602020104020603"/>
                <a:cs typeface="Tw Cen MT" panose="020B0602020104020603"/>
              </a:rPr>
              <a:t> </a:t>
            </a:r>
            <a:r>
              <a:rPr sz="2900" dirty="0">
                <a:latin typeface="Tw Cen MT" panose="020B0602020104020603"/>
                <a:cs typeface="Tw Cen MT" panose="020B0602020104020603"/>
              </a:rPr>
              <a:t>p</a:t>
            </a:r>
            <a:r>
              <a:rPr sz="2900" spc="-440" dirty="0">
                <a:latin typeface="Tw Cen MT" panose="020B0602020104020603"/>
                <a:cs typeface="Tw Cen MT" panose="020B0602020104020603"/>
              </a:rPr>
              <a:t> </a:t>
            </a:r>
            <a:r>
              <a:rPr sz="2900" dirty="0">
                <a:latin typeface="Tw Cen MT" panose="020B0602020104020603"/>
                <a:cs typeface="Tw Cen MT" panose="020B0602020104020603"/>
              </a:rPr>
              <a:t>s </a:t>
            </a:r>
            <a:r>
              <a:rPr sz="2900" spc="-75" dirty="0">
                <a:latin typeface="Tw Cen MT" panose="020B0602020104020603"/>
                <a:cs typeface="Tw Cen MT" panose="020B0602020104020603"/>
              </a:rPr>
              <a:t> </a:t>
            </a:r>
            <a:r>
              <a:rPr sz="2900" spc="-5" dirty="0">
                <a:latin typeface="Tw Cen MT" panose="020B0602020104020603"/>
                <a:cs typeface="Tw Cen MT" panose="020B0602020104020603"/>
              </a:rPr>
              <a:t>t</a:t>
            </a:r>
            <a:r>
              <a:rPr sz="2900" spc="-434" dirty="0">
                <a:latin typeface="Tw Cen MT" panose="020B0602020104020603"/>
                <a:cs typeface="Tw Cen MT" panose="020B0602020104020603"/>
              </a:rPr>
              <a:t> </a:t>
            </a:r>
            <a:r>
              <a:rPr sz="2900" spc="-5" dirty="0">
                <a:latin typeface="Tw Cen MT" panose="020B0602020104020603"/>
                <a:cs typeface="Tw Cen MT" panose="020B0602020104020603"/>
              </a:rPr>
              <a:t>h</a:t>
            </a:r>
            <a:r>
              <a:rPr sz="2900" spc="-434" dirty="0">
                <a:latin typeface="Tw Cen MT" panose="020B0602020104020603"/>
                <a:cs typeface="Tw Cen MT" panose="020B0602020104020603"/>
              </a:rPr>
              <a:t> </a:t>
            </a:r>
            <a:r>
              <a:rPr sz="2900" dirty="0">
                <a:latin typeface="Tw Cen MT" panose="020B0602020104020603"/>
                <a:cs typeface="Tw Cen MT" panose="020B0602020104020603"/>
              </a:rPr>
              <a:t>e </a:t>
            </a:r>
            <a:r>
              <a:rPr sz="2900" spc="-70" dirty="0">
                <a:latin typeface="Tw Cen MT" panose="020B0602020104020603"/>
                <a:cs typeface="Tw Cen MT" panose="020B0602020104020603"/>
              </a:rPr>
              <a:t> </a:t>
            </a:r>
            <a:r>
              <a:rPr sz="2900" dirty="0">
                <a:latin typeface="Tw Cen MT" panose="020B0602020104020603"/>
                <a:cs typeface="Tw Cen MT" panose="020B0602020104020603"/>
              </a:rPr>
              <a:t>m</a:t>
            </a:r>
            <a:r>
              <a:rPr sz="2900" spc="-434" dirty="0">
                <a:latin typeface="Tw Cen MT" panose="020B0602020104020603"/>
                <a:cs typeface="Tw Cen MT" panose="020B0602020104020603"/>
              </a:rPr>
              <a:t> </a:t>
            </a:r>
            <a:r>
              <a:rPr sz="2900" dirty="0">
                <a:latin typeface="Tw Cen MT" panose="020B0602020104020603"/>
                <a:cs typeface="Tw Cen MT" panose="020B0602020104020603"/>
              </a:rPr>
              <a:t>o</a:t>
            </a:r>
            <a:r>
              <a:rPr sz="2900" spc="-434" dirty="0">
                <a:latin typeface="Tw Cen MT" panose="020B0602020104020603"/>
                <a:cs typeface="Tw Cen MT" panose="020B0602020104020603"/>
              </a:rPr>
              <a:t> </a:t>
            </a:r>
            <a:r>
              <a:rPr sz="2900" dirty="0">
                <a:latin typeface="Tw Cen MT" panose="020B0602020104020603"/>
                <a:cs typeface="Tw Cen MT" panose="020B0602020104020603"/>
              </a:rPr>
              <a:t>s</a:t>
            </a:r>
            <a:r>
              <a:rPr sz="2900" spc="-434" dirty="0">
                <a:latin typeface="Tw Cen MT" panose="020B0602020104020603"/>
                <a:cs typeface="Tw Cen MT" panose="020B0602020104020603"/>
              </a:rPr>
              <a:t> </a:t>
            </a:r>
            <a:r>
              <a:rPr sz="2900" spc="-5" dirty="0">
                <a:latin typeface="Tw Cen MT" panose="020B0602020104020603"/>
                <a:cs typeface="Tw Cen MT" panose="020B0602020104020603"/>
              </a:rPr>
              <a:t>t</a:t>
            </a:r>
            <a:r>
              <a:rPr sz="2900" dirty="0">
                <a:latin typeface="Tw Cen MT" panose="020B0602020104020603"/>
                <a:cs typeface="Tw Cen MT" panose="020B0602020104020603"/>
              </a:rPr>
              <a:t> </a:t>
            </a:r>
            <a:r>
              <a:rPr sz="2900" spc="-65" dirty="0">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c</a:t>
            </a:r>
            <a:r>
              <a:rPr sz="2900" spc="-434"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o</a:t>
            </a:r>
            <a:r>
              <a:rPr sz="2900" spc="-434"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m</a:t>
            </a:r>
            <a:r>
              <a:rPr sz="2900" spc="-434"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m</a:t>
            </a:r>
            <a:r>
              <a:rPr sz="2900" spc="-434"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o</a:t>
            </a:r>
            <a:r>
              <a:rPr sz="2900" spc="-434" dirty="0">
                <a:solidFill>
                  <a:srgbClr val="FF0000"/>
                </a:solidFill>
                <a:latin typeface="Tw Cen MT" panose="020B0602020104020603"/>
                <a:cs typeface="Tw Cen MT" panose="020B0602020104020603"/>
              </a:rPr>
              <a:t> </a:t>
            </a:r>
            <a:r>
              <a:rPr sz="2900" spc="-5" dirty="0">
                <a:solidFill>
                  <a:srgbClr val="FF0000"/>
                </a:solidFill>
                <a:latin typeface="Tw Cen MT" panose="020B0602020104020603"/>
                <a:cs typeface="Tw Cen MT" panose="020B0602020104020603"/>
              </a:rPr>
              <a:t>n</a:t>
            </a:r>
            <a:r>
              <a:rPr sz="2900" dirty="0">
                <a:solidFill>
                  <a:srgbClr val="FF0000"/>
                </a:solidFill>
                <a:latin typeface="Tw Cen MT" panose="020B0602020104020603"/>
                <a:cs typeface="Tw Cen MT" panose="020B0602020104020603"/>
              </a:rPr>
              <a:t> </a:t>
            </a:r>
            <a:r>
              <a:rPr sz="2900" spc="-65" dirty="0">
                <a:solidFill>
                  <a:srgbClr val="FF0000"/>
                </a:solidFill>
                <a:latin typeface="Tw Cen MT" panose="020B0602020104020603"/>
                <a:cs typeface="Tw Cen MT" panose="020B0602020104020603"/>
              </a:rPr>
              <a:t> </a:t>
            </a:r>
            <a:r>
              <a:rPr sz="2900" spc="305" dirty="0">
                <a:solidFill>
                  <a:srgbClr val="FF0000"/>
                </a:solidFill>
                <a:latin typeface="Tw Cen MT" panose="020B0602020104020603"/>
                <a:cs typeface="Tw Cen MT" panose="020B0602020104020603"/>
              </a:rPr>
              <a:t>f</a:t>
            </a:r>
            <a:r>
              <a:rPr sz="2900" dirty="0">
                <a:solidFill>
                  <a:srgbClr val="FF0000"/>
                </a:solidFill>
                <a:latin typeface="Tw Cen MT" panose="020B0602020104020603"/>
                <a:cs typeface="Tw Cen MT" panose="020B0602020104020603"/>
              </a:rPr>
              <a:t>o</a:t>
            </a:r>
            <a:r>
              <a:rPr sz="2900" spc="-434"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r</a:t>
            </a:r>
            <a:r>
              <a:rPr sz="2900" spc="-380" dirty="0">
                <a:solidFill>
                  <a:srgbClr val="FF0000"/>
                </a:solidFill>
                <a:latin typeface="Tw Cen MT" panose="020B0602020104020603"/>
                <a:cs typeface="Tw Cen MT" panose="020B0602020104020603"/>
              </a:rPr>
              <a:t> </a:t>
            </a:r>
            <a:r>
              <a:rPr sz="2900" dirty="0">
                <a:solidFill>
                  <a:srgbClr val="FF0000"/>
                </a:solidFill>
                <a:latin typeface="Tw Cen MT" panose="020B0602020104020603"/>
                <a:cs typeface="Tw Cen MT" panose="020B0602020104020603"/>
              </a:rPr>
              <a:t>m </a:t>
            </a:r>
            <a:r>
              <a:rPr sz="2900" spc="-65" dirty="0">
                <a:solidFill>
                  <a:srgbClr val="FF0000"/>
                </a:solidFill>
                <a:latin typeface="Tw Cen MT" panose="020B0602020104020603"/>
                <a:cs typeface="Tw Cen MT" panose="020B0602020104020603"/>
              </a:rPr>
              <a:t> </a:t>
            </a:r>
            <a:r>
              <a:rPr sz="2900" dirty="0">
                <a:latin typeface="Tw Cen MT" panose="020B0602020104020603"/>
                <a:cs typeface="Tw Cen MT" panose="020B0602020104020603"/>
              </a:rPr>
              <a:t>o</a:t>
            </a:r>
            <a:r>
              <a:rPr sz="2900" spc="-434" dirty="0">
                <a:latin typeface="Tw Cen MT" panose="020B0602020104020603"/>
                <a:cs typeface="Tw Cen MT" panose="020B0602020104020603"/>
              </a:rPr>
              <a:t> </a:t>
            </a:r>
            <a:r>
              <a:rPr sz="2900" dirty="0">
                <a:latin typeface="Tw Cen MT" panose="020B0602020104020603"/>
                <a:cs typeface="Tw Cen MT" panose="020B0602020104020603"/>
              </a:rPr>
              <a:t>f </a:t>
            </a:r>
            <a:r>
              <a:rPr sz="2900" spc="135" dirty="0">
                <a:latin typeface="Tw Cen MT" panose="020B0602020104020603"/>
                <a:cs typeface="Tw Cen MT" panose="020B0602020104020603"/>
              </a:rPr>
              <a:t>v</a:t>
            </a:r>
            <a:r>
              <a:rPr sz="2900" spc="140" dirty="0">
                <a:latin typeface="Tw Cen MT" panose="020B0602020104020603"/>
                <a:cs typeface="Tw Cen MT" panose="020B0602020104020603"/>
              </a:rPr>
              <a:t>i</a:t>
            </a:r>
            <a:r>
              <a:rPr sz="2900" spc="195" dirty="0">
                <a:latin typeface="Tw Cen MT" panose="020B0602020104020603"/>
                <a:cs typeface="Tw Cen MT" panose="020B0602020104020603"/>
              </a:rPr>
              <a:t>r</a:t>
            </a:r>
            <a:r>
              <a:rPr sz="2900" spc="135" dirty="0">
                <a:latin typeface="Tw Cen MT" panose="020B0602020104020603"/>
                <a:cs typeface="Tw Cen MT" panose="020B0602020104020603"/>
              </a:rPr>
              <a:t>tu</a:t>
            </a:r>
            <a:r>
              <a:rPr sz="2900" spc="130" dirty="0">
                <a:latin typeface="Tw Cen MT" panose="020B0602020104020603"/>
                <a:cs typeface="Tw Cen MT" panose="020B0602020104020603"/>
              </a:rPr>
              <a:t>a</a:t>
            </a:r>
            <a:r>
              <a:rPr sz="2900" spc="140" dirty="0">
                <a:latin typeface="Tw Cen MT" panose="020B0602020104020603"/>
                <a:cs typeface="Tw Cen MT" panose="020B0602020104020603"/>
              </a:rPr>
              <a:t>li</a:t>
            </a:r>
            <a:r>
              <a:rPr sz="2900" spc="135" dirty="0">
                <a:latin typeface="Tw Cen MT" panose="020B0602020104020603"/>
                <a:cs typeface="Tw Cen MT" panose="020B0602020104020603"/>
              </a:rPr>
              <a:t>z</a:t>
            </a:r>
            <a:r>
              <a:rPr sz="2900" spc="130" dirty="0">
                <a:latin typeface="Tw Cen MT" panose="020B0602020104020603"/>
                <a:cs typeface="Tw Cen MT" panose="020B0602020104020603"/>
              </a:rPr>
              <a:t>a</a:t>
            </a:r>
            <a:r>
              <a:rPr sz="2900" spc="135" dirty="0">
                <a:latin typeface="Tw Cen MT" panose="020B0602020104020603"/>
                <a:cs typeface="Tw Cen MT" panose="020B0602020104020603"/>
              </a:rPr>
              <a:t>t</a:t>
            </a:r>
            <a:r>
              <a:rPr sz="2900" spc="140" dirty="0">
                <a:latin typeface="Tw Cen MT" panose="020B0602020104020603"/>
                <a:cs typeface="Tw Cen MT" panose="020B0602020104020603"/>
              </a:rPr>
              <a:t>io</a:t>
            </a:r>
            <a:r>
              <a:rPr sz="2900" spc="-5" dirty="0">
                <a:latin typeface="Tw Cen MT" panose="020B0602020104020603"/>
                <a:cs typeface="Tw Cen MT" panose="020B0602020104020603"/>
              </a:rPr>
              <a:t>n</a:t>
            </a:r>
            <a:r>
              <a:rPr sz="2900" spc="290" dirty="0">
                <a:latin typeface="Tw Cen MT" panose="020B0602020104020603"/>
                <a:cs typeface="Tw Cen MT" panose="020B0602020104020603"/>
              </a:rPr>
              <a:t> </a:t>
            </a:r>
            <a:r>
              <a:rPr sz="2900" spc="80" dirty="0">
                <a:latin typeface="Tw Cen MT" panose="020B0602020104020603"/>
                <a:cs typeface="Tw Cen MT" panose="020B0602020104020603"/>
              </a:rPr>
              <a:t>f</a:t>
            </a:r>
            <a:r>
              <a:rPr sz="2900" spc="140" dirty="0">
                <a:latin typeface="Tw Cen MT" panose="020B0602020104020603"/>
                <a:cs typeface="Tw Cen MT" panose="020B0602020104020603"/>
              </a:rPr>
              <a:t>o</a:t>
            </a:r>
            <a:r>
              <a:rPr sz="2900" dirty="0">
                <a:latin typeface="Tw Cen MT" panose="020B0602020104020603"/>
                <a:cs typeface="Tw Cen MT" panose="020B0602020104020603"/>
              </a:rPr>
              <a:t>r</a:t>
            </a:r>
            <a:r>
              <a:rPr sz="2900" spc="285" dirty="0">
                <a:latin typeface="Tw Cen MT" panose="020B0602020104020603"/>
                <a:cs typeface="Tw Cen MT" panose="020B0602020104020603"/>
              </a:rPr>
              <a:t> </a:t>
            </a:r>
            <a:r>
              <a:rPr sz="2900" spc="140" dirty="0">
                <a:latin typeface="Tw Cen MT" panose="020B0602020104020603"/>
                <a:cs typeface="Tw Cen MT" panose="020B0602020104020603"/>
              </a:rPr>
              <a:t>a</a:t>
            </a:r>
            <a:r>
              <a:rPr sz="2900" spc="50" dirty="0">
                <a:latin typeface="Tw Cen MT" panose="020B0602020104020603"/>
                <a:cs typeface="Tw Cen MT" panose="020B0602020104020603"/>
              </a:rPr>
              <a:t>n</a:t>
            </a:r>
            <a:r>
              <a:rPr sz="2900" dirty="0">
                <a:latin typeface="Tw Cen MT" panose="020B0602020104020603"/>
                <a:cs typeface="Tw Cen MT" panose="020B0602020104020603"/>
              </a:rPr>
              <a:t>y</a:t>
            </a:r>
            <a:r>
              <a:rPr sz="2900" spc="285" dirty="0">
                <a:latin typeface="Tw Cen MT" panose="020B0602020104020603"/>
                <a:cs typeface="Tw Cen MT" panose="020B0602020104020603"/>
              </a:rPr>
              <a:t> </a:t>
            </a:r>
            <a:r>
              <a:rPr sz="2900" spc="140" dirty="0">
                <a:latin typeface="Tw Cen MT" panose="020B0602020104020603"/>
                <a:cs typeface="Tw Cen MT" panose="020B0602020104020603"/>
              </a:rPr>
              <a:t>re</a:t>
            </a:r>
            <a:r>
              <a:rPr sz="2900" spc="130" dirty="0">
                <a:latin typeface="Tw Cen MT" panose="020B0602020104020603"/>
                <a:cs typeface="Tw Cen MT" panose="020B0602020104020603"/>
              </a:rPr>
              <a:t>g</a:t>
            </a:r>
            <a:r>
              <a:rPr sz="2900" spc="135" dirty="0">
                <a:latin typeface="Tw Cen MT" panose="020B0602020104020603"/>
                <a:cs typeface="Tw Cen MT" panose="020B0602020104020603"/>
              </a:rPr>
              <a:t>u</a:t>
            </a:r>
            <a:r>
              <a:rPr sz="2900" spc="140" dirty="0">
                <a:latin typeface="Tw Cen MT" panose="020B0602020104020603"/>
                <a:cs typeface="Tw Cen MT" panose="020B0602020104020603"/>
              </a:rPr>
              <a:t>l</a:t>
            </a:r>
            <a:r>
              <a:rPr sz="2900" spc="130" dirty="0">
                <a:latin typeface="Tw Cen MT" panose="020B0602020104020603"/>
                <a:cs typeface="Tw Cen MT" panose="020B0602020104020603"/>
              </a:rPr>
              <a:t>a</a:t>
            </a:r>
            <a:r>
              <a:rPr sz="2900" dirty="0">
                <a:latin typeface="Tw Cen MT" panose="020B0602020104020603"/>
                <a:cs typeface="Tw Cen MT" panose="020B0602020104020603"/>
              </a:rPr>
              <a:t>r</a:t>
            </a:r>
            <a:r>
              <a:rPr sz="2900" spc="290" dirty="0">
                <a:latin typeface="Tw Cen MT" panose="020B0602020104020603"/>
                <a:cs typeface="Tw Cen MT" panose="020B0602020104020603"/>
              </a:rPr>
              <a:t> </a:t>
            </a:r>
            <a:r>
              <a:rPr sz="2900" spc="145" dirty="0">
                <a:latin typeface="Tw Cen MT" panose="020B0602020104020603"/>
                <a:cs typeface="Tw Cen MT" panose="020B0602020104020603"/>
              </a:rPr>
              <a:t>I</a:t>
            </a:r>
            <a:r>
              <a:rPr sz="2900" spc="-5" dirty="0">
                <a:latin typeface="Tw Cen MT" panose="020B0602020104020603"/>
                <a:cs typeface="Tw Cen MT" panose="020B0602020104020603"/>
              </a:rPr>
              <a:t>T</a:t>
            </a:r>
            <a:r>
              <a:rPr sz="2900" spc="300" dirty="0">
                <a:latin typeface="Tw Cen MT" panose="020B0602020104020603"/>
                <a:cs typeface="Tw Cen MT" panose="020B0602020104020603"/>
              </a:rPr>
              <a:t> </a:t>
            </a:r>
            <a:r>
              <a:rPr sz="2900" spc="145" dirty="0">
                <a:latin typeface="Tw Cen MT" panose="020B0602020104020603"/>
                <a:cs typeface="Tw Cen MT" panose="020B0602020104020603"/>
              </a:rPr>
              <a:t>e</a:t>
            </a:r>
            <a:r>
              <a:rPr sz="2900" spc="150" dirty="0">
                <a:latin typeface="Tw Cen MT" panose="020B0602020104020603"/>
                <a:cs typeface="Tw Cen MT" panose="020B0602020104020603"/>
              </a:rPr>
              <a:t>m</a:t>
            </a:r>
            <a:r>
              <a:rPr sz="2900" spc="135" dirty="0">
                <a:latin typeface="Tw Cen MT" panose="020B0602020104020603"/>
                <a:cs typeface="Tw Cen MT" panose="020B0602020104020603"/>
              </a:rPr>
              <a:t>p</a:t>
            </a:r>
            <a:r>
              <a:rPr sz="2900" spc="145" dirty="0">
                <a:latin typeface="Tw Cen MT" panose="020B0602020104020603"/>
                <a:cs typeface="Tw Cen MT" panose="020B0602020104020603"/>
              </a:rPr>
              <a:t>l</a:t>
            </a:r>
            <a:r>
              <a:rPr sz="2900" spc="85" dirty="0">
                <a:latin typeface="Tw Cen MT" panose="020B0602020104020603"/>
                <a:cs typeface="Tw Cen MT" panose="020B0602020104020603"/>
              </a:rPr>
              <a:t>oy</a:t>
            </a:r>
            <a:r>
              <a:rPr sz="2900" spc="145" dirty="0">
                <a:latin typeface="Tw Cen MT" panose="020B0602020104020603"/>
                <a:cs typeface="Tw Cen MT" panose="020B0602020104020603"/>
              </a:rPr>
              <a:t>e</a:t>
            </a:r>
            <a:r>
              <a:rPr sz="2900" spc="114" dirty="0">
                <a:latin typeface="Tw Cen MT" panose="020B0602020104020603"/>
                <a:cs typeface="Tw Cen MT" panose="020B0602020104020603"/>
              </a:rPr>
              <a:t>e</a:t>
            </a:r>
            <a:r>
              <a:rPr sz="2900">
                <a:latin typeface="Tw Cen MT" panose="020B0602020104020603"/>
                <a:cs typeface="Tw Cen MT" panose="020B0602020104020603"/>
              </a:rPr>
              <a:t>.</a:t>
            </a:r>
            <a:r>
              <a:rPr sz="2900" spc="295">
                <a:latin typeface="Tw Cen MT" panose="020B0602020104020603"/>
                <a:cs typeface="Tw Cen MT" panose="020B0602020104020603"/>
              </a:rPr>
              <a:t> </a:t>
            </a:r>
            <a:endParaRPr lang="en-US" sz="2900" spc="295" dirty="0">
              <a:latin typeface="Tw Cen MT" panose="020B0602020104020603"/>
              <a:cs typeface="Tw Cen MT" panose="020B0602020104020603"/>
            </a:endParaRPr>
          </a:p>
          <a:p>
            <a:pPr marL="861695" marR="5080" indent="-14605" algn="just">
              <a:buFont typeface="Arial" panose="020B0604020202020204" pitchFamily="34" charset="0"/>
              <a:buChar char="•"/>
            </a:pPr>
            <a:r>
              <a:rPr sz="2900" spc="145">
                <a:latin typeface="Tw Cen MT" panose="020B0602020104020603"/>
                <a:cs typeface="Tw Cen MT" panose="020B0602020104020603"/>
              </a:rPr>
              <a:t>Th</a:t>
            </a:r>
            <a:r>
              <a:rPr sz="2900">
                <a:latin typeface="Tw Cen MT" panose="020B0602020104020603"/>
                <a:cs typeface="Tw Cen MT" panose="020B0602020104020603"/>
              </a:rPr>
              <a:t>e </a:t>
            </a:r>
            <a:r>
              <a:rPr sz="2900" spc="-5" dirty="0">
                <a:latin typeface="Tw Cen MT" panose="020B0602020104020603"/>
                <a:cs typeface="Tw Cen MT" panose="020B0602020104020603"/>
              </a:rPr>
              <a:t>user</a:t>
            </a:r>
            <a:r>
              <a:rPr sz="2900" spc="-65" dirty="0">
                <a:latin typeface="Tw Cen MT" panose="020B0602020104020603"/>
                <a:cs typeface="Tw Cen MT" panose="020B0602020104020603"/>
              </a:rPr>
              <a:t>’</a:t>
            </a:r>
            <a:r>
              <a:rPr sz="2900" dirty="0">
                <a:latin typeface="Tw Cen MT" panose="020B0602020104020603"/>
                <a:cs typeface="Tw Cen MT" panose="020B0602020104020603"/>
              </a:rPr>
              <a:t>s</a:t>
            </a:r>
            <a:r>
              <a:rPr sz="2900" spc="-5" dirty="0">
                <a:latin typeface="Tw Cen MT" panose="020B0602020104020603"/>
                <a:cs typeface="Tw Cen MT" panose="020B0602020104020603"/>
              </a:rPr>
              <a:t> desktop i</a:t>
            </a:r>
            <a:r>
              <a:rPr sz="2900" dirty="0">
                <a:latin typeface="Tw Cen MT" panose="020B0602020104020603"/>
                <a:cs typeface="Tw Cen MT" panose="020B0602020104020603"/>
              </a:rPr>
              <a:t>s</a:t>
            </a:r>
            <a:r>
              <a:rPr sz="2900" spc="-5" dirty="0">
                <a:latin typeface="Tw Cen MT" panose="020B0602020104020603"/>
                <a:cs typeface="Tw Cen MT" panose="020B0602020104020603"/>
              </a:rPr>
              <a:t> stored on</a:t>
            </a:r>
            <a:r>
              <a:rPr sz="2900" dirty="0">
                <a:latin typeface="Tw Cen MT" panose="020B0602020104020603"/>
                <a:cs typeface="Tw Cen MT" panose="020B0602020104020603"/>
              </a:rPr>
              <a:t> a</a:t>
            </a:r>
            <a:r>
              <a:rPr sz="2900" spc="-5" dirty="0">
                <a:latin typeface="Tw Cen MT" panose="020B0602020104020603"/>
                <a:cs typeface="Tw Cen MT" panose="020B0602020104020603"/>
              </a:rPr>
              <a:t> re</a:t>
            </a:r>
            <a:r>
              <a:rPr sz="2900" dirty="0">
                <a:latin typeface="Tw Cen MT" panose="020B0602020104020603"/>
                <a:cs typeface="Tw Cen MT" panose="020B0602020104020603"/>
              </a:rPr>
              <a:t>m</a:t>
            </a:r>
            <a:r>
              <a:rPr sz="2900" spc="-5" dirty="0">
                <a:latin typeface="Tw Cen MT" panose="020B0602020104020603"/>
                <a:cs typeface="Tw Cen MT" panose="020B0602020104020603"/>
              </a:rPr>
              <a:t>ot</a:t>
            </a:r>
            <a:r>
              <a:rPr sz="2900" dirty="0">
                <a:latin typeface="Tw Cen MT" panose="020B0602020104020603"/>
                <a:cs typeface="Tw Cen MT" panose="020B0602020104020603"/>
              </a:rPr>
              <a:t>e</a:t>
            </a:r>
            <a:r>
              <a:rPr sz="2900" spc="-5" dirty="0">
                <a:latin typeface="Tw Cen MT" panose="020B0602020104020603"/>
                <a:cs typeface="Tw Cen MT" panose="020B0602020104020603"/>
              </a:rPr>
              <a:t> se</a:t>
            </a:r>
            <a:r>
              <a:rPr sz="2900" spc="110" dirty="0">
                <a:latin typeface="Tw Cen MT" panose="020B0602020104020603"/>
                <a:cs typeface="Tw Cen MT" panose="020B0602020104020603"/>
              </a:rPr>
              <a:t>r</a:t>
            </a:r>
            <a:r>
              <a:rPr sz="2900" spc="-65" dirty="0">
                <a:latin typeface="Tw Cen MT" panose="020B0602020104020603"/>
                <a:cs typeface="Tw Cen MT" panose="020B0602020104020603"/>
              </a:rPr>
              <a:t>v</a:t>
            </a:r>
            <a:r>
              <a:rPr sz="2900" spc="-5" dirty="0">
                <a:latin typeface="Tw Cen MT" panose="020B0602020104020603"/>
                <a:cs typeface="Tw Cen MT" panose="020B0602020104020603"/>
              </a:rPr>
              <a:t>e</a:t>
            </a:r>
            <a:r>
              <a:rPr sz="2900" spc="-210" dirty="0">
                <a:latin typeface="Tw Cen MT" panose="020B0602020104020603"/>
                <a:cs typeface="Tw Cen MT" panose="020B0602020104020603"/>
              </a:rPr>
              <a:t>r</a:t>
            </a:r>
            <a:r>
              <a:rPr sz="2900" dirty="0">
                <a:latin typeface="Tw Cen MT" panose="020B0602020104020603"/>
                <a:cs typeface="Tw Cen MT" panose="020B0602020104020603"/>
              </a:rPr>
              <a:t>,</a:t>
            </a:r>
            <a:r>
              <a:rPr sz="2900" spc="-5" dirty="0">
                <a:latin typeface="Tw Cen MT" panose="020B0602020104020603"/>
                <a:cs typeface="Tw Cen MT" panose="020B0602020104020603"/>
              </a:rPr>
              <a:t> all</a:t>
            </a:r>
            <a:r>
              <a:rPr sz="2900" spc="-95" dirty="0">
                <a:latin typeface="Tw Cen MT" panose="020B0602020104020603"/>
                <a:cs typeface="Tw Cen MT" panose="020B0602020104020603"/>
              </a:rPr>
              <a:t>o</a:t>
            </a:r>
            <a:r>
              <a:rPr sz="2900" dirty="0">
                <a:latin typeface="Tw Cen MT" panose="020B0602020104020603"/>
                <a:cs typeface="Tw Cen MT" panose="020B0602020104020603"/>
              </a:rPr>
              <a:t>w</a:t>
            </a:r>
            <a:r>
              <a:rPr sz="2900" spc="-5" dirty="0">
                <a:latin typeface="Tw Cen MT" panose="020B0602020104020603"/>
                <a:cs typeface="Tw Cen MT" panose="020B0602020104020603"/>
              </a:rPr>
              <a:t>ing</a:t>
            </a:r>
            <a:r>
              <a:rPr sz="2900" dirty="0">
                <a:latin typeface="Tw Cen MT" panose="020B0602020104020603"/>
                <a:cs typeface="Tw Cen MT" panose="020B0602020104020603"/>
              </a:rPr>
              <a:t> </a:t>
            </a:r>
            <a:r>
              <a:rPr sz="2900" spc="75" dirty="0">
                <a:latin typeface="Tw Cen MT" panose="020B0602020104020603"/>
                <a:cs typeface="Tw Cen MT" panose="020B0602020104020603"/>
              </a:rPr>
              <a:t>th</a:t>
            </a:r>
            <a:r>
              <a:rPr sz="2900" dirty="0">
                <a:latin typeface="Tw Cen MT" panose="020B0602020104020603"/>
                <a:cs typeface="Tw Cen MT" panose="020B0602020104020603"/>
              </a:rPr>
              <a:t>e</a:t>
            </a:r>
            <a:r>
              <a:rPr sz="2900" spc="155" dirty="0">
                <a:latin typeface="Tw Cen MT" panose="020B0602020104020603"/>
                <a:cs typeface="Tw Cen MT" panose="020B0602020104020603"/>
              </a:rPr>
              <a:t> </a:t>
            </a:r>
            <a:r>
              <a:rPr sz="2900" spc="75" dirty="0">
                <a:latin typeface="Tw Cen MT" panose="020B0602020104020603"/>
                <a:cs typeface="Tw Cen MT" panose="020B0602020104020603"/>
              </a:rPr>
              <a:t>use</a:t>
            </a:r>
            <a:r>
              <a:rPr sz="2900" dirty="0">
                <a:latin typeface="Tw Cen MT" panose="020B0602020104020603"/>
                <a:cs typeface="Tw Cen MT" panose="020B0602020104020603"/>
              </a:rPr>
              <a:t>r</a:t>
            </a:r>
            <a:r>
              <a:rPr sz="2900" spc="155" dirty="0">
                <a:latin typeface="Tw Cen MT" panose="020B0602020104020603"/>
                <a:cs typeface="Tw Cen MT" panose="020B0602020104020603"/>
              </a:rPr>
              <a:t> </a:t>
            </a:r>
            <a:r>
              <a:rPr sz="2900" spc="75" dirty="0">
                <a:latin typeface="Tw Cen MT" panose="020B0602020104020603"/>
                <a:cs typeface="Tw Cen MT" panose="020B0602020104020603"/>
              </a:rPr>
              <a:t>t</a:t>
            </a:r>
            <a:r>
              <a:rPr sz="2900" dirty="0">
                <a:latin typeface="Tw Cen MT" panose="020B0602020104020603"/>
                <a:cs typeface="Tw Cen MT" panose="020B0602020104020603"/>
              </a:rPr>
              <a:t>o</a:t>
            </a:r>
            <a:r>
              <a:rPr sz="2900" spc="165" dirty="0">
                <a:latin typeface="Tw Cen MT" panose="020B0602020104020603"/>
                <a:cs typeface="Tw Cen MT" panose="020B0602020104020603"/>
              </a:rPr>
              <a:t> </a:t>
            </a:r>
            <a:r>
              <a:rPr sz="2900" spc="80" dirty="0">
                <a:solidFill>
                  <a:srgbClr val="FF0000"/>
                </a:solidFill>
                <a:latin typeface="Tw Cen MT" panose="020B0602020104020603"/>
                <a:cs typeface="Tw Cen MT" panose="020B0602020104020603"/>
              </a:rPr>
              <a:t>a</a:t>
            </a:r>
            <a:r>
              <a:rPr sz="2900" spc="75" dirty="0">
                <a:solidFill>
                  <a:srgbClr val="FF0000"/>
                </a:solidFill>
                <a:latin typeface="Tw Cen MT" panose="020B0602020104020603"/>
                <a:cs typeface="Tw Cen MT" panose="020B0602020104020603"/>
              </a:rPr>
              <a:t>cc</a:t>
            </a:r>
            <a:r>
              <a:rPr sz="2900" spc="80" dirty="0">
                <a:solidFill>
                  <a:srgbClr val="FF0000"/>
                </a:solidFill>
                <a:latin typeface="Tw Cen MT" panose="020B0602020104020603"/>
                <a:cs typeface="Tw Cen MT" panose="020B0602020104020603"/>
              </a:rPr>
              <a:t>es</a:t>
            </a:r>
            <a:r>
              <a:rPr sz="2900" dirty="0">
                <a:solidFill>
                  <a:srgbClr val="FF0000"/>
                </a:solidFill>
                <a:latin typeface="Tw Cen MT" panose="020B0602020104020603"/>
                <a:cs typeface="Tw Cen MT" panose="020B0602020104020603"/>
              </a:rPr>
              <a:t>s</a:t>
            </a:r>
            <a:r>
              <a:rPr sz="2900" spc="165" dirty="0">
                <a:solidFill>
                  <a:srgbClr val="FF0000"/>
                </a:solidFill>
                <a:latin typeface="Tw Cen MT" panose="020B0602020104020603"/>
                <a:cs typeface="Tw Cen MT" panose="020B0602020104020603"/>
              </a:rPr>
              <a:t> </a:t>
            </a:r>
            <a:r>
              <a:rPr sz="2900" spc="75" dirty="0">
                <a:solidFill>
                  <a:srgbClr val="FF0000"/>
                </a:solidFill>
                <a:latin typeface="Tw Cen MT" panose="020B0602020104020603"/>
                <a:cs typeface="Tw Cen MT" panose="020B0602020104020603"/>
              </a:rPr>
              <a:t>h</a:t>
            </a:r>
            <a:r>
              <a:rPr sz="2900" spc="80" dirty="0">
                <a:solidFill>
                  <a:srgbClr val="FF0000"/>
                </a:solidFill>
                <a:latin typeface="Tw Cen MT" panose="020B0602020104020603"/>
                <a:cs typeface="Tw Cen MT" panose="020B0602020104020603"/>
              </a:rPr>
              <a:t>i</a:t>
            </a:r>
            <a:r>
              <a:rPr sz="2900" dirty="0">
                <a:solidFill>
                  <a:srgbClr val="FF0000"/>
                </a:solidFill>
                <a:latin typeface="Tw Cen MT" panose="020B0602020104020603"/>
                <a:cs typeface="Tw Cen MT" panose="020B0602020104020603"/>
              </a:rPr>
              <a:t>s</a:t>
            </a:r>
            <a:r>
              <a:rPr sz="2900" spc="165" dirty="0">
                <a:solidFill>
                  <a:srgbClr val="FF0000"/>
                </a:solidFill>
                <a:latin typeface="Tw Cen MT" panose="020B0602020104020603"/>
                <a:cs typeface="Tw Cen MT" panose="020B0602020104020603"/>
              </a:rPr>
              <a:t> </a:t>
            </a:r>
            <a:r>
              <a:rPr sz="2900" spc="80" dirty="0">
                <a:solidFill>
                  <a:srgbClr val="FF0000"/>
                </a:solidFill>
                <a:latin typeface="Tw Cen MT" panose="020B0602020104020603"/>
                <a:cs typeface="Tw Cen MT" panose="020B0602020104020603"/>
              </a:rPr>
              <a:t>des</a:t>
            </a:r>
            <a:r>
              <a:rPr sz="2900" spc="75" dirty="0">
                <a:solidFill>
                  <a:srgbClr val="FF0000"/>
                </a:solidFill>
                <a:latin typeface="Tw Cen MT" panose="020B0602020104020603"/>
                <a:cs typeface="Tw Cen MT" panose="020B0602020104020603"/>
              </a:rPr>
              <a:t>kt</a:t>
            </a:r>
            <a:r>
              <a:rPr sz="2900" spc="80" dirty="0">
                <a:solidFill>
                  <a:srgbClr val="FF0000"/>
                </a:solidFill>
                <a:latin typeface="Tw Cen MT" panose="020B0602020104020603"/>
                <a:cs typeface="Tw Cen MT" panose="020B0602020104020603"/>
              </a:rPr>
              <a:t>o</a:t>
            </a:r>
            <a:r>
              <a:rPr sz="2900" spc="-5" dirty="0">
                <a:solidFill>
                  <a:srgbClr val="FF0000"/>
                </a:solidFill>
                <a:latin typeface="Tw Cen MT" panose="020B0602020104020603"/>
                <a:cs typeface="Tw Cen MT" panose="020B0602020104020603"/>
              </a:rPr>
              <a:t>p</a:t>
            </a:r>
            <a:r>
              <a:rPr sz="2900" spc="165" dirty="0">
                <a:solidFill>
                  <a:srgbClr val="FF0000"/>
                </a:solidFill>
                <a:latin typeface="Tw Cen MT" panose="020B0602020104020603"/>
                <a:cs typeface="Tw Cen MT" panose="020B0602020104020603"/>
              </a:rPr>
              <a:t> </a:t>
            </a:r>
            <a:r>
              <a:rPr sz="2900" spc="80" dirty="0">
                <a:latin typeface="Tw Cen MT" panose="020B0602020104020603"/>
                <a:cs typeface="Tw Cen MT" panose="020B0602020104020603"/>
              </a:rPr>
              <a:t>f</a:t>
            </a:r>
            <a:r>
              <a:rPr sz="2900" spc="20" dirty="0">
                <a:latin typeface="Tw Cen MT" panose="020B0602020104020603"/>
                <a:cs typeface="Tw Cen MT" panose="020B0602020104020603"/>
              </a:rPr>
              <a:t>r</a:t>
            </a:r>
            <a:r>
              <a:rPr sz="2900" spc="80" dirty="0">
                <a:latin typeface="Tw Cen MT" panose="020B0602020104020603"/>
                <a:cs typeface="Tw Cen MT" panose="020B0602020104020603"/>
              </a:rPr>
              <a:t>o</a:t>
            </a:r>
            <a:r>
              <a:rPr sz="2900" dirty="0">
                <a:latin typeface="Tw Cen MT" panose="020B0602020104020603"/>
                <a:cs typeface="Tw Cen MT" panose="020B0602020104020603"/>
              </a:rPr>
              <a:t>m</a:t>
            </a:r>
            <a:r>
              <a:rPr sz="2900" spc="165" dirty="0">
                <a:latin typeface="Tw Cen MT" panose="020B0602020104020603"/>
                <a:cs typeface="Tw Cen MT" panose="020B0602020104020603"/>
              </a:rPr>
              <a:t> </a:t>
            </a:r>
            <a:r>
              <a:rPr sz="2900" spc="80" dirty="0">
                <a:latin typeface="Tw Cen MT" panose="020B0602020104020603"/>
                <a:cs typeface="Tw Cen MT" panose="020B0602020104020603"/>
              </a:rPr>
              <a:t>a</a:t>
            </a:r>
            <a:r>
              <a:rPr sz="2900" spc="-10" dirty="0">
                <a:latin typeface="Tw Cen MT" panose="020B0602020104020603"/>
                <a:cs typeface="Tw Cen MT" panose="020B0602020104020603"/>
              </a:rPr>
              <a:t>n</a:t>
            </a:r>
            <a:r>
              <a:rPr sz="2900" dirty="0">
                <a:latin typeface="Tw Cen MT" panose="020B0602020104020603"/>
                <a:cs typeface="Tw Cen MT" panose="020B0602020104020603"/>
              </a:rPr>
              <a:t>y</a:t>
            </a:r>
            <a:r>
              <a:rPr sz="2900" spc="165" dirty="0">
                <a:latin typeface="Tw Cen MT" panose="020B0602020104020603"/>
                <a:cs typeface="Tw Cen MT" panose="020B0602020104020603"/>
              </a:rPr>
              <a:t> </a:t>
            </a:r>
            <a:r>
              <a:rPr sz="2900" spc="80" dirty="0">
                <a:latin typeface="Tw Cen MT" panose="020B0602020104020603"/>
                <a:cs typeface="Tw Cen MT" panose="020B0602020104020603"/>
              </a:rPr>
              <a:t>de</a:t>
            </a:r>
            <a:r>
              <a:rPr sz="2900" spc="75" dirty="0">
                <a:latin typeface="Tw Cen MT" panose="020B0602020104020603"/>
                <a:cs typeface="Tw Cen MT" panose="020B0602020104020603"/>
              </a:rPr>
              <a:t>v</a:t>
            </a:r>
            <a:r>
              <a:rPr sz="2900" spc="80" dirty="0">
                <a:latin typeface="Tw Cen MT" panose="020B0602020104020603"/>
                <a:cs typeface="Tw Cen MT" panose="020B0602020104020603"/>
              </a:rPr>
              <a:t>i</a:t>
            </a:r>
            <a:r>
              <a:rPr sz="2900" spc="75" dirty="0">
                <a:latin typeface="Tw Cen MT" panose="020B0602020104020603"/>
                <a:cs typeface="Tw Cen MT" panose="020B0602020104020603"/>
              </a:rPr>
              <a:t>c</a:t>
            </a:r>
            <a:r>
              <a:rPr sz="2900" dirty="0">
                <a:latin typeface="Tw Cen MT" panose="020B0602020104020603"/>
                <a:cs typeface="Tw Cen MT" panose="020B0602020104020603"/>
              </a:rPr>
              <a:t>e</a:t>
            </a:r>
            <a:r>
              <a:rPr sz="2900" spc="165" dirty="0">
                <a:latin typeface="Tw Cen MT" panose="020B0602020104020603"/>
                <a:cs typeface="Tw Cen MT" panose="020B0602020104020603"/>
              </a:rPr>
              <a:t> </a:t>
            </a:r>
            <a:r>
              <a:rPr sz="2900" spc="80" dirty="0">
                <a:latin typeface="Tw Cen MT" panose="020B0602020104020603"/>
                <a:cs typeface="Tw Cen MT" panose="020B0602020104020603"/>
              </a:rPr>
              <a:t>o</a:t>
            </a:r>
            <a:r>
              <a:rPr sz="2900" dirty="0">
                <a:latin typeface="Tw Cen MT" panose="020B0602020104020603"/>
                <a:cs typeface="Tw Cen MT" panose="020B0602020104020603"/>
              </a:rPr>
              <a:t>r </a:t>
            </a:r>
            <a:r>
              <a:rPr sz="2900" spc="20" dirty="0">
                <a:latin typeface="Tw Cen MT" panose="020B0602020104020603"/>
                <a:cs typeface="Tw Cen MT" panose="020B0602020104020603"/>
              </a:rPr>
              <a:t>lo</a:t>
            </a:r>
            <a:r>
              <a:rPr sz="2900" spc="10" dirty="0">
                <a:latin typeface="Tw Cen MT" panose="020B0602020104020603"/>
                <a:cs typeface="Tw Cen MT" panose="020B0602020104020603"/>
              </a:rPr>
              <a:t>ca</a:t>
            </a:r>
            <a:r>
              <a:rPr sz="2900" spc="20" dirty="0">
                <a:latin typeface="Tw Cen MT" panose="020B0602020104020603"/>
                <a:cs typeface="Tw Cen MT" panose="020B0602020104020603"/>
              </a:rPr>
              <a:t>tio</a:t>
            </a:r>
            <a:r>
              <a:rPr sz="2900" spc="25" dirty="0">
                <a:latin typeface="Tw Cen MT" panose="020B0602020104020603"/>
                <a:cs typeface="Tw Cen MT" panose="020B0602020104020603"/>
              </a:rPr>
              <a:t>n</a:t>
            </a:r>
            <a:r>
              <a:rPr sz="2900">
                <a:latin typeface="Tw Cen MT" panose="020B0602020104020603"/>
                <a:cs typeface="Tw Cen MT" panose="020B0602020104020603"/>
              </a:rPr>
              <a:t>.</a:t>
            </a:r>
            <a:r>
              <a:rPr sz="2900" spc="55">
                <a:latin typeface="Tw Cen MT" panose="020B0602020104020603"/>
                <a:cs typeface="Tw Cen MT" panose="020B0602020104020603"/>
              </a:rPr>
              <a:t> </a:t>
            </a:r>
            <a:endParaRPr lang="en-US" sz="2900" spc="55" dirty="0">
              <a:latin typeface="Tw Cen MT" panose="020B0602020104020603"/>
              <a:cs typeface="Tw Cen MT" panose="020B0602020104020603"/>
            </a:endParaRPr>
          </a:p>
          <a:p>
            <a:pPr marL="861695" marR="5080" indent="-14605" algn="just">
              <a:buFont typeface="Arial" panose="020B0604020202020204" pitchFamily="34" charset="0"/>
              <a:buChar char="•"/>
            </a:pPr>
            <a:r>
              <a:rPr sz="2900" spc="25">
                <a:latin typeface="Tw Cen MT" panose="020B0602020104020603"/>
                <a:cs typeface="Tw Cen MT" panose="020B0602020104020603"/>
              </a:rPr>
              <a:t>E</a:t>
            </a:r>
            <a:r>
              <a:rPr sz="2900" spc="30">
                <a:latin typeface="Tw Cen MT" panose="020B0602020104020603"/>
                <a:cs typeface="Tw Cen MT" panose="020B0602020104020603"/>
              </a:rPr>
              <a:t>m</a:t>
            </a:r>
            <a:r>
              <a:rPr sz="2900" spc="20">
                <a:latin typeface="Tw Cen MT" panose="020B0602020104020603"/>
                <a:cs typeface="Tw Cen MT" panose="020B0602020104020603"/>
              </a:rPr>
              <a:t>p</a:t>
            </a:r>
            <a:r>
              <a:rPr sz="2900" spc="25">
                <a:latin typeface="Tw Cen MT" panose="020B0602020104020603"/>
                <a:cs typeface="Tw Cen MT" panose="020B0602020104020603"/>
              </a:rPr>
              <a:t>l</a:t>
            </a:r>
            <a:r>
              <a:rPr sz="2900" spc="-35">
                <a:latin typeface="Tw Cen MT" panose="020B0602020104020603"/>
                <a:cs typeface="Tw Cen MT" panose="020B0602020104020603"/>
              </a:rPr>
              <a:t>oy</a:t>
            </a:r>
            <a:r>
              <a:rPr sz="2900" spc="25">
                <a:latin typeface="Tw Cen MT" panose="020B0602020104020603"/>
                <a:cs typeface="Tw Cen MT" panose="020B0602020104020603"/>
              </a:rPr>
              <a:t>ee</a:t>
            </a:r>
            <a:r>
              <a:rPr sz="2900">
                <a:latin typeface="Tw Cen MT" panose="020B0602020104020603"/>
                <a:cs typeface="Tw Cen MT" panose="020B0602020104020603"/>
              </a:rPr>
              <a:t>s</a:t>
            </a:r>
            <a:r>
              <a:rPr sz="2900" spc="55">
                <a:latin typeface="Tw Cen MT" panose="020B0602020104020603"/>
                <a:cs typeface="Tw Cen MT" panose="020B0602020104020603"/>
              </a:rPr>
              <a:t> </a:t>
            </a:r>
            <a:r>
              <a:rPr sz="2900" spc="20" dirty="0">
                <a:latin typeface="Tw Cen MT" panose="020B0602020104020603"/>
                <a:cs typeface="Tw Cen MT" panose="020B0602020104020603"/>
              </a:rPr>
              <a:t>ca</a:t>
            </a:r>
            <a:r>
              <a:rPr sz="2900" spc="-5" dirty="0">
                <a:latin typeface="Tw Cen MT" panose="020B0602020104020603"/>
                <a:cs typeface="Tw Cen MT" panose="020B0602020104020603"/>
              </a:rPr>
              <a:t>n</a:t>
            </a:r>
            <a:r>
              <a:rPr sz="2900" spc="60" dirty="0">
                <a:latin typeface="Tw Cen MT" panose="020B0602020104020603"/>
                <a:cs typeface="Tw Cen MT" panose="020B0602020104020603"/>
              </a:rPr>
              <a:t> </a:t>
            </a:r>
            <a:r>
              <a:rPr sz="2900" spc="-30" dirty="0">
                <a:latin typeface="Tw Cen MT" panose="020B0602020104020603"/>
                <a:cs typeface="Tw Cen MT" panose="020B0602020104020603"/>
              </a:rPr>
              <a:t>w</a:t>
            </a:r>
            <a:r>
              <a:rPr sz="2900" spc="25" dirty="0">
                <a:latin typeface="Tw Cen MT" panose="020B0602020104020603"/>
                <a:cs typeface="Tw Cen MT" panose="020B0602020104020603"/>
              </a:rPr>
              <a:t>o</a:t>
            </a:r>
            <a:r>
              <a:rPr sz="2900" spc="80" dirty="0">
                <a:latin typeface="Tw Cen MT" panose="020B0602020104020603"/>
                <a:cs typeface="Tw Cen MT" panose="020B0602020104020603"/>
              </a:rPr>
              <a:t>r</a:t>
            </a:r>
            <a:r>
              <a:rPr sz="2900" spc="-5" dirty="0">
                <a:latin typeface="Tw Cen MT" panose="020B0602020104020603"/>
                <a:cs typeface="Tw Cen MT" panose="020B0602020104020603"/>
              </a:rPr>
              <a:t>k</a:t>
            </a:r>
            <a:r>
              <a:rPr sz="2900" spc="60" dirty="0">
                <a:latin typeface="Tw Cen MT" panose="020B0602020104020603"/>
                <a:cs typeface="Tw Cen MT" panose="020B0602020104020603"/>
              </a:rPr>
              <a:t> </a:t>
            </a:r>
            <a:r>
              <a:rPr sz="2900" spc="20" dirty="0">
                <a:latin typeface="Tw Cen MT" panose="020B0602020104020603"/>
                <a:cs typeface="Tw Cen MT" panose="020B0602020104020603"/>
              </a:rPr>
              <a:t>c</a:t>
            </a:r>
            <a:r>
              <a:rPr sz="2900" spc="25" dirty="0">
                <a:latin typeface="Tw Cen MT" panose="020B0602020104020603"/>
                <a:cs typeface="Tw Cen MT" panose="020B0602020104020603"/>
              </a:rPr>
              <a:t>on</a:t>
            </a:r>
            <a:r>
              <a:rPr sz="2900" spc="-35" dirty="0">
                <a:latin typeface="Tw Cen MT" panose="020B0602020104020603"/>
                <a:cs typeface="Tw Cen MT" panose="020B0602020104020603"/>
              </a:rPr>
              <a:t>v</a:t>
            </a:r>
            <a:r>
              <a:rPr sz="2900" spc="25" dirty="0">
                <a:latin typeface="Tw Cen MT" panose="020B0602020104020603"/>
                <a:cs typeface="Tw Cen MT" panose="020B0602020104020603"/>
              </a:rPr>
              <a:t>enientl</a:t>
            </a:r>
            <a:r>
              <a:rPr sz="2900" dirty="0">
                <a:latin typeface="Tw Cen MT" panose="020B0602020104020603"/>
                <a:cs typeface="Tw Cen MT" panose="020B0602020104020603"/>
              </a:rPr>
              <a:t>y</a:t>
            </a:r>
            <a:r>
              <a:rPr sz="2900" spc="55" dirty="0">
                <a:latin typeface="Tw Cen MT" panose="020B0602020104020603"/>
                <a:cs typeface="Tw Cen MT" panose="020B0602020104020603"/>
              </a:rPr>
              <a:t> </a:t>
            </a:r>
            <a:r>
              <a:rPr sz="2900" spc="25" dirty="0">
                <a:latin typeface="Tw Cen MT" panose="020B0602020104020603"/>
                <a:cs typeface="Tw Cen MT" panose="020B0602020104020603"/>
              </a:rPr>
              <a:t>f</a:t>
            </a:r>
            <a:r>
              <a:rPr sz="2900" spc="-35" dirty="0">
                <a:latin typeface="Tw Cen MT" panose="020B0602020104020603"/>
                <a:cs typeface="Tw Cen MT" panose="020B0602020104020603"/>
              </a:rPr>
              <a:t>r</a:t>
            </a:r>
            <a:r>
              <a:rPr sz="2900" spc="25" dirty="0">
                <a:latin typeface="Tw Cen MT" panose="020B0602020104020603"/>
                <a:cs typeface="Tw Cen MT" panose="020B0602020104020603"/>
              </a:rPr>
              <a:t>o</a:t>
            </a:r>
            <a:r>
              <a:rPr sz="2900" dirty="0">
                <a:latin typeface="Tw Cen MT" panose="020B0602020104020603"/>
                <a:cs typeface="Tw Cen MT" panose="020B0602020104020603"/>
              </a:rPr>
              <a:t>m</a:t>
            </a:r>
            <a:r>
              <a:rPr sz="2900" spc="55" dirty="0">
                <a:latin typeface="Tw Cen MT" panose="020B0602020104020603"/>
                <a:cs typeface="Tw Cen MT" panose="020B0602020104020603"/>
              </a:rPr>
              <a:t> </a:t>
            </a:r>
            <a:r>
              <a:rPr sz="2900" spc="25" dirty="0">
                <a:latin typeface="Tw Cen MT" panose="020B0602020104020603"/>
                <a:cs typeface="Tw Cen MT" panose="020B0602020104020603"/>
              </a:rPr>
              <a:t>th</a:t>
            </a:r>
            <a:r>
              <a:rPr sz="2900" dirty="0">
                <a:latin typeface="Tw Cen MT" panose="020B0602020104020603"/>
                <a:cs typeface="Tw Cen MT" panose="020B0602020104020603"/>
              </a:rPr>
              <a:t>e c</a:t>
            </a:r>
            <a:r>
              <a:rPr sz="2900" spc="10" dirty="0">
                <a:latin typeface="Tw Cen MT" panose="020B0602020104020603"/>
                <a:cs typeface="Tw Cen MT" panose="020B0602020104020603"/>
              </a:rPr>
              <a:t>o</a:t>
            </a:r>
            <a:r>
              <a:rPr sz="2900" spc="15" dirty="0">
                <a:latin typeface="Tw Cen MT" panose="020B0602020104020603"/>
                <a:cs typeface="Tw Cen MT" panose="020B0602020104020603"/>
              </a:rPr>
              <a:t>m</a:t>
            </a:r>
            <a:r>
              <a:rPr sz="2900" spc="-50" dirty="0">
                <a:latin typeface="Tw Cen MT" panose="020B0602020104020603"/>
                <a:cs typeface="Tw Cen MT" panose="020B0602020104020603"/>
              </a:rPr>
              <a:t>f</a:t>
            </a:r>
            <a:r>
              <a:rPr sz="2900" spc="10" dirty="0">
                <a:latin typeface="Tw Cen MT" panose="020B0602020104020603"/>
                <a:cs typeface="Tw Cen MT" panose="020B0602020104020603"/>
              </a:rPr>
              <a:t>o</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t</a:t>
            </a:r>
            <a:r>
              <a:rPr sz="2900" spc="30" dirty="0">
                <a:latin typeface="Tw Cen MT" panose="020B0602020104020603"/>
                <a:cs typeface="Tw Cen MT" panose="020B0602020104020603"/>
              </a:rPr>
              <a:t> </a:t>
            </a:r>
            <a:r>
              <a:rPr sz="2900" spc="10" dirty="0">
                <a:latin typeface="Tw Cen MT" panose="020B0602020104020603"/>
                <a:cs typeface="Tw Cen MT" panose="020B0602020104020603"/>
              </a:rPr>
              <a:t>o</a:t>
            </a:r>
            <a:r>
              <a:rPr sz="2900" dirty="0">
                <a:latin typeface="Tw Cen MT" panose="020B0602020104020603"/>
                <a:cs typeface="Tw Cen MT" panose="020B0602020104020603"/>
              </a:rPr>
              <a:t>f</a:t>
            </a:r>
            <a:r>
              <a:rPr sz="2900" spc="110" dirty="0">
                <a:latin typeface="Tw Cen MT" panose="020B0602020104020603"/>
                <a:cs typeface="Tw Cen MT" panose="020B0602020104020603"/>
              </a:rPr>
              <a:t> </a:t>
            </a:r>
            <a:r>
              <a:rPr sz="2900" spc="5" dirty="0">
                <a:latin typeface="Tw Cen MT" panose="020B0602020104020603"/>
                <a:cs typeface="Tw Cen MT" panose="020B0602020104020603"/>
              </a:rPr>
              <a:t>th</a:t>
            </a:r>
            <a:r>
              <a:rPr sz="2900" spc="10" dirty="0">
                <a:latin typeface="Tw Cen MT" panose="020B0602020104020603"/>
                <a:cs typeface="Tw Cen MT" panose="020B0602020104020603"/>
              </a:rPr>
              <a:t>ei</a:t>
            </a:r>
            <a:r>
              <a:rPr sz="2900" dirty="0">
                <a:latin typeface="Tw Cen MT" panose="020B0602020104020603"/>
                <a:cs typeface="Tw Cen MT" panose="020B0602020104020603"/>
              </a:rPr>
              <a:t>r</a:t>
            </a:r>
            <a:r>
              <a:rPr sz="2900" spc="25" dirty="0">
                <a:latin typeface="Tw Cen MT" panose="020B0602020104020603"/>
                <a:cs typeface="Tw Cen MT" panose="020B0602020104020603"/>
              </a:rPr>
              <a:t> </a:t>
            </a:r>
            <a:r>
              <a:rPr sz="2900" spc="5" dirty="0">
                <a:solidFill>
                  <a:srgbClr val="00B0F0"/>
                </a:solidFill>
                <a:latin typeface="Tw Cen MT" panose="020B0602020104020603"/>
                <a:cs typeface="Tw Cen MT" panose="020B0602020104020603"/>
              </a:rPr>
              <a:t>h</a:t>
            </a:r>
            <a:r>
              <a:rPr sz="2900" spc="10" dirty="0">
                <a:solidFill>
                  <a:srgbClr val="00B0F0"/>
                </a:solidFill>
                <a:latin typeface="Tw Cen MT" panose="020B0602020104020603"/>
                <a:cs typeface="Tw Cen MT" panose="020B0602020104020603"/>
              </a:rPr>
              <a:t>o</a:t>
            </a:r>
            <a:r>
              <a:rPr sz="2900" spc="15" dirty="0">
                <a:solidFill>
                  <a:srgbClr val="00B0F0"/>
                </a:solidFill>
                <a:latin typeface="Tw Cen MT" panose="020B0602020104020603"/>
                <a:cs typeface="Tw Cen MT" panose="020B0602020104020603"/>
              </a:rPr>
              <a:t>m</a:t>
            </a:r>
            <a:r>
              <a:rPr sz="2900" spc="-20" dirty="0">
                <a:solidFill>
                  <a:srgbClr val="00B0F0"/>
                </a:solidFill>
                <a:latin typeface="Tw Cen MT" panose="020B0602020104020603"/>
                <a:cs typeface="Tw Cen MT" panose="020B0602020104020603"/>
              </a:rPr>
              <a:t>e</a:t>
            </a:r>
            <a:r>
              <a:rPr sz="2900" dirty="0">
                <a:latin typeface="Tw Cen MT" panose="020B0602020104020603"/>
                <a:cs typeface="Tw Cen MT" panose="020B0602020104020603"/>
              </a:rPr>
              <a:t>.</a:t>
            </a:r>
            <a:r>
              <a:rPr sz="2900" spc="35" dirty="0">
                <a:latin typeface="Tw Cen MT" panose="020B0602020104020603"/>
                <a:cs typeface="Tw Cen MT" panose="020B0602020104020603"/>
              </a:rPr>
              <a:t> </a:t>
            </a:r>
            <a:r>
              <a:rPr sz="2900" spc="15" dirty="0">
                <a:latin typeface="Tw Cen MT" panose="020B0602020104020603"/>
                <a:cs typeface="Tw Cen MT" panose="020B0602020104020603"/>
              </a:rPr>
              <a:t>Si</a:t>
            </a:r>
            <a:r>
              <a:rPr sz="2900" spc="10" dirty="0">
                <a:latin typeface="Tw Cen MT" panose="020B0602020104020603"/>
                <a:cs typeface="Tw Cen MT" panose="020B0602020104020603"/>
              </a:rPr>
              <a:t>n</a:t>
            </a:r>
            <a:r>
              <a:rPr sz="2900" spc="5" dirty="0">
                <a:latin typeface="Tw Cen MT" panose="020B0602020104020603"/>
                <a:cs typeface="Tw Cen MT" panose="020B0602020104020603"/>
              </a:rPr>
              <a:t>c</a:t>
            </a:r>
            <a:r>
              <a:rPr sz="2900" dirty="0">
                <a:latin typeface="Tw Cen MT" panose="020B0602020104020603"/>
                <a:cs typeface="Tw Cen MT" panose="020B0602020104020603"/>
              </a:rPr>
              <a:t>e</a:t>
            </a:r>
            <a:r>
              <a:rPr sz="2900" spc="35" dirty="0">
                <a:latin typeface="Tw Cen MT" panose="020B0602020104020603"/>
                <a:cs typeface="Tw Cen MT" panose="020B0602020104020603"/>
              </a:rPr>
              <a:t> </a:t>
            </a:r>
            <a:r>
              <a:rPr sz="2900" spc="10" dirty="0">
                <a:latin typeface="Tw Cen MT" panose="020B0602020104020603"/>
                <a:cs typeface="Tw Cen MT" panose="020B0602020104020603"/>
              </a:rPr>
              <a:t>th</a:t>
            </a:r>
            <a:r>
              <a:rPr sz="2900" dirty="0">
                <a:latin typeface="Tw Cen MT" panose="020B0602020104020603"/>
                <a:cs typeface="Tw Cen MT" panose="020B0602020104020603"/>
              </a:rPr>
              <a:t>e</a:t>
            </a:r>
            <a:r>
              <a:rPr sz="2900" spc="35" dirty="0">
                <a:latin typeface="Tw Cen MT" panose="020B0602020104020603"/>
                <a:cs typeface="Tw Cen MT" panose="020B0602020104020603"/>
              </a:rPr>
              <a:t> </a:t>
            </a:r>
            <a:r>
              <a:rPr sz="2900" spc="15" dirty="0">
                <a:solidFill>
                  <a:srgbClr val="00B0F0"/>
                </a:solidFill>
                <a:latin typeface="Tw Cen MT" panose="020B0602020104020603"/>
                <a:cs typeface="Tw Cen MT" panose="020B0602020104020603"/>
              </a:rPr>
              <a:t>da</a:t>
            </a:r>
            <a:r>
              <a:rPr sz="2900" spc="10" dirty="0">
                <a:solidFill>
                  <a:srgbClr val="00B0F0"/>
                </a:solidFill>
                <a:latin typeface="Tw Cen MT" panose="020B0602020104020603"/>
                <a:cs typeface="Tw Cen MT" panose="020B0602020104020603"/>
              </a:rPr>
              <a:t>t</a:t>
            </a:r>
            <a:r>
              <a:rPr sz="2900" spc="-5" dirty="0">
                <a:solidFill>
                  <a:srgbClr val="00B0F0"/>
                </a:solidFill>
                <a:latin typeface="Tw Cen MT" panose="020B0602020104020603"/>
                <a:cs typeface="Tw Cen MT" panose="020B0602020104020603"/>
              </a:rPr>
              <a:t>a</a:t>
            </a:r>
            <a:r>
              <a:rPr sz="2900" spc="35" dirty="0">
                <a:solidFill>
                  <a:srgbClr val="00B0F0"/>
                </a:solidFill>
                <a:latin typeface="Tw Cen MT" panose="020B0602020104020603"/>
                <a:cs typeface="Tw Cen MT" panose="020B0602020104020603"/>
              </a:rPr>
              <a:t> </a:t>
            </a:r>
            <a:r>
              <a:rPr sz="2900" spc="10" dirty="0">
                <a:solidFill>
                  <a:srgbClr val="00B0F0"/>
                </a:solidFill>
                <a:latin typeface="Tw Cen MT" panose="020B0602020104020603"/>
                <a:cs typeface="Tw Cen MT" panose="020B0602020104020603"/>
              </a:rPr>
              <a:t>t</a:t>
            </a:r>
            <a:r>
              <a:rPr sz="2900" spc="-15" dirty="0">
                <a:solidFill>
                  <a:srgbClr val="00B0F0"/>
                </a:solidFill>
                <a:latin typeface="Tw Cen MT" panose="020B0602020104020603"/>
                <a:cs typeface="Tw Cen MT" panose="020B0602020104020603"/>
              </a:rPr>
              <a:t>r</a:t>
            </a:r>
            <a:r>
              <a:rPr sz="2900" spc="5" dirty="0">
                <a:solidFill>
                  <a:srgbClr val="00B0F0"/>
                </a:solidFill>
                <a:latin typeface="Tw Cen MT" panose="020B0602020104020603"/>
                <a:cs typeface="Tw Cen MT" panose="020B0602020104020603"/>
              </a:rPr>
              <a:t>a</a:t>
            </a:r>
            <a:r>
              <a:rPr sz="2900" spc="10" dirty="0">
                <a:solidFill>
                  <a:srgbClr val="00B0F0"/>
                </a:solidFill>
                <a:latin typeface="Tw Cen MT" panose="020B0602020104020603"/>
                <a:cs typeface="Tw Cen MT" panose="020B0602020104020603"/>
              </a:rPr>
              <a:t>n</a:t>
            </a:r>
            <a:r>
              <a:rPr sz="2900" spc="15" dirty="0">
                <a:solidFill>
                  <a:srgbClr val="00B0F0"/>
                </a:solidFill>
                <a:latin typeface="Tw Cen MT" panose="020B0602020104020603"/>
                <a:cs typeface="Tw Cen MT" panose="020B0602020104020603"/>
              </a:rPr>
              <a:t>sfe</a:t>
            </a:r>
            <a:r>
              <a:rPr sz="2900" dirty="0">
                <a:solidFill>
                  <a:srgbClr val="00B0F0"/>
                </a:solidFill>
                <a:latin typeface="Tw Cen MT" panose="020B0602020104020603"/>
                <a:cs typeface="Tw Cen MT" panose="020B0602020104020603"/>
              </a:rPr>
              <a:t>r</a:t>
            </a:r>
            <a:r>
              <a:rPr sz="2900" spc="35" dirty="0">
                <a:solidFill>
                  <a:srgbClr val="00B0F0"/>
                </a:solidFill>
                <a:latin typeface="Tw Cen MT" panose="020B0602020104020603"/>
                <a:cs typeface="Tw Cen MT" panose="020B0602020104020603"/>
              </a:rPr>
              <a:t> </a:t>
            </a:r>
            <a:r>
              <a:rPr sz="2900" spc="10" dirty="0">
                <a:latin typeface="Tw Cen MT" panose="020B0602020104020603"/>
                <a:cs typeface="Tw Cen MT" panose="020B0602020104020603"/>
              </a:rPr>
              <a:t>t</a:t>
            </a:r>
            <a:r>
              <a:rPr sz="2900" spc="5" dirty="0">
                <a:latin typeface="Tw Cen MT" panose="020B0602020104020603"/>
                <a:cs typeface="Tw Cen MT" panose="020B0602020104020603"/>
              </a:rPr>
              <a:t>a</a:t>
            </a:r>
            <a:r>
              <a:rPr sz="2900" spc="-45" dirty="0">
                <a:latin typeface="Tw Cen MT" panose="020B0602020104020603"/>
                <a:cs typeface="Tw Cen MT" panose="020B0602020104020603"/>
              </a:rPr>
              <a:t>k</a:t>
            </a:r>
            <a:r>
              <a:rPr sz="2900" spc="15" dirty="0">
                <a:latin typeface="Tw Cen MT" panose="020B0602020104020603"/>
                <a:cs typeface="Tw Cen MT" panose="020B0602020104020603"/>
              </a:rPr>
              <a:t>e</a:t>
            </a:r>
            <a:r>
              <a:rPr sz="2900" dirty="0">
                <a:latin typeface="Tw Cen MT" panose="020B0602020104020603"/>
                <a:cs typeface="Tw Cen MT" panose="020B0602020104020603"/>
              </a:rPr>
              <a:t>s </a:t>
            </a:r>
            <a:r>
              <a:rPr sz="2900" spc="-10" dirty="0">
                <a:latin typeface="Tw Cen MT" panose="020B0602020104020603"/>
                <a:cs typeface="Tw Cen MT" panose="020B0602020104020603"/>
              </a:rPr>
              <a:t>p</a:t>
            </a:r>
            <a:r>
              <a:rPr sz="2900" spc="-5" dirty="0">
                <a:latin typeface="Tw Cen MT" panose="020B0602020104020603"/>
                <a:cs typeface="Tw Cen MT" panose="020B0602020104020603"/>
              </a:rPr>
              <a:t>l</a:t>
            </a:r>
            <a:r>
              <a:rPr sz="2900" spc="-10" dirty="0">
                <a:latin typeface="Tw Cen MT" panose="020B0602020104020603"/>
                <a:cs typeface="Tw Cen MT" panose="020B0602020104020603"/>
              </a:rPr>
              <a:t>ac</a:t>
            </a:r>
            <a:r>
              <a:rPr sz="2900" dirty="0">
                <a:latin typeface="Tw Cen MT" panose="020B0602020104020603"/>
                <a:cs typeface="Tw Cen MT" panose="020B0602020104020603"/>
              </a:rPr>
              <a:t>e</a:t>
            </a:r>
            <a:r>
              <a:rPr sz="2900" spc="-5" dirty="0">
                <a:latin typeface="Tw Cen MT" panose="020B0602020104020603"/>
                <a:cs typeface="Tw Cen MT" panose="020B0602020104020603"/>
              </a:rPr>
              <a:t> o</a:t>
            </a:r>
            <a:r>
              <a:rPr sz="2900" spc="-65" dirty="0">
                <a:latin typeface="Tw Cen MT" panose="020B0602020104020603"/>
                <a:cs typeface="Tw Cen MT" panose="020B0602020104020603"/>
              </a:rPr>
              <a:t>v</a:t>
            </a:r>
            <a:r>
              <a:rPr sz="2900" spc="-5" dirty="0">
                <a:latin typeface="Tw Cen MT" panose="020B0602020104020603"/>
                <a:cs typeface="Tw Cen MT" panose="020B0602020104020603"/>
              </a:rPr>
              <a:t>e</a:t>
            </a:r>
            <a:r>
              <a:rPr sz="2900" dirty="0">
                <a:latin typeface="Tw Cen MT" panose="020B0602020104020603"/>
                <a:cs typeface="Tw Cen MT" panose="020B0602020104020603"/>
              </a:rPr>
              <a:t>r</a:t>
            </a:r>
            <a:r>
              <a:rPr sz="2900" spc="-5" dirty="0">
                <a:latin typeface="Tw Cen MT" panose="020B0602020104020603"/>
                <a:cs typeface="Tw Cen MT" panose="020B0602020104020603"/>
              </a:rPr>
              <a:t> se</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ur</a:t>
            </a:r>
            <a:r>
              <a:rPr sz="2900" dirty="0">
                <a:latin typeface="Tw Cen MT" panose="020B0602020104020603"/>
                <a:cs typeface="Tw Cen MT" panose="020B0602020104020603"/>
              </a:rPr>
              <a:t>e</a:t>
            </a:r>
            <a:r>
              <a:rPr sz="2900" spc="-5" dirty="0">
                <a:latin typeface="Tw Cen MT" panose="020B0602020104020603"/>
                <a:cs typeface="Tw Cen MT" panose="020B0602020104020603"/>
              </a:rPr>
              <a:t> p</a:t>
            </a:r>
            <a:r>
              <a:rPr sz="2900" spc="-65" dirty="0">
                <a:latin typeface="Tw Cen MT" panose="020B0602020104020603"/>
                <a:cs typeface="Tw Cen MT" panose="020B0602020104020603"/>
              </a:rPr>
              <a:t>r</a:t>
            </a:r>
            <a:r>
              <a:rPr sz="2900" spc="-5" dirty="0">
                <a:latin typeface="Tw Cen MT" panose="020B0602020104020603"/>
                <a:cs typeface="Tw Cen MT" panose="020B0602020104020603"/>
              </a:rPr>
              <a:t>oto</a:t>
            </a:r>
            <a:r>
              <a:rPr sz="2900" spc="-10" dirty="0">
                <a:latin typeface="Tw Cen MT" panose="020B0602020104020603"/>
                <a:cs typeface="Tw Cen MT" panose="020B0602020104020603"/>
              </a:rPr>
              <a:t>c</a:t>
            </a:r>
            <a:r>
              <a:rPr sz="2900" spc="-5" dirty="0">
                <a:latin typeface="Tw Cen MT" panose="020B0602020104020603"/>
                <a:cs typeface="Tw Cen MT" panose="020B0602020104020603"/>
              </a:rPr>
              <a:t>ol</a:t>
            </a:r>
            <a:r>
              <a:rPr sz="2900" spc="-65" dirty="0">
                <a:latin typeface="Tw Cen MT" panose="020B0602020104020603"/>
                <a:cs typeface="Tw Cen MT" panose="020B0602020104020603"/>
              </a:rPr>
              <a:t>s</a:t>
            </a:r>
            <a:r>
              <a:rPr sz="2900" dirty="0">
                <a:latin typeface="Tw Cen MT" panose="020B0602020104020603"/>
                <a:cs typeface="Tw Cen MT" panose="020B0602020104020603"/>
              </a:rPr>
              <a:t>,</a:t>
            </a:r>
            <a:r>
              <a:rPr sz="2900" spc="-5" dirty="0">
                <a:latin typeface="Tw Cen MT" panose="020B0602020104020603"/>
                <a:cs typeface="Tw Cen MT" panose="020B0602020104020603"/>
              </a:rPr>
              <a:t> a</a:t>
            </a:r>
            <a:r>
              <a:rPr sz="2900" spc="-95" dirty="0">
                <a:latin typeface="Tw Cen MT" panose="020B0602020104020603"/>
                <a:cs typeface="Tw Cen MT" panose="020B0602020104020603"/>
              </a:rPr>
              <a:t>n</a:t>
            </a:r>
            <a:r>
              <a:rPr sz="2900" dirty="0">
                <a:latin typeface="Tw Cen MT" panose="020B0602020104020603"/>
                <a:cs typeface="Tw Cen MT" panose="020B0602020104020603"/>
              </a:rPr>
              <a:t>y</a:t>
            </a:r>
            <a:r>
              <a:rPr sz="2900" spc="-5" dirty="0">
                <a:latin typeface="Tw Cen MT" panose="020B0602020104020603"/>
                <a:cs typeface="Tw Cen MT" panose="020B0602020104020603"/>
              </a:rPr>
              <a:t> risk</a:t>
            </a:r>
            <a:r>
              <a:rPr sz="2900" dirty="0">
                <a:latin typeface="Tw Cen MT" panose="020B0602020104020603"/>
                <a:cs typeface="Tw Cen MT" panose="020B0602020104020603"/>
              </a:rPr>
              <a:t> </a:t>
            </a:r>
            <a:r>
              <a:rPr sz="2900" spc="-5" dirty="0">
                <a:latin typeface="Tw Cen MT" panose="020B0602020104020603"/>
                <a:cs typeface="Tw Cen MT" panose="020B0602020104020603"/>
              </a:rPr>
              <a:t>o</a:t>
            </a:r>
            <a:r>
              <a:rPr sz="2900" dirty="0">
                <a:latin typeface="Tw Cen MT" panose="020B0602020104020603"/>
                <a:cs typeface="Tw Cen MT" panose="020B0602020104020603"/>
              </a:rPr>
              <a:t>f</a:t>
            </a:r>
            <a:r>
              <a:rPr sz="2900" spc="80" dirty="0">
                <a:latin typeface="Tw Cen MT" panose="020B0602020104020603"/>
                <a:cs typeface="Tw Cen MT" panose="020B0602020104020603"/>
              </a:rPr>
              <a:t> </a:t>
            </a:r>
            <a:r>
              <a:rPr sz="2900" spc="-5" dirty="0">
                <a:latin typeface="Tw Cen MT" panose="020B0602020104020603"/>
                <a:cs typeface="Tw Cen MT" panose="020B0602020104020603"/>
              </a:rPr>
              <a:t>data theft</a:t>
            </a:r>
            <a:r>
              <a:rPr sz="2900" dirty="0">
                <a:latin typeface="Tw Cen MT" panose="020B0602020104020603"/>
                <a:cs typeface="Tw Cen MT" panose="020B0602020104020603"/>
              </a:rPr>
              <a:t> </a:t>
            </a:r>
            <a:r>
              <a:rPr sz="2900" spc="-5" dirty="0">
                <a:latin typeface="Tw Cen MT" panose="020B0602020104020603"/>
                <a:cs typeface="Tw Cen MT" panose="020B0602020104020603"/>
              </a:rPr>
              <a:t>i</a:t>
            </a:r>
            <a:r>
              <a:rPr sz="2900" dirty="0">
                <a:latin typeface="Tw Cen MT" panose="020B0602020104020603"/>
                <a:cs typeface="Tw Cen MT" panose="020B0602020104020603"/>
              </a:rPr>
              <a:t>s m</a:t>
            </a:r>
            <a:r>
              <a:rPr sz="2900" spc="-5" dirty="0">
                <a:latin typeface="Tw Cen MT" panose="020B0602020104020603"/>
                <a:cs typeface="Tw Cen MT" panose="020B0602020104020603"/>
              </a:rPr>
              <a:t>ini</a:t>
            </a:r>
            <a:r>
              <a:rPr sz="2900" dirty="0">
                <a:latin typeface="Tw Cen MT" panose="020B0602020104020603"/>
                <a:cs typeface="Tw Cen MT" panose="020B0602020104020603"/>
              </a:rPr>
              <a:t>m</a:t>
            </a:r>
            <a:r>
              <a:rPr sz="2900" spc="-5" dirty="0">
                <a:latin typeface="Tw Cen MT" panose="020B0602020104020603"/>
                <a:cs typeface="Tw Cen MT" panose="020B0602020104020603"/>
              </a:rPr>
              <a:t>ize</a:t>
            </a:r>
            <a:r>
              <a:rPr sz="2900" spc="-10" dirty="0">
                <a:latin typeface="Tw Cen MT" panose="020B0602020104020603"/>
                <a:cs typeface="Tw Cen MT" panose="020B0602020104020603"/>
              </a:rPr>
              <a:t>d</a:t>
            </a:r>
            <a:r>
              <a:rPr sz="2900" dirty="0">
                <a:latin typeface="Tw Cen MT" panose="020B0602020104020603"/>
                <a:cs typeface="Tw Cen MT" panose="020B0602020104020603"/>
              </a:rPr>
              <a:t>.</a:t>
            </a:r>
            <a:endParaRPr sz="2900">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9246552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75459" y="1484375"/>
            <a:ext cx="8712708" cy="4751832"/>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685289" y="1289496"/>
            <a:ext cx="211454" cy="184666"/>
          </a:xfrm>
          <a:prstGeom prst="rect">
            <a:avLst/>
          </a:prstGeom>
        </p:spPr>
        <p:txBody>
          <a:bodyPr vert="horz" wrap="square" lIns="0" tIns="0" rIns="0" bIns="0" rtlCol="0">
            <a:spAutoFit/>
          </a:bodyPr>
          <a:lstStyle/>
          <a:p>
            <a:pPr marL="12700"/>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5</a:t>
            </a:r>
            <a:endParaRPr sz="1200">
              <a:latin typeface="Comic Sans MS" panose="030F0702030302020204"/>
              <a:cs typeface="Comic Sans MS" panose="030F0702030302020204"/>
            </a:endParaRPr>
          </a:p>
        </p:txBody>
      </p:sp>
      <p:sp>
        <p:nvSpPr>
          <p:cNvPr id="4" name="object 4"/>
          <p:cNvSpPr txBox="1">
            <a:spLocks noGrp="1"/>
          </p:cNvSpPr>
          <p:nvPr>
            <p:ph type="title"/>
          </p:nvPr>
        </p:nvSpPr>
        <p:spPr>
          <a:xfrm>
            <a:off x="2916427" y="60278"/>
            <a:ext cx="6593840" cy="677108"/>
          </a:xfrm>
          <a:prstGeom prst="rect">
            <a:avLst/>
          </a:prstGeom>
        </p:spPr>
        <p:txBody>
          <a:bodyPr vert="horz" wrap="square" lIns="0" tIns="0" rIns="0" bIns="0" rtlCol="0" anchor="ctr">
            <a:spAutoFit/>
          </a:bodyPr>
          <a:lstStyle/>
          <a:p>
            <a:pPr marL="12700">
              <a:lnSpc>
                <a:spcPct val="100000"/>
              </a:lnSpc>
            </a:pPr>
            <a:r>
              <a:rPr u="heavy" spc="-220" dirty="0"/>
              <a:t>T</a:t>
            </a:r>
            <a:r>
              <a:rPr u="heavy" spc="-5" dirty="0"/>
              <a:t>yp</a:t>
            </a:r>
            <a:r>
              <a:rPr u="heavy" dirty="0"/>
              <a:t>e</a:t>
            </a:r>
            <a:r>
              <a:rPr u="heavy" spc="-5" dirty="0"/>
              <a:t>s</a:t>
            </a:r>
            <a:r>
              <a:rPr u="heavy" spc="114" dirty="0">
                <a:latin typeface="Times New Roman" panose="02020603050405020304"/>
                <a:cs typeface="Times New Roman" panose="02020603050405020304"/>
              </a:rPr>
              <a:t> </a:t>
            </a:r>
            <a:r>
              <a:rPr u="heavy" spc="-5" dirty="0"/>
              <a:t>of</a:t>
            </a:r>
            <a:r>
              <a:rPr u="heavy" spc="110" dirty="0">
                <a:latin typeface="Times New Roman" panose="02020603050405020304"/>
                <a:cs typeface="Times New Roman" panose="02020603050405020304"/>
              </a:rPr>
              <a:t> </a:t>
            </a:r>
            <a:r>
              <a:rPr u="heavy" spc="-50" dirty="0"/>
              <a:t>V</a:t>
            </a:r>
            <a:r>
              <a:rPr u="heavy" spc="-5" dirty="0"/>
              <a:t>i</a:t>
            </a:r>
            <a:r>
              <a:rPr u="heavy" spc="204" dirty="0"/>
              <a:t>r</a:t>
            </a:r>
            <a:r>
              <a:rPr u="heavy" spc="-5" dirty="0"/>
              <a:t>tu</a:t>
            </a:r>
            <a:r>
              <a:rPr u="heavy" spc="-10" dirty="0"/>
              <a:t>a</a:t>
            </a:r>
            <a:r>
              <a:rPr u="heavy" spc="-5" dirty="0"/>
              <a:t>li</a:t>
            </a:r>
            <a:r>
              <a:rPr u="heavy" dirty="0"/>
              <a:t>z</a:t>
            </a:r>
            <a:r>
              <a:rPr u="heavy" spc="75" dirty="0"/>
              <a:t>a</a:t>
            </a:r>
            <a:r>
              <a:rPr u="heavy" spc="-5" dirty="0"/>
              <a:t>tion:</a:t>
            </a:r>
            <a:r>
              <a:rPr u="heavy" spc="70" dirty="0">
                <a:latin typeface="Times New Roman" panose="02020603050405020304"/>
                <a:cs typeface="Times New Roman" panose="02020603050405020304"/>
              </a:rPr>
              <a:t> </a:t>
            </a:r>
            <a:r>
              <a:rPr u="heavy" spc="-10" dirty="0"/>
              <a:t>A</a:t>
            </a:r>
            <a:r>
              <a:rPr u="heavy" spc="-5" dirty="0"/>
              <a:t>t</a:t>
            </a:r>
            <a:r>
              <a:rPr u="heavy" spc="70" dirty="0">
                <a:latin typeface="Times New Roman" panose="02020603050405020304"/>
                <a:cs typeface="Times New Roman" panose="02020603050405020304"/>
              </a:rPr>
              <a:t> </a:t>
            </a:r>
            <a:r>
              <a:rPr u="heavy" spc="-5" dirty="0"/>
              <a:t>a</a:t>
            </a:r>
          </a:p>
        </p:txBody>
      </p:sp>
      <p:sp>
        <p:nvSpPr>
          <p:cNvPr id="5" name="object 5"/>
          <p:cNvSpPr txBox="1"/>
          <p:nvPr/>
        </p:nvSpPr>
        <p:spPr>
          <a:xfrm>
            <a:off x="5393563" y="781968"/>
            <a:ext cx="1639570" cy="677108"/>
          </a:xfrm>
          <a:prstGeom prst="rect">
            <a:avLst/>
          </a:prstGeom>
        </p:spPr>
        <p:txBody>
          <a:bodyPr vert="horz" wrap="square" lIns="0" tIns="0" rIns="0" bIns="0" rtlCol="0">
            <a:spAutoFit/>
          </a:bodyPr>
          <a:lstStyle/>
          <a:p>
            <a:pPr marL="12700"/>
            <a:r>
              <a:rPr sz="4400" b="1" u="heavy" spc="-10" dirty="0">
                <a:solidFill>
                  <a:srgbClr val="006FC0"/>
                </a:solidFill>
                <a:latin typeface="Tw Cen MT" panose="020B0602020104020603"/>
                <a:cs typeface="Tw Cen MT" panose="020B0602020104020603"/>
              </a:rPr>
              <a:t>G</a:t>
            </a:r>
            <a:r>
              <a:rPr sz="4400" b="1" u="heavy" spc="-5" dirty="0">
                <a:solidFill>
                  <a:srgbClr val="006FC0"/>
                </a:solidFill>
                <a:latin typeface="Tw Cen MT" panose="020B0602020104020603"/>
                <a:cs typeface="Tw Cen MT" panose="020B0602020104020603"/>
              </a:rPr>
              <a:t>l</a:t>
            </a:r>
            <a:r>
              <a:rPr sz="4400" b="1" u="heavy" spc="-10" dirty="0">
                <a:solidFill>
                  <a:srgbClr val="006FC0"/>
                </a:solidFill>
                <a:latin typeface="Tw Cen MT" panose="020B0602020104020603"/>
                <a:cs typeface="Tw Cen MT" panose="020B0602020104020603"/>
              </a:rPr>
              <a:t>a</a:t>
            </a:r>
            <a:r>
              <a:rPr sz="4400" b="1" u="heavy" spc="-5" dirty="0">
                <a:solidFill>
                  <a:srgbClr val="006FC0"/>
                </a:solidFill>
                <a:latin typeface="Tw Cen MT" panose="020B0602020104020603"/>
                <a:cs typeface="Tw Cen MT" panose="020B0602020104020603"/>
              </a:rPr>
              <a:t>n</a:t>
            </a:r>
            <a:r>
              <a:rPr sz="4400" b="1" u="heavy" spc="-10" dirty="0">
                <a:solidFill>
                  <a:srgbClr val="006FC0"/>
                </a:solidFill>
                <a:latin typeface="Tw Cen MT" panose="020B0602020104020603"/>
                <a:cs typeface="Tw Cen MT" panose="020B0602020104020603"/>
              </a:rPr>
              <a:t>c</a:t>
            </a:r>
            <a:r>
              <a:rPr sz="4400" b="1" u="heavy" dirty="0">
                <a:solidFill>
                  <a:srgbClr val="006FC0"/>
                </a:solidFill>
                <a:latin typeface="Tw Cen MT" panose="020B0602020104020603"/>
                <a:cs typeface="Tw Cen MT" panose="020B0602020104020603"/>
              </a:rPr>
              <a:t>e</a:t>
            </a:r>
            <a:endParaRPr sz="4400">
              <a:latin typeface="Tw Cen MT" panose="020B0602020104020603"/>
              <a:cs typeface="Tw Cen MT" panose="020B0602020104020603"/>
            </a:endParaRPr>
          </a:p>
        </p:txBody>
      </p:sp>
      <p:sp>
        <p:nvSpPr>
          <p:cNvPr id="6" name="object 6"/>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9265876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9352"/>
            <a:ext cx="10515600" cy="677108"/>
          </a:xfrm>
          <a:prstGeom prst="rect">
            <a:avLst/>
          </a:prstGeom>
        </p:spPr>
        <p:txBody>
          <a:bodyPr vert="horz" wrap="square" lIns="0" tIns="0" rIns="0" bIns="0" rtlCol="0" anchor="ctr">
            <a:spAutoFit/>
          </a:bodyPr>
          <a:lstStyle/>
          <a:p>
            <a:pPr marL="210820">
              <a:lnSpc>
                <a:spcPct val="100000"/>
              </a:lnSpc>
            </a:pPr>
            <a:r>
              <a:rPr spc="-10" dirty="0"/>
              <a:t>B</a:t>
            </a:r>
            <a:r>
              <a:rPr dirty="0"/>
              <a:t>e</a:t>
            </a:r>
            <a:r>
              <a:rPr spc="-5" dirty="0"/>
              <a:t>n</a:t>
            </a:r>
            <a:r>
              <a:rPr dirty="0"/>
              <a:t>e</a:t>
            </a:r>
            <a:r>
              <a:rPr spc="-5" dirty="0"/>
              <a:t>fits</a:t>
            </a:r>
            <a:r>
              <a:rPr spc="70" dirty="0">
                <a:latin typeface="Times New Roman" panose="02020603050405020304"/>
                <a:cs typeface="Times New Roman" panose="02020603050405020304"/>
              </a:rPr>
              <a:t> </a:t>
            </a:r>
            <a:r>
              <a:rPr spc="-5" dirty="0"/>
              <a:t>of</a:t>
            </a:r>
            <a:r>
              <a:rPr spc="370" dirty="0">
                <a:latin typeface="Times New Roman" panose="02020603050405020304"/>
                <a:cs typeface="Times New Roman" panose="02020603050405020304"/>
              </a:rPr>
              <a:t> </a:t>
            </a:r>
            <a:r>
              <a:rPr spc="-50" dirty="0"/>
              <a:t>V</a:t>
            </a:r>
            <a:r>
              <a:rPr spc="-5" dirty="0"/>
              <a:t>i</a:t>
            </a:r>
            <a:r>
              <a:rPr spc="204" dirty="0"/>
              <a:t>r</a:t>
            </a:r>
            <a:r>
              <a:rPr spc="-5" dirty="0"/>
              <a:t>tu</a:t>
            </a:r>
            <a:r>
              <a:rPr spc="-10" dirty="0"/>
              <a:t>a</a:t>
            </a:r>
            <a:r>
              <a:rPr spc="-5" dirty="0"/>
              <a:t>li</a:t>
            </a:r>
            <a:r>
              <a:rPr dirty="0"/>
              <a:t>z</a:t>
            </a:r>
            <a:r>
              <a:rPr spc="75" dirty="0"/>
              <a:t>a</a:t>
            </a:r>
            <a:r>
              <a:rPr spc="-5" dirty="0"/>
              <a:t>tion</a:t>
            </a:r>
          </a:p>
        </p:txBody>
      </p:sp>
      <p:sp>
        <p:nvSpPr>
          <p:cNvPr id="3" name="object 3"/>
          <p:cNvSpPr txBox="1"/>
          <p:nvPr/>
        </p:nvSpPr>
        <p:spPr>
          <a:xfrm>
            <a:off x="1685290" y="1289497"/>
            <a:ext cx="8526145" cy="5044971"/>
          </a:xfrm>
          <a:prstGeom prst="rect">
            <a:avLst/>
          </a:prstGeom>
        </p:spPr>
        <p:txBody>
          <a:bodyPr vert="horz" wrap="square" lIns="0" tIns="0" rIns="0" bIns="0" rtlCol="0">
            <a:spAutoFit/>
          </a:bodyPr>
          <a:lstStyle/>
          <a:p>
            <a:pPr marL="12700"/>
            <a:r>
              <a:rPr sz="1200" b="1" spc="-5" dirty="0">
                <a:solidFill>
                  <a:srgbClr val="FFFFFF"/>
                </a:solidFill>
                <a:latin typeface="Comic Sans MS" panose="030F0702030302020204"/>
                <a:cs typeface="Comic Sans MS" panose="030F0702030302020204"/>
              </a:rPr>
              <a:t>2</a:t>
            </a:r>
            <a:r>
              <a:rPr sz="1200" b="1" dirty="0">
                <a:solidFill>
                  <a:srgbClr val="FFFFFF"/>
                </a:solidFill>
                <a:latin typeface="Comic Sans MS" panose="030F0702030302020204"/>
                <a:cs typeface="Comic Sans MS" panose="030F0702030302020204"/>
              </a:rPr>
              <a:t>6</a:t>
            </a:r>
            <a:endParaRPr sz="1200">
              <a:latin typeface="Comic Sans MS" panose="030F0702030302020204"/>
              <a:cs typeface="Comic Sans MS" panose="030F0702030302020204"/>
            </a:endParaRPr>
          </a:p>
          <a:p>
            <a:pPr>
              <a:spcBef>
                <a:spcPts val="45"/>
              </a:spcBef>
            </a:pPr>
            <a:endParaRPr sz="1100">
              <a:latin typeface="Times New Roman" panose="02020603050405020304"/>
              <a:cs typeface="Times New Roman" panose="02020603050405020304"/>
            </a:endParaRPr>
          </a:p>
          <a:p>
            <a:pPr marL="861695" marR="45720" indent="-319405">
              <a:buClr>
                <a:srgbClr val="DD8046"/>
              </a:buClr>
              <a:buSzPct val="58000"/>
              <a:buFont typeface="Wingdings" panose="05000000000000000000"/>
              <a:buChar char=""/>
              <a:tabLst>
                <a:tab pos="862330" algn="l"/>
              </a:tabLst>
            </a:pPr>
            <a:r>
              <a:rPr sz="2400" spc="-5" dirty="0">
                <a:latin typeface="Tw Cen MT" panose="020B0602020104020603"/>
                <a:cs typeface="Tw Cen MT" panose="020B0602020104020603"/>
              </a:rPr>
              <a:t>Easil</a:t>
            </a:r>
            <a:r>
              <a:rPr sz="2400" dirty="0">
                <a:latin typeface="Tw Cen MT" panose="020B0602020104020603"/>
                <a:cs typeface="Tw Cen MT" panose="020B0602020104020603"/>
              </a:rPr>
              <a:t>y</a:t>
            </a:r>
            <a:r>
              <a:rPr sz="2400" spc="-5" dirty="0">
                <a:latin typeface="Tw Cen MT" panose="020B0602020104020603"/>
                <a:cs typeface="Tw Cen MT" panose="020B0602020104020603"/>
              </a:rPr>
              <a:t> </a:t>
            </a:r>
            <a:r>
              <a:rPr sz="2400" dirty="0">
                <a:latin typeface="Tw Cen MT" panose="020B0602020104020603"/>
                <a:cs typeface="Tw Cen MT" panose="020B0602020104020603"/>
              </a:rPr>
              <a:t>o</a:t>
            </a:r>
            <a:r>
              <a:rPr sz="2400" spc="-5" dirty="0">
                <a:latin typeface="Tw Cen MT" panose="020B0602020104020603"/>
                <a:cs typeface="Tw Cen MT" panose="020B0602020104020603"/>
              </a:rPr>
              <a:t>ut</a:t>
            </a:r>
            <a:r>
              <a:rPr sz="2400" dirty="0">
                <a:latin typeface="Tw Cen MT" panose="020B0602020104020603"/>
                <a:cs typeface="Tw Cen MT" panose="020B0602020104020603"/>
              </a:rPr>
              <a:t>so</a:t>
            </a:r>
            <a:r>
              <a:rPr sz="2400" spc="-5" dirty="0">
                <a:latin typeface="Tw Cen MT" panose="020B0602020104020603"/>
                <a:cs typeface="Tw Cen MT" panose="020B0602020104020603"/>
              </a:rPr>
              <a:t>u</a:t>
            </a:r>
            <a:r>
              <a:rPr sz="2400" dirty="0">
                <a:latin typeface="Tw Cen MT" panose="020B0602020104020603"/>
                <a:cs typeface="Tw Cen MT" panose="020B0602020104020603"/>
              </a:rPr>
              <a:t>r</a:t>
            </a:r>
            <a:r>
              <a:rPr sz="2400" spc="-5" dirty="0">
                <a:latin typeface="Tw Cen MT" panose="020B0602020104020603"/>
                <a:cs typeface="Tw Cen MT" panose="020B0602020104020603"/>
              </a:rPr>
              <a:t>c</a:t>
            </a:r>
            <a:r>
              <a:rPr sz="2400" dirty="0">
                <a:latin typeface="Tw Cen MT" panose="020B0602020104020603"/>
                <a:cs typeface="Tw Cen MT" panose="020B0602020104020603"/>
              </a:rPr>
              <a:t>e</a:t>
            </a:r>
            <a:r>
              <a:rPr sz="2400" spc="-5" dirty="0">
                <a:latin typeface="Tw Cen MT" panose="020B0602020104020603"/>
                <a:cs typeface="Tw Cen MT" panose="020B0602020104020603"/>
              </a:rPr>
              <a:t> </a:t>
            </a:r>
            <a:r>
              <a:rPr sz="2400" spc="-75" dirty="0">
                <a:latin typeface="Tw Cen MT" panose="020B0602020104020603"/>
                <a:cs typeface="Tw Cen MT" panose="020B0602020104020603"/>
              </a:rPr>
              <a:t>y</a:t>
            </a:r>
            <a:r>
              <a:rPr sz="2400" dirty="0">
                <a:latin typeface="Tw Cen MT" panose="020B0602020104020603"/>
                <a:cs typeface="Tw Cen MT" panose="020B0602020104020603"/>
              </a:rPr>
              <a:t>o</a:t>
            </a:r>
            <a:r>
              <a:rPr sz="2400" spc="-5" dirty="0">
                <a:latin typeface="Tw Cen MT" panose="020B0602020104020603"/>
                <a:cs typeface="Tw Cen MT" panose="020B0602020104020603"/>
              </a:rPr>
              <a:t>u</a:t>
            </a:r>
            <a:r>
              <a:rPr sz="2400" dirty="0">
                <a:latin typeface="Tw Cen MT" panose="020B0602020104020603"/>
                <a:cs typeface="Tw Cen MT" panose="020B0602020104020603"/>
              </a:rPr>
              <a:t>r</a:t>
            </a:r>
            <a:r>
              <a:rPr sz="2400" spc="-5" dirty="0">
                <a:latin typeface="Tw Cen MT" panose="020B0602020104020603"/>
                <a:cs typeface="Tw Cen MT" panose="020B0602020104020603"/>
              </a:rPr>
              <a:t> ha</a:t>
            </a:r>
            <a:r>
              <a:rPr sz="2400" dirty="0">
                <a:latin typeface="Tw Cen MT" panose="020B0602020104020603"/>
                <a:cs typeface="Tw Cen MT" panose="020B0602020104020603"/>
              </a:rPr>
              <a:t>r</a:t>
            </a:r>
            <a:r>
              <a:rPr sz="2400" spc="-55" dirty="0">
                <a:latin typeface="Tw Cen MT" panose="020B0602020104020603"/>
                <a:cs typeface="Tw Cen MT" panose="020B0602020104020603"/>
              </a:rPr>
              <a:t>d</a:t>
            </a:r>
            <a:r>
              <a:rPr sz="2400" spc="-105" dirty="0">
                <a:latin typeface="Tw Cen MT" panose="020B0602020104020603"/>
                <a:cs typeface="Tw Cen MT" panose="020B0602020104020603"/>
              </a:rPr>
              <a:t>w</a:t>
            </a:r>
            <a:r>
              <a:rPr sz="2400" spc="-5" dirty="0">
                <a:latin typeface="Tw Cen MT" panose="020B0602020104020603"/>
                <a:cs typeface="Tw Cen MT" panose="020B0602020104020603"/>
              </a:rPr>
              <a:t>a</a:t>
            </a:r>
            <a:r>
              <a:rPr sz="2400" dirty="0">
                <a:latin typeface="Tw Cen MT" panose="020B0602020104020603"/>
                <a:cs typeface="Tw Cen MT" panose="020B0602020104020603"/>
              </a:rPr>
              <a:t>re</a:t>
            </a:r>
            <a:r>
              <a:rPr sz="2400" spc="-5" dirty="0">
                <a:latin typeface="Tw Cen MT" panose="020B0602020104020603"/>
                <a:cs typeface="Tw Cen MT" panose="020B0602020104020603"/>
              </a:rPr>
              <a:t> and</a:t>
            </a:r>
            <a:r>
              <a:rPr sz="2400" dirty="0">
                <a:latin typeface="Tw Cen MT" panose="020B0602020104020603"/>
                <a:cs typeface="Tw Cen MT" panose="020B0602020104020603"/>
              </a:rPr>
              <a:t> e</a:t>
            </a:r>
            <a:r>
              <a:rPr sz="2400" spc="-5" dirty="0">
                <a:latin typeface="Tw Cen MT" panose="020B0602020104020603"/>
                <a:cs typeface="Tw Cen MT" panose="020B0602020104020603"/>
              </a:rPr>
              <a:t>liminat</a:t>
            </a:r>
            <a:r>
              <a:rPr sz="2400" dirty="0">
                <a:latin typeface="Tw Cen MT" panose="020B0602020104020603"/>
                <a:cs typeface="Tw Cen MT" panose="020B0602020104020603"/>
              </a:rPr>
              <a:t>e</a:t>
            </a:r>
            <a:r>
              <a:rPr sz="2400" spc="-5" dirty="0">
                <a:latin typeface="Tw Cen MT" panose="020B0602020104020603"/>
                <a:cs typeface="Tw Cen MT" panose="020B0602020104020603"/>
              </a:rPr>
              <a:t> a</a:t>
            </a:r>
            <a:r>
              <a:rPr sz="2400" spc="-80" dirty="0">
                <a:latin typeface="Tw Cen MT" panose="020B0602020104020603"/>
                <a:cs typeface="Tw Cen MT" panose="020B0602020104020603"/>
              </a:rPr>
              <a:t>n</a:t>
            </a:r>
            <a:r>
              <a:rPr sz="2400" dirty="0">
                <a:latin typeface="Tw Cen MT" panose="020B0602020104020603"/>
                <a:cs typeface="Tw Cen MT" panose="020B0602020104020603"/>
              </a:rPr>
              <a:t>y</a:t>
            </a:r>
            <a:r>
              <a:rPr sz="2400" spc="-5" dirty="0">
                <a:latin typeface="Tw Cen MT" panose="020B0602020104020603"/>
                <a:cs typeface="Tw Cen MT" panose="020B0602020104020603"/>
              </a:rPr>
              <a:t> </a:t>
            </a:r>
            <a:r>
              <a:rPr sz="2400" dirty="0">
                <a:latin typeface="Tw Cen MT" panose="020B0602020104020603"/>
                <a:cs typeface="Tw Cen MT" panose="020B0602020104020603"/>
              </a:rPr>
              <a:t>e</a:t>
            </a:r>
            <a:r>
              <a:rPr sz="2400" spc="-5" dirty="0">
                <a:latin typeface="Tw Cen MT" panose="020B0602020104020603"/>
                <a:cs typeface="Tw Cen MT" panose="020B0602020104020603"/>
              </a:rPr>
              <a:t>n</a:t>
            </a:r>
            <a:r>
              <a:rPr sz="2400" dirty="0">
                <a:latin typeface="Tw Cen MT" panose="020B0602020104020603"/>
                <a:cs typeface="Tw Cen MT" panose="020B0602020104020603"/>
              </a:rPr>
              <a:t>er</a:t>
            </a:r>
            <a:r>
              <a:rPr sz="2400" spc="-55" dirty="0">
                <a:latin typeface="Tw Cen MT" panose="020B0602020104020603"/>
                <a:cs typeface="Tw Cen MT" panose="020B0602020104020603"/>
              </a:rPr>
              <a:t>g</a:t>
            </a:r>
            <a:r>
              <a:rPr sz="2400" dirty="0">
                <a:latin typeface="Tw Cen MT" panose="020B0602020104020603"/>
                <a:cs typeface="Tw Cen MT" panose="020B0602020104020603"/>
              </a:rPr>
              <a:t>y</a:t>
            </a:r>
            <a:r>
              <a:rPr sz="2400" spc="-5" dirty="0">
                <a:latin typeface="Tw Cen MT" panose="020B0602020104020603"/>
                <a:cs typeface="Tw Cen MT" panose="020B0602020104020603"/>
              </a:rPr>
              <a:t> c</a:t>
            </a:r>
            <a:r>
              <a:rPr sz="2400" dirty="0">
                <a:latin typeface="Tw Cen MT" panose="020B0602020104020603"/>
                <a:cs typeface="Tw Cen MT" panose="020B0602020104020603"/>
              </a:rPr>
              <a:t>os</a:t>
            </a:r>
            <a:r>
              <a:rPr sz="2400" spc="-5" dirty="0">
                <a:latin typeface="Tw Cen MT" panose="020B0602020104020603"/>
                <a:cs typeface="Tw Cen MT" panose="020B0602020104020603"/>
              </a:rPr>
              <a:t>t</a:t>
            </a:r>
            <a:r>
              <a:rPr sz="2400" dirty="0">
                <a:latin typeface="Tw Cen MT" panose="020B0602020104020603"/>
                <a:cs typeface="Tw Cen MT" panose="020B0602020104020603"/>
              </a:rPr>
              <a:t>s </a:t>
            </a:r>
            <a:r>
              <a:rPr sz="2400" spc="-5" dirty="0">
                <a:latin typeface="Tw Cen MT" panose="020B0602020104020603"/>
                <a:cs typeface="Tw Cen MT" panose="020B0602020104020603"/>
              </a:rPr>
              <a:t>a</a:t>
            </a:r>
            <a:r>
              <a:rPr sz="2400" dirty="0">
                <a:latin typeface="Tw Cen MT" panose="020B0602020104020603"/>
                <a:cs typeface="Tw Cen MT" panose="020B0602020104020603"/>
              </a:rPr>
              <a:t>sso</a:t>
            </a:r>
            <a:r>
              <a:rPr sz="2400" spc="-5" dirty="0">
                <a:latin typeface="Tw Cen MT" panose="020B0602020104020603"/>
                <a:cs typeface="Tw Cen MT" panose="020B0602020104020603"/>
              </a:rPr>
              <a:t>ciat</a:t>
            </a:r>
            <a:r>
              <a:rPr sz="2400" dirty="0">
                <a:latin typeface="Tw Cen MT" panose="020B0602020104020603"/>
                <a:cs typeface="Tw Cen MT" panose="020B0602020104020603"/>
              </a:rPr>
              <a:t>e</a:t>
            </a:r>
            <a:r>
              <a:rPr sz="2400" spc="-5" dirty="0">
                <a:latin typeface="Tw Cen MT" panose="020B0602020104020603"/>
                <a:cs typeface="Tw Cen MT" panose="020B0602020104020603"/>
              </a:rPr>
              <a:t>d</a:t>
            </a:r>
            <a:r>
              <a:rPr sz="2400" dirty="0">
                <a:latin typeface="Tw Cen MT" panose="020B0602020104020603"/>
                <a:cs typeface="Tw Cen MT" panose="020B0602020104020603"/>
              </a:rPr>
              <a:t> </a:t>
            </a:r>
            <a:r>
              <a:rPr sz="2400" spc="-5" dirty="0">
                <a:latin typeface="Tw Cen MT" panose="020B0602020104020603"/>
                <a:cs typeface="Tw Cen MT" panose="020B0602020104020603"/>
              </a:rPr>
              <a:t>with it</a:t>
            </a:r>
            <a:r>
              <a:rPr sz="2400" dirty="0">
                <a:latin typeface="Tw Cen MT" panose="020B0602020104020603"/>
                <a:cs typeface="Tw Cen MT" panose="020B0602020104020603"/>
              </a:rPr>
              <a:t>s</a:t>
            </a:r>
            <a:r>
              <a:rPr sz="2400" spc="-5" dirty="0">
                <a:latin typeface="Tw Cen MT" panose="020B0602020104020603"/>
                <a:cs typeface="Tw Cen MT" panose="020B0602020104020603"/>
              </a:rPr>
              <a:t> </a:t>
            </a:r>
            <a:r>
              <a:rPr sz="2400" dirty="0">
                <a:latin typeface="Tw Cen MT" panose="020B0602020104020603"/>
                <a:cs typeface="Tw Cen MT" panose="020B0602020104020603"/>
              </a:rPr>
              <a:t>o</a:t>
            </a:r>
            <a:r>
              <a:rPr sz="2400" spc="-5" dirty="0">
                <a:latin typeface="Tw Cen MT" panose="020B0602020104020603"/>
                <a:cs typeface="Tw Cen MT" panose="020B0602020104020603"/>
              </a:rPr>
              <a:t>p</a:t>
            </a:r>
            <a:r>
              <a:rPr sz="2400" dirty="0">
                <a:latin typeface="Tw Cen MT" panose="020B0602020104020603"/>
                <a:cs typeface="Tw Cen MT" panose="020B0602020104020603"/>
              </a:rPr>
              <a:t>e</a:t>
            </a:r>
            <a:r>
              <a:rPr sz="2400" spc="-25" dirty="0">
                <a:latin typeface="Tw Cen MT" panose="020B0602020104020603"/>
                <a:cs typeface="Tw Cen MT" panose="020B0602020104020603"/>
              </a:rPr>
              <a:t>r</a:t>
            </a:r>
            <a:r>
              <a:rPr sz="2400" spc="-5" dirty="0">
                <a:latin typeface="Tw Cen MT" panose="020B0602020104020603"/>
                <a:cs typeface="Tw Cen MT" panose="020B0602020104020603"/>
              </a:rPr>
              <a:t>ati</a:t>
            </a:r>
            <a:r>
              <a:rPr sz="2400" dirty="0">
                <a:latin typeface="Tw Cen MT" panose="020B0602020104020603"/>
                <a:cs typeface="Tw Cen MT" panose="020B0602020104020603"/>
              </a:rPr>
              <a:t>o</a:t>
            </a:r>
            <a:r>
              <a:rPr sz="2400" spc="-5" dirty="0">
                <a:latin typeface="Tw Cen MT" panose="020B0602020104020603"/>
                <a:cs typeface="Tw Cen MT" panose="020B0602020104020603"/>
              </a:rPr>
              <a:t>n</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indent="-319405">
              <a:spcBef>
                <a:spcPts val="700"/>
              </a:spcBef>
              <a:buClr>
                <a:srgbClr val="DD8046"/>
              </a:buClr>
              <a:buSzPct val="58000"/>
              <a:buFont typeface="Wingdings" panose="05000000000000000000"/>
              <a:buChar char=""/>
              <a:tabLst>
                <a:tab pos="862330" algn="l"/>
              </a:tabLst>
            </a:pPr>
            <a:r>
              <a:rPr sz="2400" spc="-5" dirty="0">
                <a:latin typeface="Tw Cen MT" panose="020B0602020104020603"/>
                <a:cs typeface="Tw Cen MT" panose="020B0602020104020603"/>
              </a:rPr>
              <a:t>the </a:t>
            </a:r>
            <a:r>
              <a:rPr sz="2400" dirty="0">
                <a:latin typeface="Tw Cen MT" panose="020B0602020104020603"/>
                <a:cs typeface="Tw Cen MT" panose="020B0602020104020603"/>
              </a:rPr>
              <a:t>eff</a:t>
            </a:r>
            <a:r>
              <a:rPr sz="2400" spc="-5" dirty="0">
                <a:latin typeface="Tw Cen MT" panose="020B0602020104020603"/>
                <a:cs typeface="Tw Cen MT" panose="020B0602020104020603"/>
              </a:rPr>
              <a:t>ici</a:t>
            </a:r>
            <a:r>
              <a:rPr sz="2400" dirty="0">
                <a:latin typeface="Tw Cen MT" panose="020B0602020104020603"/>
                <a:cs typeface="Tw Cen MT" panose="020B0602020104020603"/>
              </a:rPr>
              <a:t>e</a:t>
            </a:r>
            <a:r>
              <a:rPr sz="2400" spc="-5" dirty="0">
                <a:latin typeface="Tw Cen MT" panose="020B0602020104020603"/>
                <a:cs typeface="Tw Cen MT" panose="020B0602020104020603"/>
              </a:rPr>
              <a:t>n</a:t>
            </a:r>
            <a:r>
              <a:rPr sz="2400" spc="10" dirty="0">
                <a:latin typeface="Tw Cen MT" panose="020B0602020104020603"/>
                <a:cs typeface="Tw Cen MT" panose="020B0602020104020603"/>
              </a:rPr>
              <a:t>c</a:t>
            </a:r>
            <a:r>
              <a:rPr sz="2400" spc="-170" dirty="0">
                <a:latin typeface="Tw Cen MT" panose="020B0602020104020603"/>
                <a:cs typeface="Tw Cen MT" panose="020B0602020104020603"/>
              </a:rPr>
              <a:t>y</a:t>
            </a:r>
            <a:r>
              <a:rPr sz="2400" dirty="0">
                <a:latin typeface="Tw Cen MT" panose="020B0602020104020603"/>
                <a:cs typeface="Tw Cen MT" panose="020B0602020104020603"/>
              </a:rPr>
              <a:t>,</a:t>
            </a:r>
            <a:r>
              <a:rPr sz="2400" spc="-5" dirty="0">
                <a:latin typeface="Tw Cen MT" panose="020B0602020104020603"/>
                <a:cs typeface="Tw Cen MT" panose="020B0602020104020603"/>
              </a:rPr>
              <a:t> </a:t>
            </a:r>
            <a:r>
              <a:rPr sz="2400" dirty="0">
                <a:latin typeface="Tw Cen MT" panose="020B0602020104020603"/>
                <a:cs typeface="Tw Cen MT" panose="020B0602020104020603"/>
              </a:rPr>
              <a:t>se</a:t>
            </a:r>
            <a:r>
              <a:rPr sz="2400" spc="-5" dirty="0">
                <a:latin typeface="Tw Cen MT" panose="020B0602020104020603"/>
                <a:cs typeface="Tw Cen MT" panose="020B0602020104020603"/>
              </a:rPr>
              <a:t>cu</a:t>
            </a:r>
            <a:r>
              <a:rPr sz="2400" dirty="0">
                <a:latin typeface="Tw Cen MT" panose="020B0602020104020603"/>
                <a:cs typeface="Tw Cen MT" panose="020B0602020104020603"/>
              </a:rPr>
              <a:t>r</a:t>
            </a:r>
            <a:r>
              <a:rPr sz="2400" spc="-5" dirty="0">
                <a:latin typeface="Tw Cen MT" panose="020B0602020104020603"/>
                <a:cs typeface="Tw Cen MT" panose="020B0602020104020603"/>
              </a:rPr>
              <a:t>it</a:t>
            </a:r>
            <a:r>
              <a:rPr sz="2400" dirty="0">
                <a:latin typeface="Tw Cen MT" panose="020B0602020104020603"/>
                <a:cs typeface="Tw Cen MT" panose="020B0602020104020603"/>
              </a:rPr>
              <a:t>y</a:t>
            </a:r>
            <a:r>
              <a:rPr sz="2400" spc="-5" dirty="0">
                <a:latin typeface="Tw Cen MT" panose="020B0602020104020603"/>
                <a:cs typeface="Tw Cen MT" panose="020B0602020104020603"/>
              </a:rPr>
              <a:t> and</a:t>
            </a:r>
            <a:r>
              <a:rPr sz="2400" dirty="0">
                <a:latin typeface="Tw Cen MT" panose="020B0602020104020603"/>
                <a:cs typeface="Tw Cen MT" panose="020B0602020104020603"/>
              </a:rPr>
              <a:t> </a:t>
            </a:r>
            <a:r>
              <a:rPr sz="2400" spc="-5" dirty="0">
                <a:latin typeface="Tw Cen MT" panose="020B0602020104020603"/>
                <a:cs typeface="Tw Cen MT" panose="020B0602020104020603"/>
              </a:rPr>
              <a:t>c</a:t>
            </a:r>
            <a:r>
              <a:rPr sz="2400" dirty="0">
                <a:latin typeface="Tw Cen MT" panose="020B0602020104020603"/>
                <a:cs typeface="Tw Cen MT" panose="020B0602020104020603"/>
              </a:rPr>
              <a:t>os</a:t>
            </a:r>
            <a:r>
              <a:rPr sz="2400" spc="-5" dirty="0">
                <a:latin typeface="Tw Cen MT" panose="020B0602020104020603"/>
                <a:cs typeface="Tw Cen MT" panose="020B0602020104020603"/>
              </a:rPr>
              <a:t>t ad</a:t>
            </a:r>
            <a:r>
              <a:rPr sz="2400" spc="-55" dirty="0">
                <a:latin typeface="Tw Cen MT" panose="020B0602020104020603"/>
                <a:cs typeface="Tw Cen MT" panose="020B0602020104020603"/>
              </a:rPr>
              <a:t>v</a:t>
            </a:r>
            <a:r>
              <a:rPr sz="2400" spc="-5" dirty="0">
                <a:latin typeface="Tw Cen MT" panose="020B0602020104020603"/>
                <a:cs typeface="Tw Cen MT" panose="020B0602020104020603"/>
              </a:rPr>
              <a:t>anta</a:t>
            </a:r>
            <a:r>
              <a:rPr sz="2400" spc="-55" dirty="0">
                <a:latin typeface="Tw Cen MT" panose="020B0602020104020603"/>
                <a:cs typeface="Tw Cen MT" panose="020B0602020104020603"/>
              </a:rPr>
              <a:t>g</a:t>
            </a:r>
            <a:r>
              <a:rPr sz="2400" dirty="0">
                <a:latin typeface="Tw Cen MT" panose="020B0602020104020603"/>
                <a:cs typeface="Tw Cen MT" panose="020B0602020104020603"/>
              </a:rPr>
              <a:t>e</a:t>
            </a:r>
            <a:r>
              <a:rPr sz="2400" spc="-25" dirty="0">
                <a:latin typeface="Tw Cen MT" panose="020B0602020104020603"/>
                <a:cs typeface="Tw Cen MT" panose="020B0602020104020603"/>
              </a:rPr>
              <a:t>s</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marR="5080" indent="-319405">
              <a:spcBef>
                <a:spcPts val="700"/>
              </a:spcBef>
              <a:buClr>
                <a:srgbClr val="DD8046"/>
              </a:buClr>
              <a:buSzPct val="60000"/>
              <a:buFont typeface="Wingdings" panose="05000000000000000000"/>
              <a:buChar char=""/>
              <a:tabLst>
                <a:tab pos="862330" algn="l"/>
                <a:tab pos="1453515" algn="l"/>
                <a:tab pos="2950210" algn="l"/>
                <a:tab pos="4106545" algn="l"/>
                <a:tab pos="5067300" algn="l"/>
                <a:tab pos="5608320" algn="l"/>
                <a:tab pos="6860540" algn="l"/>
                <a:tab pos="8321675" algn="l"/>
              </a:tabLst>
            </a:pPr>
            <a:r>
              <a:rPr sz="2400" spc="175" dirty="0">
                <a:latin typeface="Tw Cen MT" panose="020B0602020104020603"/>
                <a:cs typeface="Tw Cen MT" panose="020B0602020104020603"/>
              </a:rPr>
              <a:t>R</a:t>
            </a:r>
            <a:r>
              <a:rPr sz="2400" spc="170" dirty="0">
                <a:latin typeface="Tw Cen MT" panose="020B0602020104020603"/>
                <a:cs typeface="Tw Cen MT" panose="020B0602020104020603"/>
              </a:rPr>
              <a:t>u</a:t>
            </a:r>
            <a:r>
              <a:rPr sz="2400" spc="-5" dirty="0">
                <a:latin typeface="Tw Cen MT" panose="020B0602020104020603"/>
                <a:cs typeface="Tw Cen MT" panose="020B0602020104020603"/>
              </a:rPr>
              <a:t>n</a:t>
            </a:r>
            <a:r>
              <a:rPr sz="2400" dirty="0">
                <a:latin typeface="Tw Cen MT" panose="020B0602020104020603"/>
                <a:cs typeface="Tw Cen MT" panose="020B0602020104020603"/>
              </a:rPr>
              <a:t>	</a:t>
            </a:r>
            <a:r>
              <a:rPr sz="2400" spc="175" dirty="0">
                <a:latin typeface="Tw Cen MT" panose="020B0602020104020603"/>
                <a:cs typeface="Tw Cen MT" panose="020B0602020104020603"/>
              </a:rPr>
              <a:t>o</a:t>
            </a:r>
            <a:r>
              <a:rPr sz="2400" spc="170" dirty="0">
                <a:latin typeface="Tw Cen MT" panose="020B0602020104020603"/>
                <a:cs typeface="Tw Cen MT" panose="020B0602020104020603"/>
              </a:rPr>
              <a:t>p</a:t>
            </a:r>
            <a:r>
              <a:rPr sz="2400" spc="175" dirty="0">
                <a:latin typeface="Tw Cen MT" panose="020B0602020104020603"/>
                <a:cs typeface="Tw Cen MT" panose="020B0602020104020603"/>
              </a:rPr>
              <a:t>e</a:t>
            </a:r>
            <a:r>
              <a:rPr sz="2400" spc="150" dirty="0">
                <a:latin typeface="Tw Cen MT" panose="020B0602020104020603"/>
                <a:cs typeface="Tw Cen MT" panose="020B0602020104020603"/>
              </a:rPr>
              <a:t>r</a:t>
            </a:r>
            <a:r>
              <a:rPr sz="2400" spc="170" dirty="0">
                <a:latin typeface="Tw Cen MT" panose="020B0602020104020603"/>
                <a:cs typeface="Tw Cen MT" panose="020B0602020104020603"/>
              </a:rPr>
              <a:t>atin</a:t>
            </a:r>
            <a:r>
              <a:rPr sz="2400" spc="-5" dirty="0">
                <a:latin typeface="Tw Cen MT" panose="020B0602020104020603"/>
                <a:cs typeface="Tw Cen MT" panose="020B0602020104020603"/>
              </a:rPr>
              <a:t>g</a:t>
            </a:r>
            <a:r>
              <a:rPr sz="2400" dirty="0">
                <a:latin typeface="Tw Cen MT" panose="020B0602020104020603"/>
                <a:cs typeface="Tw Cen MT" panose="020B0602020104020603"/>
              </a:rPr>
              <a:t>	</a:t>
            </a:r>
            <a:r>
              <a:rPr sz="2400" spc="175" dirty="0">
                <a:latin typeface="Tw Cen MT" panose="020B0602020104020603"/>
                <a:cs typeface="Tw Cen MT" panose="020B0602020104020603"/>
              </a:rPr>
              <a:t>sys</a:t>
            </a:r>
            <a:r>
              <a:rPr sz="2400" spc="170" dirty="0">
                <a:latin typeface="Tw Cen MT" panose="020B0602020104020603"/>
                <a:cs typeface="Tw Cen MT" panose="020B0602020104020603"/>
              </a:rPr>
              <a:t>t</a:t>
            </a:r>
            <a:r>
              <a:rPr sz="2400" spc="175" dirty="0">
                <a:latin typeface="Tw Cen MT" panose="020B0602020104020603"/>
                <a:cs typeface="Tw Cen MT" panose="020B0602020104020603"/>
              </a:rPr>
              <a:t>e</a:t>
            </a:r>
            <a:r>
              <a:rPr sz="2400" spc="170" dirty="0">
                <a:latin typeface="Tw Cen MT" panose="020B0602020104020603"/>
                <a:cs typeface="Tw Cen MT" panose="020B0602020104020603"/>
              </a:rPr>
              <a:t>m</a:t>
            </a:r>
            <a:r>
              <a:rPr sz="2400" dirty="0">
                <a:latin typeface="Tw Cen MT" panose="020B0602020104020603"/>
                <a:cs typeface="Tw Cen MT" panose="020B0602020104020603"/>
              </a:rPr>
              <a:t>s	</a:t>
            </a:r>
            <a:r>
              <a:rPr sz="2400" spc="170" dirty="0">
                <a:latin typeface="Tw Cen MT" panose="020B0602020104020603"/>
                <a:cs typeface="Tw Cen MT" panose="020B0602020104020603"/>
              </a:rPr>
              <a:t>wh</a:t>
            </a:r>
            <a:r>
              <a:rPr sz="2400" spc="175" dirty="0">
                <a:latin typeface="Tw Cen MT" panose="020B0602020104020603"/>
                <a:cs typeface="Tw Cen MT" panose="020B0602020104020603"/>
              </a:rPr>
              <a:t>er</a:t>
            </a:r>
            <a:r>
              <a:rPr sz="2400" dirty="0">
                <a:latin typeface="Tw Cen MT" panose="020B0602020104020603"/>
                <a:cs typeface="Tw Cen MT" panose="020B0602020104020603"/>
              </a:rPr>
              <a:t>e	</a:t>
            </a:r>
            <a:r>
              <a:rPr sz="2400" spc="170" dirty="0">
                <a:latin typeface="Tw Cen MT" panose="020B0602020104020603"/>
                <a:cs typeface="Tw Cen MT" panose="020B0602020104020603"/>
              </a:rPr>
              <a:t>th</a:t>
            </a:r>
            <a:r>
              <a:rPr sz="2400" dirty="0">
                <a:latin typeface="Tw Cen MT" panose="020B0602020104020603"/>
                <a:cs typeface="Tw Cen MT" panose="020B0602020104020603"/>
              </a:rPr>
              <a:t>e	</a:t>
            </a:r>
            <a:r>
              <a:rPr sz="2400" spc="170" dirty="0">
                <a:latin typeface="Tw Cen MT" panose="020B0602020104020603"/>
                <a:cs typeface="Tw Cen MT" panose="020B0602020104020603"/>
              </a:rPr>
              <a:t>p</a:t>
            </a:r>
            <a:r>
              <a:rPr sz="2400" spc="120" dirty="0">
                <a:latin typeface="Tw Cen MT" panose="020B0602020104020603"/>
                <a:cs typeface="Tw Cen MT" panose="020B0602020104020603"/>
              </a:rPr>
              <a:t>h</a:t>
            </a:r>
            <a:r>
              <a:rPr sz="2400" spc="175" dirty="0">
                <a:latin typeface="Tw Cen MT" panose="020B0602020104020603"/>
                <a:cs typeface="Tw Cen MT" panose="020B0602020104020603"/>
              </a:rPr>
              <a:t>ys</a:t>
            </a:r>
            <a:r>
              <a:rPr sz="2400" spc="170" dirty="0">
                <a:latin typeface="Tw Cen MT" panose="020B0602020104020603"/>
                <a:cs typeface="Tw Cen MT" panose="020B0602020104020603"/>
              </a:rPr>
              <a:t>ica</a:t>
            </a:r>
            <a:r>
              <a:rPr sz="2400" dirty="0">
                <a:latin typeface="Tw Cen MT" panose="020B0602020104020603"/>
                <a:cs typeface="Tw Cen MT" panose="020B0602020104020603"/>
              </a:rPr>
              <a:t>l	</a:t>
            </a:r>
            <a:r>
              <a:rPr sz="2400" spc="170" dirty="0">
                <a:latin typeface="Tw Cen MT" panose="020B0602020104020603"/>
                <a:cs typeface="Tw Cen MT" panose="020B0602020104020603"/>
              </a:rPr>
              <a:t>ha</a:t>
            </a:r>
            <a:r>
              <a:rPr sz="2400" spc="175" dirty="0">
                <a:latin typeface="Tw Cen MT" panose="020B0602020104020603"/>
                <a:cs typeface="Tw Cen MT" panose="020B0602020104020603"/>
              </a:rPr>
              <a:t>r</a:t>
            </a:r>
            <a:r>
              <a:rPr sz="2400" spc="120" dirty="0">
                <a:latin typeface="Tw Cen MT" panose="020B0602020104020603"/>
                <a:cs typeface="Tw Cen MT" panose="020B0602020104020603"/>
              </a:rPr>
              <a:t>d</a:t>
            </a:r>
            <a:r>
              <a:rPr sz="2400" spc="70" dirty="0">
                <a:latin typeface="Tw Cen MT" panose="020B0602020104020603"/>
                <a:cs typeface="Tw Cen MT" panose="020B0602020104020603"/>
              </a:rPr>
              <a:t>w</a:t>
            </a:r>
            <a:r>
              <a:rPr sz="2400" spc="170" dirty="0">
                <a:latin typeface="Tw Cen MT" panose="020B0602020104020603"/>
                <a:cs typeface="Tw Cen MT" panose="020B0602020104020603"/>
              </a:rPr>
              <a:t>a</a:t>
            </a:r>
            <a:r>
              <a:rPr sz="2400" spc="175" dirty="0">
                <a:latin typeface="Tw Cen MT" panose="020B0602020104020603"/>
                <a:cs typeface="Tw Cen MT" panose="020B0602020104020603"/>
              </a:rPr>
              <a:t>r</a:t>
            </a:r>
            <a:r>
              <a:rPr sz="2400" dirty="0">
                <a:latin typeface="Tw Cen MT" panose="020B0602020104020603"/>
                <a:cs typeface="Tw Cen MT" panose="020B0602020104020603"/>
              </a:rPr>
              <a:t>e	</a:t>
            </a:r>
            <a:r>
              <a:rPr sz="2400" spc="170" dirty="0">
                <a:latin typeface="Tw Cen MT" panose="020B0602020104020603"/>
                <a:cs typeface="Tw Cen MT" panose="020B0602020104020603"/>
              </a:rPr>
              <a:t>i</a:t>
            </a:r>
            <a:r>
              <a:rPr sz="2400" dirty="0">
                <a:latin typeface="Tw Cen MT" panose="020B0602020104020603"/>
                <a:cs typeface="Tw Cen MT" panose="020B0602020104020603"/>
              </a:rPr>
              <a:t>s </a:t>
            </a:r>
            <a:r>
              <a:rPr sz="2400" spc="-5" dirty="0">
                <a:latin typeface="Tw Cen MT" panose="020B0602020104020603"/>
                <a:cs typeface="Tw Cen MT" panose="020B0602020104020603"/>
              </a:rPr>
              <a:t>una</a:t>
            </a:r>
            <a:r>
              <a:rPr sz="2400" spc="-55" dirty="0">
                <a:latin typeface="Tw Cen MT" panose="020B0602020104020603"/>
                <a:cs typeface="Tw Cen MT" panose="020B0602020104020603"/>
              </a:rPr>
              <a:t>v</a:t>
            </a:r>
            <a:r>
              <a:rPr sz="2400" spc="-5" dirty="0">
                <a:latin typeface="Tw Cen MT" panose="020B0602020104020603"/>
                <a:cs typeface="Tw Cen MT" panose="020B0602020104020603"/>
              </a:rPr>
              <a:t>ailabl</a:t>
            </a:r>
            <a:r>
              <a:rPr sz="2400" spc="-25" dirty="0">
                <a:latin typeface="Tw Cen MT" panose="020B0602020104020603"/>
                <a:cs typeface="Tw Cen MT" panose="020B0602020104020603"/>
              </a:rPr>
              <a:t>e</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indent="-319405">
              <a:spcBef>
                <a:spcPts val="700"/>
              </a:spcBef>
              <a:buClr>
                <a:srgbClr val="DD8046"/>
              </a:buClr>
              <a:buSzPct val="60000"/>
              <a:buFont typeface="Wingdings" panose="05000000000000000000"/>
              <a:buChar char=""/>
              <a:tabLst>
                <a:tab pos="862330" algn="l"/>
              </a:tabLst>
            </a:pPr>
            <a:r>
              <a:rPr sz="2400" spc="-5" dirty="0">
                <a:latin typeface="Tw Cen MT" panose="020B0602020104020603"/>
                <a:cs typeface="Tw Cen MT" panose="020B0602020104020603"/>
              </a:rPr>
              <a:t>Easi</a:t>
            </a:r>
            <a:r>
              <a:rPr sz="2400" dirty="0">
                <a:latin typeface="Tw Cen MT" panose="020B0602020104020603"/>
                <a:cs typeface="Tw Cen MT" panose="020B0602020104020603"/>
              </a:rPr>
              <a:t>er</a:t>
            </a:r>
            <a:r>
              <a:rPr sz="2400" spc="-5" dirty="0">
                <a:latin typeface="Tw Cen MT" panose="020B0602020104020603"/>
                <a:cs typeface="Tw Cen MT" panose="020B0602020104020603"/>
              </a:rPr>
              <a:t> t</a:t>
            </a:r>
            <a:r>
              <a:rPr sz="2400" dirty="0">
                <a:latin typeface="Tw Cen MT" panose="020B0602020104020603"/>
                <a:cs typeface="Tw Cen MT" panose="020B0602020104020603"/>
              </a:rPr>
              <a:t>o</a:t>
            </a:r>
            <a:r>
              <a:rPr sz="2400" spc="-5" dirty="0">
                <a:latin typeface="Tw Cen MT" panose="020B0602020104020603"/>
                <a:cs typeface="Tw Cen MT" panose="020B0602020104020603"/>
              </a:rPr>
              <a:t> c</a:t>
            </a:r>
            <a:r>
              <a:rPr sz="2400" dirty="0">
                <a:latin typeface="Tw Cen MT" panose="020B0602020104020603"/>
                <a:cs typeface="Tw Cen MT" panose="020B0602020104020603"/>
              </a:rPr>
              <a:t>re</a:t>
            </a:r>
            <a:r>
              <a:rPr sz="2400" spc="-5" dirty="0">
                <a:latin typeface="Tw Cen MT" panose="020B0602020104020603"/>
                <a:cs typeface="Tw Cen MT" panose="020B0602020104020603"/>
              </a:rPr>
              <a:t>at</a:t>
            </a:r>
            <a:r>
              <a:rPr sz="2400" dirty="0">
                <a:latin typeface="Tw Cen MT" panose="020B0602020104020603"/>
                <a:cs typeface="Tw Cen MT" panose="020B0602020104020603"/>
              </a:rPr>
              <a:t>e</a:t>
            </a:r>
            <a:r>
              <a:rPr sz="2400" spc="-5" dirty="0">
                <a:latin typeface="Tw Cen MT" panose="020B0602020104020603"/>
                <a:cs typeface="Tw Cen MT" panose="020B0602020104020603"/>
              </a:rPr>
              <a:t> n</a:t>
            </a:r>
            <a:r>
              <a:rPr sz="2400" spc="-50" dirty="0">
                <a:latin typeface="Tw Cen MT" panose="020B0602020104020603"/>
                <a:cs typeface="Tw Cen MT" panose="020B0602020104020603"/>
              </a:rPr>
              <a:t>e</a:t>
            </a:r>
            <a:r>
              <a:rPr sz="2400" spc="-5" dirty="0">
                <a:latin typeface="Tw Cen MT" panose="020B0602020104020603"/>
                <a:cs typeface="Tw Cen MT" panose="020B0602020104020603"/>
              </a:rPr>
              <a:t>w ma</a:t>
            </a:r>
            <a:r>
              <a:rPr sz="2400" spc="85" dirty="0">
                <a:latin typeface="Tw Cen MT" panose="020B0602020104020603"/>
                <a:cs typeface="Tw Cen MT" panose="020B0602020104020603"/>
              </a:rPr>
              <a:t>c</a:t>
            </a:r>
            <a:r>
              <a:rPr sz="2400" spc="-5" dirty="0">
                <a:latin typeface="Tw Cen MT" panose="020B0602020104020603"/>
                <a:cs typeface="Tw Cen MT" panose="020B0602020104020603"/>
              </a:rPr>
              <a:t>hin</a:t>
            </a:r>
            <a:r>
              <a:rPr sz="2400" dirty="0">
                <a:latin typeface="Tw Cen MT" panose="020B0602020104020603"/>
                <a:cs typeface="Tw Cen MT" panose="020B0602020104020603"/>
              </a:rPr>
              <a:t>e</a:t>
            </a:r>
            <a:r>
              <a:rPr sz="2400" spc="-50" dirty="0">
                <a:latin typeface="Tw Cen MT" panose="020B0602020104020603"/>
                <a:cs typeface="Tw Cen MT" panose="020B0602020104020603"/>
              </a:rPr>
              <a:t>s</a:t>
            </a:r>
            <a:r>
              <a:rPr sz="2400" dirty="0">
                <a:latin typeface="Tw Cen MT" panose="020B0602020104020603"/>
                <a:cs typeface="Tw Cen MT" panose="020B0602020104020603"/>
              </a:rPr>
              <a:t>,</a:t>
            </a:r>
            <a:r>
              <a:rPr sz="2400" spc="-5" dirty="0">
                <a:latin typeface="Tw Cen MT" panose="020B0602020104020603"/>
                <a:cs typeface="Tw Cen MT" panose="020B0602020104020603"/>
              </a:rPr>
              <a:t> ba</a:t>
            </a:r>
            <a:r>
              <a:rPr sz="2400" spc="35" dirty="0">
                <a:latin typeface="Tw Cen MT" panose="020B0602020104020603"/>
                <a:cs typeface="Tw Cen MT" panose="020B0602020104020603"/>
              </a:rPr>
              <a:t>c</a:t>
            </a:r>
            <a:r>
              <a:rPr sz="2400" spc="-5" dirty="0">
                <a:latin typeface="Tw Cen MT" panose="020B0602020104020603"/>
                <a:cs typeface="Tw Cen MT" panose="020B0602020104020603"/>
              </a:rPr>
              <a:t>kup</a:t>
            </a:r>
            <a:r>
              <a:rPr sz="2400" dirty="0">
                <a:latin typeface="Tw Cen MT" panose="020B0602020104020603"/>
                <a:cs typeface="Tw Cen MT" panose="020B0602020104020603"/>
              </a:rPr>
              <a:t> </a:t>
            </a:r>
            <a:r>
              <a:rPr sz="2400" spc="-5" dirty="0">
                <a:latin typeface="Tw Cen MT" panose="020B0602020104020603"/>
                <a:cs typeface="Tw Cen MT" panose="020B0602020104020603"/>
              </a:rPr>
              <a:t>ma</a:t>
            </a:r>
            <a:r>
              <a:rPr sz="2400" spc="85" dirty="0">
                <a:latin typeface="Tw Cen MT" panose="020B0602020104020603"/>
                <a:cs typeface="Tw Cen MT" panose="020B0602020104020603"/>
              </a:rPr>
              <a:t>c</a:t>
            </a:r>
            <a:r>
              <a:rPr sz="2400" spc="-5" dirty="0">
                <a:latin typeface="Tw Cen MT" panose="020B0602020104020603"/>
                <a:cs typeface="Tw Cen MT" panose="020B0602020104020603"/>
              </a:rPr>
              <a:t>hin</a:t>
            </a:r>
            <a:r>
              <a:rPr sz="2400" dirty="0">
                <a:latin typeface="Tw Cen MT" panose="020B0602020104020603"/>
                <a:cs typeface="Tw Cen MT" panose="020B0602020104020603"/>
              </a:rPr>
              <a:t>e</a:t>
            </a:r>
            <a:r>
              <a:rPr sz="2400" spc="-50" dirty="0">
                <a:latin typeface="Tw Cen MT" panose="020B0602020104020603"/>
                <a:cs typeface="Tw Cen MT" panose="020B0602020104020603"/>
              </a:rPr>
              <a:t>s</a:t>
            </a:r>
            <a:r>
              <a:rPr sz="2400" dirty="0">
                <a:latin typeface="Tw Cen MT" panose="020B0602020104020603"/>
                <a:cs typeface="Tw Cen MT" panose="020B0602020104020603"/>
              </a:rPr>
              <a:t>,</a:t>
            </a:r>
            <a:r>
              <a:rPr sz="2400" spc="-5" dirty="0">
                <a:latin typeface="Tw Cen MT" panose="020B0602020104020603"/>
                <a:cs typeface="Tw Cen MT" panose="020B0602020104020603"/>
              </a:rPr>
              <a:t> </a:t>
            </a:r>
            <a:r>
              <a:rPr sz="2400" dirty="0">
                <a:latin typeface="Tw Cen MT" panose="020B0602020104020603"/>
                <a:cs typeface="Tw Cen MT" panose="020B0602020104020603"/>
              </a:rPr>
              <a:t>e</a:t>
            </a:r>
            <a:r>
              <a:rPr sz="2400" spc="-5" dirty="0">
                <a:latin typeface="Tw Cen MT" panose="020B0602020104020603"/>
                <a:cs typeface="Tw Cen MT" panose="020B0602020104020603"/>
              </a:rPr>
              <a:t>tc</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marR="13970" indent="-319405">
              <a:spcBef>
                <a:spcPts val="700"/>
              </a:spcBef>
              <a:buClr>
                <a:srgbClr val="DD8046"/>
              </a:buClr>
              <a:buSzPct val="60000"/>
              <a:buFont typeface="Wingdings" panose="05000000000000000000"/>
              <a:buChar char=""/>
              <a:tabLst>
                <a:tab pos="862330" algn="l"/>
              </a:tabLst>
            </a:pPr>
            <a:r>
              <a:rPr sz="2400" dirty="0">
                <a:latin typeface="Tw Cen MT" panose="020B0602020104020603"/>
                <a:cs typeface="Tw Cen MT" panose="020B0602020104020603"/>
              </a:rPr>
              <a:t>Sof</a:t>
            </a:r>
            <a:r>
              <a:rPr sz="2400" spc="-5" dirty="0">
                <a:latin typeface="Tw Cen MT" panose="020B0602020104020603"/>
                <a:cs typeface="Tw Cen MT" panose="020B0602020104020603"/>
              </a:rPr>
              <a:t>t</a:t>
            </a:r>
            <a:r>
              <a:rPr sz="2400" spc="-105" dirty="0">
                <a:latin typeface="Tw Cen MT" panose="020B0602020104020603"/>
                <a:cs typeface="Tw Cen MT" panose="020B0602020104020603"/>
              </a:rPr>
              <a:t>w</a:t>
            </a:r>
            <a:r>
              <a:rPr sz="2400" spc="-5" dirty="0">
                <a:latin typeface="Tw Cen MT" panose="020B0602020104020603"/>
                <a:cs typeface="Tw Cen MT" panose="020B0602020104020603"/>
              </a:rPr>
              <a:t>a</a:t>
            </a:r>
            <a:r>
              <a:rPr sz="2400" dirty="0">
                <a:latin typeface="Tw Cen MT" panose="020B0602020104020603"/>
                <a:cs typeface="Tw Cen MT" panose="020B0602020104020603"/>
              </a:rPr>
              <a:t>re</a:t>
            </a:r>
            <a:r>
              <a:rPr sz="2400" spc="-5" dirty="0">
                <a:latin typeface="Tw Cen MT" panose="020B0602020104020603"/>
                <a:cs typeface="Tw Cen MT" panose="020B0602020104020603"/>
              </a:rPr>
              <a:t> t</a:t>
            </a:r>
            <a:r>
              <a:rPr sz="2400" dirty="0">
                <a:latin typeface="Tw Cen MT" panose="020B0602020104020603"/>
                <a:cs typeface="Tw Cen MT" panose="020B0602020104020603"/>
              </a:rPr>
              <a:t>es</a:t>
            </a:r>
            <a:r>
              <a:rPr sz="2400" spc="-5" dirty="0">
                <a:latin typeface="Tw Cen MT" panose="020B0602020104020603"/>
                <a:cs typeface="Tw Cen MT" panose="020B0602020104020603"/>
              </a:rPr>
              <a:t>ting</a:t>
            </a:r>
            <a:r>
              <a:rPr sz="2400" dirty="0">
                <a:latin typeface="Tw Cen MT" panose="020B0602020104020603"/>
                <a:cs typeface="Tw Cen MT" panose="020B0602020104020603"/>
              </a:rPr>
              <a:t> </a:t>
            </a:r>
            <a:r>
              <a:rPr sz="2400" spc="-5" dirty="0">
                <a:latin typeface="Tw Cen MT" panose="020B0602020104020603"/>
                <a:cs typeface="Tw Cen MT" panose="020B0602020104020603"/>
              </a:rPr>
              <a:t>u</a:t>
            </a:r>
            <a:r>
              <a:rPr sz="2400" dirty="0">
                <a:latin typeface="Tw Cen MT" panose="020B0602020104020603"/>
                <a:cs typeface="Tw Cen MT" panose="020B0602020104020603"/>
              </a:rPr>
              <a:t>s</a:t>
            </a:r>
            <a:r>
              <a:rPr sz="2400" spc="-5" dirty="0">
                <a:latin typeface="Tw Cen MT" panose="020B0602020104020603"/>
                <a:cs typeface="Tw Cen MT" panose="020B0602020104020603"/>
              </a:rPr>
              <a:t>ing</a:t>
            </a:r>
            <a:r>
              <a:rPr sz="2400" dirty="0">
                <a:latin typeface="Tw Cen MT" panose="020B0602020104020603"/>
                <a:cs typeface="Tw Cen MT" panose="020B0602020104020603"/>
              </a:rPr>
              <a:t> </a:t>
            </a:r>
            <a:r>
              <a:rPr sz="2400" spc="-5" dirty="0">
                <a:latin typeface="Tw Cen MT" panose="020B0602020104020603"/>
                <a:cs typeface="Tw Cen MT" panose="020B0602020104020603"/>
              </a:rPr>
              <a:t>“cl</a:t>
            </a:r>
            <a:r>
              <a:rPr sz="2400" dirty="0">
                <a:latin typeface="Tw Cen MT" panose="020B0602020104020603"/>
                <a:cs typeface="Tw Cen MT" panose="020B0602020104020603"/>
              </a:rPr>
              <a:t>e</a:t>
            </a:r>
            <a:r>
              <a:rPr sz="2400" spc="-5" dirty="0">
                <a:latin typeface="Tw Cen MT" panose="020B0602020104020603"/>
                <a:cs typeface="Tw Cen MT" panose="020B0602020104020603"/>
              </a:rPr>
              <a:t>an”</a:t>
            </a:r>
            <a:r>
              <a:rPr sz="2400" dirty="0">
                <a:latin typeface="Tw Cen MT" panose="020B0602020104020603"/>
                <a:cs typeface="Tw Cen MT" panose="020B0602020104020603"/>
              </a:rPr>
              <a:t> </a:t>
            </a:r>
            <a:r>
              <a:rPr sz="2400" spc="-5" dirty="0">
                <a:latin typeface="Tw Cen MT" panose="020B0602020104020603"/>
                <a:cs typeface="Tw Cen MT" panose="020B0602020104020603"/>
              </a:rPr>
              <a:t>in</a:t>
            </a:r>
            <a:r>
              <a:rPr sz="2400" dirty="0">
                <a:latin typeface="Tw Cen MT" panose="020B0602020104020603"/>
                <a:cs typeface="Tw Cen MT" panose="020B0602020104020603"/>
              </a:rPr>
              <a:t>s</a:t>
            </a:r>
            <a:r>
              <a:rPr sz="2400" spc="-5" dirty="0">
                <a:latin typeface="Tw Cen MT" panose="020B0602020104020603"/>
                <a:cs typeface="Tw Cen MT" panose="020B0602020104020603"/>
              </a:rPr>
              <a:t>tall</a:t>
            </a:r>
            <a:r>
              <a:rPr sz="2400" dirty="0">
                <a:latin typeface="Tw Cen MT" panose="020B0602020104020603"/>
                <a:cs typeface="Tw Cen MT" panose="020B0602020104020603"/>
              </a:rPr>
              <a:t>s</a:t>
            </a:r>
            <a:r>
              <a:rPr sz="2400" spc="-5" dirty="0">
                <a:latin typeface="Tw Cen MT" panose="020B0602020104020603"/>
                <a:cs typeface="Tw Cen MT" panose="020B0602020104020603"/>
              </a:rPr>
              <a:t> </a:t>
            </a:r>
            <a:r>
              <a:rPr sz="2400" dirty="0">
                <a:latin typeface="Tw Cen MT" panose="020B0602020104020603"/>
                <a:cs typeface="Tw Cen MT" panose="020B0602020104020603"/>
              </a:rPr>
              <a:t>of</a:t>
            </a:r>
            <a:r>
              <a:rPr sz="2400" spc="65" dirty="0">
                <a:latin typeface="Tw Cen MT" panose="020B0602020104020603"/>
                <a:cs typeface="Tw Cen MT" panose="020B0602020104020603"/>
              </a:rPr>
              <a:t> </a:t>
            </a:r>
            <a:r>
              <a:rPr sz="2400" dirty="0">
                <a:latin typeface="Tw Cen MT" panose="020B0602020104020603"/>
                <a:cs typeface="Tw Cen MT" panose="020B0602020104020603"/>
              </a:rPr>
              <a:t>o</a:t>
            </a:r>
            <a:r>
              <a:rPr sz="2400" spc="-5" dirty="0">
                <a:latin typeface="Tw Cen MT" panose="020B0602020104020603"/>
                <a:cs typeface="Tw Cen MT" panose="020B0602020104020603"/>
              </a:rPr>
              <a:t>p</a:t>
            </a:r>
            <a:r>
              <a:rPr sz="2400" dirty="0">
                <a:latin typeface="Tw Cen MT" panose="020B0602020104020603"/>
                <a:cs typeface="Tw Cen MT" panose="020B0602020104020603"/>
              </a:rPr>
              <a:t>e</a:t>
            </a:r>
            <a:r>
              <a:rPr sz="2400" spc="-25" dirty="0">
                <a:latin typeface="Tw Cen MT" panose="020B0602020104020603"/>
                <a:cs typeface="Tw Cen MT" panose="020B0602020104020603"/>
              </a:rPr>
              <a:t>r</a:t>
            </a:r>
            <a:r>
              <a:rPr sz="2400" spc="-5" dirty="0">
                <a:latin typeface="Tw Cen MT" panose="020B0602020104020603"/>
                <a:cs typeface="Tw Cen MT" panose="020B0602020104020603"/>
              </a:rPr>
              <a:t>ating</a:t>
            </a:r>
            <a:r>
              <a:rPr sz="2400" dirty="0">
                <a:latin typeface="Tw Cen MT" panose="020B0602020104020603"/>
                <a:cs typeface="Tw Cen MT" panose="020B0602020104020603"/>
              </a:rPr>
              <a:t> sys</a:t>
            </a:r>
            <a:r>
              <a:rPr sz="2400" spc="-5" dirty="0">
                <a:latin typeface="Tw Cen MT" panose="020B0602020104020603"/>
                <a:cs typeface="Tw Cen MT" panose="020B0602020104020603"/>
              </a:rPr>
              <a:t>t</a:t>
            </a:r>
            <a:r>
              <a:rPr sz="2400" dirty="0">
                <a:latin typeface="Tw Cen MT" panose="020B0602020104020603"/>
                <a:cs typeface="Tw Cen MT" panose="020B0602020104020603"/>
              </a:rPr>
              <a:t>e</a:t>
            </a:r>
            <a:r>
              <a:rPr sz="2400" spc="-5" dirty="0">
                <a:latin typeface="Tw Cen MT" panose="020B0602020104020603"/>
                <a:cs typeface="Tw Cen MT" panose="020B0602020104020603"/>
              </a:rPr>
              <a:t>m</a:t>
            </a:r>
            <a:r>
              <a:rPr sz="2400" dirty="0">
                <a:latin typeface="Tw Cen MT" panose="020B0602020104020603"/>
                <a:cs typeface="Tw Cen MT" panose="020B0602020104020603"/>
              </a:rPr>
              <a:t>s</a:t>
            </a:r>
            <a:r>
              <a:rPr sz="2400" spc="-5" dirty="0">
                <a:latin typeface="Tw Cen MT" panose="020B0602020104020603"/>
                <a:cs typeface="Tw Cen MT" panose="020B0602020104020603"/>
              </a:rPr>
              <a:t> and </a:t>
            </a:r>
            <a:r>
              <a:rPr sz="2400" dirty="0">
                <a:latin typeface="Tw Cen MT" panose="020B0602020104020603"/>
                <a:cs typeface="Tw Cen MT" panose="020B0602020104020603"/>
              </a:rPr>
              <a:t>sof</a:t>
            </a:r>
            <a:r>
              <a:rPr sz="2400" spc="-5" dirty="0">
                <a:latin typeface="Tw Cen MT" panose="020B0602020104020603"/>
                <a:cs typeface="Tw Cen MT" panose="020B0602020104020603"/>
              </a:rPr>
              <a:t>t</a:t>
            </a:r>
            <a:r>
              <a:rPr sz="2400" spc="-105" dirty="0">
                <a:latin typeface="Tw Cen MT" panose="020B0602020104020603"/>
                <a:cs typeface="Tw Cen MT" panose="020B0602020104020603"/>
              </a:rPr>
              <a:t>w</a:t>
            </a:r>
            <a:r>
              <a:rPr sz="2400" spc="-5" dirty="0">
                <a:latin typeface="Tw Cen MT" panose="020B0602020104020603"/>
                <a:cs typeface="Tw Cen MT" panose="020B0602020104020603"/>
              </a:rPr>
              <a:t>a</a:t>
            </a:r>
            <a:r>
              <a:rPr sz="2400" dirty="0">
                <a:latin typeface="Tw Cen MT" panose="020B0602020104020603"/>
                <a:cs typeface="Tw Cen MT" panose="020B0602020104020603"/>
              </a:rPr>
              <a:t>re</a:t>
            </a:r>
            <a:endParaRPr sz="2400">
              <a:latin typeface="Tw Cen MT" panose="020B0602020104020603"/>
              <a:cs typeface="Tw Cen MT" panose="020B0602020104020603"/>
            </a:endParaRPr>
          </a:p>
          <a:p>
            <a:pPr marL="861695" indent="-319405">
              <a:spcBef>
                <a:spcPts val="700"/>
              </a:spcBef>
              <a:buClr>
                <a:srgbClr val="DD8046"/>
              </a:buClr>
              <a:buSzPct val="58000"/>
              <a:buFont typeface="Wingdings" panose="05000000000000000000"/>
              <a:buChar char=""/>
              <a:tabLst>
                <a:tab pos="862330" algn="l"/>
              </a:tabLst>
            </a:pPr>
            <a:r>
              <a:rPr sz="2400" spc="-5" dirty="0">
                <a:latin typeface="Tw Cen MT" panose="020B0602020104020603"/>
                <a:cs typeface="Tw Cen MT" panose="020B0602020104020603"/>
              </a:rPr>
              <a:t>E</a:t>
            </a:r>
            <a:r>
              <a:rPr sz="2400" spc="35" dirty="0">
                <a:latin typeface="Tw Cen MT" panose="020B0602020104020603"/>
                <a:cs typeface="Tw Cen MT" panose="020B0602020104020603"/>
              </a:rPr>
              <a:t>m</a:t>
            </a:r>
            <a:r>
              <a:rPr sz="2400" spc="-5" dirty="0">
                <a:latin typeface="Tw Cen MT" panose="020B0602020104020603"/>
                <a:cs typeface="Tw Cen MT" panose="020B0602020104020603"/>
              </a:rPr>
              <a:t>ulat</a:t>
            </a:r>
            <a:r>
              <a:rPr sz="2400" dirty="0">
                <a:latin typeface="Tw Cen MT" panose="020B0602020104020603"/>
                <a:cs typeface="Tw Cen MT" panose="020B0602020104020603"/>
              </a:rPr>
              <a:t>e</a:t>
            </a:r>
            <a:r>
              <a:rPr sz="2400" spc="-5" dirty="0">
                <a:latin typeface="Tw Cen MT" panose="020B0602020104020603"/>
                <a:cs typeface="Tw Cen MT" panose="020B0602020104020603"/>
              </a:rPr>
              <a:t> m</a:t>
            </a:r>
            <a:r>
              <a:rPr sz="2400" dirty="0">
                <a:latin typeface="Tw Cen MT" panose="020B0602020104020603"/>
                <a:cs typeface="Tw Cen MT" panose="020B0602020104020603"/>
              </a:rPr>
              <a:t>ore</a:t>
            </a:r>
            <a:r>
              <a:rPr sz="2400" spc="-5" dirty="0">
                <a:latin typeface="Tw Cen MT" panose="020B0602020104020603"/>
                <a:cs typeface="Tw Cen MT" panose="020B0602020104020603"/>
              </a:rPr>
              <a:t> ma</a:t>
            </a:r>
            <a:r>
              <a:rPr sz="2400" spc="85" dirty="0">
                <a:latin typeface="Tw Cen MT" panose="020B0602020104020603"/>
                <a:cs typeface="Tw Cen MT" panose="020B0602020104020603"/>
              </a:rPr>
              <a:t>c</a:t>
            </a:r>
            <a:r>
              <a:rPr sz="2400" spc="-5" dirty="0">
                <a:latin typeface="Tw Cen MT" panose="020B0602020104020603"/>
                <a:cs typeface="Tw Cen MT" panose="020B0602020104020603"/>
              </a:rPr>
              <a:t>hin</a:t>
            </a:r>
            <a:r>
              <a:rPr sz="2400" dirty="0">
                <a:latin typeface="Tw Cen MT" panose="020B0602020104020603"/>
                <a:cs typeface="Tw Cen MT" panose="020B0602020104020603"/>
              </a:rPr>
              <a:t>es</a:t>
            </a:r>
            <a:r>
              <a:rPr sz="2400" spc="-5" dirty="0">
                <a:latin typeface="Tw Cen MT" panose="020B0602020104020603"/>
                <a:cs typeface="Tw Cen MT" panose="020B0602020104020603"/>
              </a:rPr>
              <a:t> than a</a:t>
            </a:r>
            <a:r>
              <a:rPr sz="2400" dirty="0">
                <a:latin typeface="Tw Cen MT" panose="020B0602020104020603"/>
                <a:cs typeface="Tw Cen MT" panose="020B0602020104020603"/>
              </a:rPr>
              <a:t>re</a:t>
            </a:r>
            <a:r>
              <a:rPr sz="2400" spc="-5" dirty="0">
                <a:latin typeface="Tw Cen MT" panose="020B0602020104020603"/>
                <a:cs typeface="Tw Cen MT" panose="020B0602020104020603"/>
              </a:rPr>
              <a:t> p</a:t>
            </a:r>
            <a:r>
              <a:rPr sz="2400" spc="-55" dirty="0">
                <a:latin typeface="Tw Cen MT" panose="020B0602020104020603"/>
                <a:cs typeface="Tw Cen MT" panose="020B0602020104020603"/>
              </a:rPr>
              <a:t>h</a:t>
            </a:r>
            <a:r>
              <a:rPr sz="2400" dirty="0">
                <a:latin typeface="Tw Cen MT" panose="020B0602020104020603"/>
                <a:cs typeface="Tw Cen MT" panose="020B0602020104020603"/>
              </a:rPr>
              <a:t>ys</a:t>
            </a:r>
            <a:r>
              <a:rPr sz="2400" spc="-5" dirty="0">
                <a:latin typeface="Tw Cen MT" panose="020B0602020104020603"/>
                <a:cs typeface="Tw Cen MT" panose="020B0602020104020603"/>
              </a:rPr>
              <a:t>icall</a:t>
            </a:r>
            <a:r>
              <a:rPr sz="2400" dirty="0">
                <a:latin typeface="Tw Cen MT" panose="020B0602020104020603"/>
                <a:cs typeface="Tw Cen MT" panose="020B0602020104020603"/>
              </a:rPr>
              <a:t>y</a:t>
            </a:r>
            <a:r>
              <a:rPr sz="2400" spc="-5" dirty="0">
                <a:latin typeface="Tw Cen MT" panose="020B0602020104020603"/>
                <a:cs typeface="Tw Cen MT" panose="020B0602020104020603"/>
              </a:rPr>
              <a:t> a</a:t>
            </a:r>
            <a:r>
              <a:rPr sz="2400" spc="-55" dirty="0">
                <a:latin typeface="Tw Cen MT" panose="020B0602020104020603"/>
                <a:cs typeface="Tw Cen MT" panose="020B0602020104020603"/>
              </a:rPr>
              <a:t>v</a:t>
            </a:r>
            <a:r>
              <a:rPr sz="2400" spc="-5" dirty="0">
                <a:latin typeface="Tw Cen MT" panose="020B0602020104020603"/>
                <a:cs typeface="Tw Cen MT" panose="020B0602020104020603"/>
              </a:rPr>
              <a:t>ailabl</a:t>
            </a:r>
            <a:r>
              <a:rPr sz="2400" spc="-25" dirty="0">
                <a:latin typeface="Tw Cen MT" panose="020B0602020104020603"/>
                <a:cs typeface="Tw Cen MT" panose="020B0602020104020603"/>
              </a:rPr>
              <a:t>e</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indent="-319405">
              <a:spcBef>
                <a:spcPts val="700"/>
              </a:spcBef>
              <a:buClr>
                <a:srgbClr val="DD8046"/>
              </a:buClr>
              <a:buSzPct val="60000"/>
              <a:buFont typeface="Wingdings" panose="05000000000000000000"/>
              <a:buChar char=""/>
              <a:tabLst>
                <a:tab pos="862330" algn="l"/>
              </a:tabLst>
            </a:pPr>
            <a:r>
              <a:rPr sz="2400" spc="-5" dirty="0">
                <a:latin typeface="Tw Cen MT" panose="020B0602020104020603"/>
                <a:cs typeface="Tw Cen MT" panose="020B0602020104020603"/>
              </a:rPr>
              <a:t>Tim</a:t>
            </a:r>
            <a:r>
              <a:rPr sz="2400" dirty="0">
                <a:latin typeface="Tw Cen MT" panose="020B0602020104020603"/>
                <a:cs typeface="Tw Cen MT" panose="020B0602020104020603"/>
              </a:rPr>
              <a:t>es</a:t>
            </a:r>
            <a:r>
              <a:rPr sz="2400" spc="-5" dirty="0">
                <a:latin typeface="Tw Cen MT" panose="020B0602020104020603"/>
                <a:cs typeface="Tw Cen MT" panose="020B0602020104020603"/>
              </a:rPr>
              <a:t>ha</a:t>
            </a:r>
            <a:r>
              <a:rPr sz="2400" dirty="0">
                <a:latin typeface="Tw Cen MT" panose="020B0602020104020603"/>
                <a:cs typeface="Tw Cen MT" panose="020B0602020104020603"/>
              </a:rPr>
              <a:t>re</a:t>
            </a:r>
            <a:r>
              <a:rPr sz="2400" spc="-5" dirty="0">
                <a:latin typeface="Tw Cen MT" panose="020B0602020104020603"/>
                <a:cs typeface="Tw Cen MT" panose="020B0602020104020603"/>
              </a:rPr>
              <a:t> lightl</a:t>
            </a:r>
            <a:r>
              <a:rPr sz="2400" dirty="0">
                <a:latin typeface="Tw Cen MT" panose="020B0602020104020603"/>
                <a:cs typeface="Tw Cen MT" panose="020B0602020104020603"/>
              </a:rPr>
              <a:t>y</a:t>
            </a:r>
            <a:r>
              <a:rPr sz="2400" spc="-5" dirty="0">
                <a:latin typeface="Tw Cen MT" panose="020B0602020104020603"/>
                <a:cs typeface="Tw Cen MT" panose="020B0602020104020603"/>
              </a:rPr>
              <a:t> l</a:t>
            </a:r>
            <a:r>
              <a:rPr sz="2400" dirty="0">
                <a:latin typeface="Tw Cen MT" panose="020B0602020104020603"/>
                <a:cs typeface="Tw Cen MT" panose="020B0602020104020603"/>
              </a:rPr>
              <a:t>o</a:t>
            </a:r>
            <a:r>
              <a:rPr sz="2400" spc="-5" dirty="0">
                <a:latin typeface="Tw Cen MT" panose="020B0602020104020603"/>
                <a:cs typeface="Tw Cen MT" panose="020B0602020104020603"/>
              </a:rPr>
              <a:t>ad</a:t>
            </a:r>
            <a:r>
              <a:rPr sz="2400" dirty="0">
                <a:latin typeface="Tw Cen MT" panose="020B0602020104020603"/>
                <a:cs typeface="Tw Cen MT" panose="020B0602020104020603"/>
              </a:rPr>
              <a:t>e</a:t>
            </a:r>
            <a:r>
              <a:rPr sz="2400" spc="-5" dirty="0">
                <a:latin typeface="Tw Cen MT" panose="020B0602020104020603"/>
                <a:cs typeface="Tw Cen MT" panose="020B0602020104020603"/>
              </a:rPr>
              <a:t>d</a:t>
            </a:r>
            <a:r>
              <a:rPr sz="2400" dirty="0">
                <a:latin typeface="Tw Cen MT" panose="020B0602020104020603"/>
                <a:cs typeface="Tw Cen MT" panose="020B0602020104020603"/>
              </a:rPr>
              <a:t> sys</a:t>
            </a:r>
            <a:r>
              <a:rPr sz="2400" spc="-5" dirty="0">
                <a:latin typeface="Tw Cen MT" panose="020B0602020104020603"/>
                <a:cs typeface="Tw Cen MT" panose="020B0602020104020603"/>
              </a:rPr>
              <a:t>t</a:t>
            </a:r>
            <a:r>
              <a:rPr sz="2400" dirty="0">
                <a:latin typeface="Tw Cen MT" panose="020B0602020104020603"/>
                <a:cs typeface="Tw Cen MT" panose="020B0602020104020603"/>
              </a:rPr>
              <a:t>e</a:t>
            </a:r>
            <a:r>
              <a:rPr sz="2400" spc="-5" dirty="0">
                <a:latin typeface="Tw Cen MT" panose="020B0602020104020603"/>
                <a:cs typeface="Tw Cen MT" panose="020B0602020104020603"/>
              </a:rPr>
              <a:t>m</a:t>
            </a:r>
            <a:r>
              <a:rPr sz="2400" dirty="0">
                <a:latin typeface="Tw Cen MT" panose="020B0602020104020603"/>
                <a:cs typeface="Tw Cen MT" panose="020B0602020104020603"/>
              </a:rPr>
              <a:t>s</a:t>
            </a:r>
            <a:r>
              <a:rPr sz="2400" spc="-5" dirty="0">
                <a:latin typeface="Tw Cen MT" panose="020B0602020104020603"/>
                <a:cs typeface="Tw Cen MT" panose="020B0602020104020603"/>
              </a:rPr>
              <a:t> </a:t>
            </a:r>
            <a:r>
              <a:rPr sz="2400" dirty="0">
                <a:latin typeface="Tw Cen MT" panose="020B0602020104020603"/>
                <a:cs typeface="Tw Cen MT" panose="020B0602020104020603"/>
              </a:rPr>
              <a:t>o</a:t>
            </a:r>
            <a:r>
              <a:rPr sz="2400" spc="-5" dirty="0">
                <a:latin typeface="Tw Cen MT" panose="020B0602020104020603"/>
                <a:cs typeface="Tw Cen MT" panose="020B0602020104020603"/>
              </a:rPr>
              <a:t>n </a:t>
            </a:r>
            <a:r>
              <a:rPr sz="2400" dirty="0">
                <a:latin typeface="Tw Cen MT" panose="020B0602020104020603"/>
                <a:cs typeface="Tw Cen MT" panose="020B0602020104020603"/>
              </a:rPr>
              <a:t>o</a:t>
            </a:r>
            <a:r>
              <a:rPr sz="2400" spc="-5" dirty="0">
                <a:latin typeface="Tw Cen MT" panose="020B0602020104020603"/>
                <a:cs typeface="Tw Cen MT" panose="020B0602020104020603"/>
              </a:rPr>
              <a:t>n</a:t>
            </a:r>
            <a:r>
              <a:rPr sz="2400" dirty="0">
                <a:latin typeface="Tw Cen MT" panose="020B0602020104020603"/>
                <a:cs typeface="Tw Cen MT" panose="020B0602020104020603"/>
              </a:rPr>
              <a:t>e</a:t>
            </a:r>
            <a:r>
              <a:rPr sz="2400" spc="-5" dirty="0">
                <a:latin typeface="Tw Cen MT" panose="020B0602020104020603"/>
                <a:cs typeface="Tw Cen MT" panose="020B0602020104020603"/>
              </a:rPr>
              <a:t> h</a:t>
            </a:r>
            <a:r>
              <a:rPr sz="2400" dirty="0">
                <a:latin typeface="Tw Cen MT" panose="020B0602020104020603"/>
                <a:cs typeface="Tw Cen MT" panose="020B0602020104020603"/>
              </a:rPr>
              <a:t>os</a:t>
            </a:r>
            <a:r>
              <a:rPr sz="2400" spc="-5" dirty="0">
                <a:latin typeface="Tw Cen MT" panose="020B0602020104020603"/>
                <a:cs typeface="Tw Cen MT" panose="020B0602020104020603"/>
              </a:rPr>
              <a:t>t</a:t>
            </a:r>
            <a:r>
              <a:rPr sz="2400" dirty="0">
                <a:latin typeface="Tw Cen MT" panose="020B0602020104020603"/>
                <a:cs typeface="Tw Cen MT" panose="020B0602020104020603"/>
              </a:rPr>
              <a:t>.</a:t>
            </a:r>
            <a:endParaRPr sz="2400">
              <a:latin typeface="Tw Cen MT" panose="020B0602020104020603"/>
              <a:cs typeface="Tw Cen MT" panose="020B0602020104020603"/>
            </a:endParaRPr>
          </a:p>
          <a:p>
            <a:pPr marL="861695" indent="-319405">
              <a:spcBef>
                <a:spcPts val="700"/>
              </a:spcBef>
              <a:buClr>
                <a:srgbClr val="DD8046"/>
              </a:buClr>
              <a:buSzPct val="58000"/>
              <a:buFont typeface="Wingdings" panose="05000000000000000000"/>
              <a:buChar char=""/>
              <a:tabLst>
                <a:tab pos="862330" algn="l"/>
              </a:tabLst>
            </a:pPr>
            <a:r>
              <a:rPr sz="2400" spc="-5" dirty="0">
                <a:latin typeface="Tw Cen MT" panose="020B0602020104020603"/>
                <a:cs typeface="Tw Cen MT" panose="020B0602020104020603"/>
              </a:rPr>
              <a:t>Easy mig</a:t>
            </a:r>
            <a:r>
              <a:rPr sz="2400" spc="-25" dirty="0">
                <a:latin typeface="Tw Cen MT" panose="020B0602020104020603"/>
                <a:cs typeface="Tw Cen MT" panose="020B0602020104020603"/>
              </a:rPr>
              <a:t>r</a:t>
            </a:r>
            <a:r>
              <a:rPr sz="2400" spc="-5" dirty="0">
                <a:latin typeface="Tw Cen MT" panose="020B0602020104020603"/>
                <a:cs typeface="Tw Cen MT" panose="020B0602020104020603"/>
              </a:rPr>
              <a:t>ati</a:t>
            </a:r>
            <a:r>
              <a:rPr sz="2400" dirty="0">
                <a:latin typeface="Tw Cen MT" panose="020B0602020104020603"/>
                <a:cs typeface="Tw Cen MT" panose="020B0602020104020603"/>
              </a:rPr>
              <a:t>o</a:t>
            </a:r>
            <a:r>
              <a:rPr sz="2400" spc="-5" dirty="0">
                <a:latin typeface="Tw Cen MT" panose="020B0602020104020603"/>
                <a:cs typeface="Tw Cen MT" panose="020B0602020104020603"/>
              </a:rPr>
              <a:t>n </a:t>
            </a:r>
            <a:r>
              <a:rPr sz="2400" dirty="0">
                <a:latin typeface="Tw Cen MT" panose="020B0602020104020603"/>
                <a:cs typeface="Tw Cen MT" panose="020B0602020104020603"/>
              </a:rPr>
              <a:t>of</a:t>
            </a:r>
            <a:r>
              <a:rPr sz="2400" spc="65" dirty="0">
                <a:latin typeface="Tw Cen MT" panose="020B0602020104020603"/>
                <a:cs typeface="Tw Cen MT" panose="020B0602020104020603"/>
              </a:rPr>
              <a:t> </a:t>
            </a:r>
            <a:r>
              <a:rPr sz="2400" spc="-5" dirty="0">
                <a:latin typeface="Tw Cen MT" panose="020B0602020104020603"/>
                <a:cs typeface="Tw Cen MT" panose="020B0602020104020603"/>
              </a:rPr>
              <a:t>vi</a:t>
            </a:r>
            <a:r>
              <a:rPr sz="2400" spc="45" dirty="0">
                <a:latin typeface="Tw Cen MT" panose="020B0602020104020603"/>
                <a:cs typeface="Tw Cen MT" panose="020B0602020104020603"/>
              </a:rPr>
              <a:t>r</a:t>
            </a:r>
            <a:r>
              <a:rPr sz="2400" spc="-5" dirty="0">
                <a:latin typeface="Tw Cen MT" panose="020B0602020104020603"/>
                <a:cs typeface="Tw Cen MT" panose="020B0602020104020603"/>
              </a:rPr>
              <a:t>tua</a:t>
            </a:r>
            <a:r>
              <a:rPr sz="2400" dirty="0">
                <a:latin typeface="Tw Cen MT" panose="020B0602020104020603"/>
                <a:cs typeface="Tw Cen MT" panose="020B0602020104020603"/>
              </a:rPr>
              <a:t>l</a:t>
            </a:r>
            <a:r>
              <a:rPr sz="2400" spc="-5" dirty="0">
                <a:latin typeface="Tw Cen MT" panose="020B0602020104020603"/>
                <a:cs typeface="Tw Cen MT" panose="020B0602020104020603"/>
              </a:rPr>
              <a:t> ma</a:t>
            </a:r>
            <a:r>
              <a:rPr sz="2400" spc="85" dirty="0">
                <a:latin typeface="Tw Cen MT" panose="020B0602020104020603"/>
                <a:cs typeface="Tw Cen MT" panose="020B0602020104020603"/>
              </a:rPr>
              <a:t>c</a:t>
            </a:r>
            <a:r>
              <a:rPr sz="2400" spc="-5" dirty="0">
                <a:latin typeface="Tw Cen MT" panose="020B0602020104020603"/>
                <a:cs typeface="Tw Cen MT" panose="020B0602020104020603"/>
              </a:rPr>
              <a:t>hin</a:t>
            </a:r>
            <a:r>
              <a:rPr sz="2400" dirty="0">
                <a:latin typeface="Tw Cen MT" panose="020B0602020104020603"/>
                <a:cs typeface="Tw Cen MT" panose="020B0602020104020603"/>
              </a:rPr>
              <a:t>es</a:t>
            </a:r>
            <a:r>
              <a:rPr sz="2400" spc="-5" dirty="0">
                <a:latin typeface="Tw Cen MT" panose="020B0602020104020603"/>
                <a:cs typeface="Tw Cen MT" panose="020B0602020104020603"/>
              </a:rPr>
              <a:t> (</a:t>
            </a:r>
            <a:r>
              <a:rPr sz="2400" dirty="0">
                <a:latin typeface="Tw Cen MT" panose="020B0602020104020603"/>
                <a:cs typeface="Tw Cen MT" panose="020B0602020104020603"/>
              </a:rPr>
              <a:t>s</a:t>
            </a:r>
            <a:r>
              <a:rPr sz="2400" spc="-5" dirty="0">
                <a:latin typeface="Tw Cen MT" panose="020B0602020104020603"/>
                <a:cs typeface="Tw Cen MT" panose="020B0602020104020603"/>
              </a:rPr>
              <a:t>hutd</a:t>
            </a:r>
            <a:r>
              <a:rPr sz="2400" spc="-75" dirty="0">
                <a:latin typeface="Tw Cen MT" panose="020B0602020104020603"/>
                <a:cs typeface="Tw Cen MT" panose="020B0602020104020603"/>
              </a:rPr>
              <a:t>o</a:t>
            </a:r>
            <a:r>
              <a:rPr sz="2400" spc="-5" dirty="0">
                <a:latin typeface="Tw Cen MT" panose="020B0602020104020603"/>
                <a:cs typeface="Tw Cen MT" panose="020B0602020104020603"/>
              </a:rPr>
              <a:t>wn n</a:t>
            </a:r>
            <a:r>
              <a:rPr sz="2400" dirty="0">
                <a:latin typeface="Tw Cen MT" panose="020B0602020104020603"/>
                <a:cs typeface="Tw Cen MT" panose="020B0602020104020603"/>
              </a:rPr>
              <a:t>ee</a:t>
            </a:r>
            <a:r>
              <a:rPr sz="2400" spc="-5" dirty="0">
                <a:latin typeface="Tw Cen MT" panose="020B0602020104020603"/>
                <a:cs typeface="Tw Cen MT" panose="020B0602020104020603"/>
              </a:rPr>
              <a:t>d</a:t>
            </a:r>
            <a:r>
              <a:rPr sz="2400" dirty="0">
                <a:latin typeface="Tw Cen MT" panose="020B0602020104020603"/>
                <a:cs typeface="Tw Cen MT" panose="020B0602020104020603"/>
              </a:rPr>
              <a:t>e</a:t>
            </a:r>
            <a:r>
              <a:rPr sz="2400" spc="-5" dirty="0">
                <a:latin typeface="Tw Cen MT" panose="020B0602020104020603"/>
                <a:cs typeface="Tw Cen MT" panose="020B0602020104020603"/>
              </a:rPr>
              <a:t>d</a:t>
            </a:r>
            <a:r>
              <a:rPr sz="2400" dirty="0">
                <a:latin typeface="Tw Cen MT" panose="020B0602020104020603"/>
                <a:cs typeface="Tw Cen MT" panose="020B0602020104020603"/>
              </a:rPr>
              <a:t> or</a:t>
            </a:r>
            <a:r>
              <a:rPr sz="2400" spc="-5" dirty="0">
                <a:latin typeface="Tw Cen MT" panose="020B0602020104020603"/>
                <a:cs typeface="Tw Cen MT" panose="020B0602020104020603"/>
              </a:rPr>
              <a:t> n</a:t>
            </a:r>
            <a:r>
              <a:rPr sz="2400" dirty="0">
                <a:latin typeface="Tw Cen MT" panose="020B0602020104020603"/>
                <a:cs typeface="Tw Cen MT" panose="020B0602020104020603"/>
              </a:rPr>
              <a:t>o</a:t>
            </a:r>
            <a:r>
              <a:rPr sz="2400" spc="-5" dirty="0">
                <a:latin typeface="Tw Cen MT" panose="020B0602020104020603"/>
                <a:cs typeface="Tw Cen MT" panose="020B0602020104020603"/>
              </a:rPr>
              <a:t>t)</a:t>
            </a:r>
            <a:r>
              <a:rPr sz="2400" dirty="0">
                <a:latin typeface="Tw Cen MT" panose="020B0602020104020603"/>
                <a:cs typeface="Tw Cen MT" panose="020B0602020104020603"/>
              </a:rPr>
              <a:t>.</a:t>
            </a:r>
            <a:endParaRPr sz="2400">
              <a:latin typeface="Tw Cen MT" panose="020B0602020104020603"/>
              <a:cs typeface="Tw Cen MT" panose="020B0602020104020603"/>
            </a:endParaRPr>
          </a:p>
        </p:txBody>
      </p:sp>
      <p:sp>
        <p:nvSpPr>
          <p:cNvPr id="4" name="object 4"/>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3049209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0" y="0"/>
            <a:ext cx="9144000" cy="68580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24000" y="1524000"/>
            <a:ext cx="9144000" cy="1143000"/>
          </a:xfrm>
          <a:custGeom>
            <a:avLst/>
            <a:gdLst/>
            <a:ahLst/>
            <a:cxnLst/>
            <a:rect l="l" t="t" r="r" b="b"/>
            <a:pathLst>
              <a:path w="9144000" h="1143000">
                <a:moveTo>
                  <a:pt x="0" y="0"/>
                </a:moveTo>
                <a:lnTo>
                  <a:pt x="9144000" y="0"/>
                </a:lnTo>
                <a:lnTo>
                  <a:pt x="9144000" y="1143000"/>
                </a:lnTo>
                <a:lnTo>
                  <a:pt x="0" y="1143000"/>
                </a:lnTo>
                <a:lnTo>
                  <a:pt x="0" y="0"/>
                </a:lnTo>
                <a:close/>
              </a:path>
            </a:pathLst>
          </a:custGeom>
          <a:solidFill>
            <a:srgbClr val="FFFFFF"/>
          </a:solidFill>
        </p:spPr>
        <p:txBody>
          <a:bodyPr wrap="square" lIns="0" tIns="0" rIns="0" bIns="0" rtlCol="0"/>
          <a:lstStyle/>
          <a:p>
            <a:endParaRPr/>
          </a:p>
        </p:txBody>
      </p:sp>
      <p:sp>
        <p:nvSpPr>
          <p:cNvPr id="4" name="object 4"/>
          <p:cNvSpPr/>
          <p:nvPr/>
        </p:nvSpPr>
        <p:spPr>
          <a:xfrm>
            <a:off x="1524000" y="1600200"/>
            <a:ext cx="1295400" cy="990600"/>
          </a:xfrm>
          <a:custGeom>
            <a:avLst/>
            <a:gdLst/>
            <a:ahLst/>
            <a:cxnLst/>
            <a:rect l="l" t="t" r="r" b="b"/>
            <a:pathLst>
              <a:path w="1295400" h="990600">
                <a:moveTo>
                  <a:pt x="0" y="0"/>
                </a:moveTo>
                <a:lnTo>
                  <a:pt x="1295400" y="0"/>
                </a:lnTo>
                <a:lnTo>
                  <a:pt x="1295400" y="990600"/>
                </a:lnTo>
                <a:lnTo>
                  <a:pt x="0" y="990600"/>
                </a:lnTo>
                <a:lnTo>
                  <a:pt x="0" y="0"/>
                </a:lnTo>
                <a:close/>
              </a:path>
            </a:pathLst>
          </a:custGeom>
          <a:solidFill>
            <a:srgbClr val="DD8046"/>
          </a:solidFill>
        </p:spPr>
        <p:txBody>
          <a:bodyPr wrap="square" lIns="0" tIns="0" rIns="0" bIns="0" rtlCol="0"/>
          <a:lstStyle/>
          <a:p>
            <a:endParaRPr/>
          </a:p>
        </p:txBody>
      </p:sp>
      <p:sp>
        <p:nvSpPr>
          <p:cNvPr id="5" name="object 5"/>
          <p:cNvSpPr/>
          <p:nvPr/>
        </p:nvSpPr>
        <p:spPr>
          <a:xfrm>
            <a:off x="2895600" y="1600200"/>
            <a:ext cx="7772400" cy="990600"/>
          </a:xfrm>
          <a:custGeom>
            <a:avLst/>
            <a:gdLst/>
            <a:ahLst/>
            <a:cxnLst/>
            <a:rect l="l" t="t" r="r" b="b"/>
            <a:pathLst>
              <a:path w="7772400" h="990600">
                <a:moveTo>
                  <a:pt x="0" y="0"/>
                </a:moveTo>
                <a:lnTo>
                  <a:pt x="7772400" y="0"/>
                </a:lnTo>
                <a:lnTo>
                  <a:pt x="7772400" y="990600"/>
                </a:lnTo>
                <a:lnTo>
                  <a:pt x="0" y="990600"/>
                </a:lnTo>
                <a:lnTo>
                  <a:pt x="0" y="0"/>
                </a:lnTo>
                <a:close/>
              </a:path>
            </a:pathLst>
          </a:custGeom>
          <a:solidFill>
            <a:srgbClr val="93B6D2"/>
          </a:solidFill>
        </p:spPr>
        <p:txBody>
          <a:bodyPr wrap="square" lIns="0" tIns="0" rIns="0" bIns="0" rtlCol="0"/>
          <a:lstStyle/>
          <a:p>
            <a:endParaRPr/>
          </a:p>
        </p:txBody>
      </p:sp>
      <p:sp>
        <p:nvSpPr>
          <p:cNvPr id="7" name="object 7"/>
          <p:cNvSpPr txBox="1"/>
          <p:nvPr/>
        </p:nvSpPr>
        <p:spPr>
          <a:xfrm>
            <a:off x="6152515" y="4950724"/>
            <a:ext cx="3786504" cy="615315"/>
          </a:xfrm>
          <a:prstGeom prst="rect">
            <a:avLst/>
          </a:prstGeom>
        </p:spPr>
        <p:txBody>
          <a:bodyPr vert="horz" wrap="square" lIns="0" tIns="0" rIns="0" bIns="0" rtlCol="0">
            <a:spAutoFit/>
          </a:bodyPr>
          <a:lstStyle/>
          <a:p>
            <a:pPr marR="5080" algn="r"/>
            <a:endParaRPr sz="4000">
              <a:latin typeface="Cambria" panose="02040503050406030204"/>
              <a:cs typeface="Cambria" panose="02040503050406030204"/>
            </a:endParaRPr>
          </a:p>
        </p:txBody>
      </p:sp>
      <p:sp>
        <p:nvSpPr>
          <p:cNvPr id="8" name="object 8"/>
          <p:cNvSpPr txBox="1">
            <a:spLocks noGrp="1"/>
          </p:cNvSpPr>
          <p:nvPr>
            <p:ph type="title"/>
          </p:nvPr>
        </p:nvSpPr>
        <p:spPr>
          <a:xfrm>
            <a:off x="3993932" y="1787714"/>
            <a:ext cx="5139558" cy="677108"/>
          </a:xfrm>
          <a:prstGeom prst="rect">
            <a:avLst/>
          </a:prstGeom>
        </p:spPr>
        <p:txBody>
          <a:bodyPr vert="horz" wrap="square" lIns="0" tIns="0" rIns="0" bIns="0" rtlCol="0" anchor="ctr">
            <a:spAutoFit/>
          </a:bodyPr>
          <a:lstStyle/>
          <a:p>
            <a:pPr marL="12700">
              <a:lnSpc>
                <a:spcPct val="100000"/>
              </a:lnSpc>
            </a:pPr>
            <a:r>
              <a:rPr lang="en-US" spc="-5" dirty="0" smtClean="0">
                <a:solidFill>
                  <a:srgbClr val="FFFFFF"/>
                </a:solidFill>
                <a:latin typeface="Cambria" panose="02040503050406030204"/>
                <a:cs typeface="Cambria" panose="02040503050406030204"/>
              </a:rPr>
              <a:t>Cloud </a:t>
            </a:r>
            <a:r>
              <a:rPr lang="en-US" spc="-5" dirty="0" err="1" smtClean="0">
                <a:solidFill>
                  <a:srgbClr val="FFFFFF"/>
                </a:solidFill>
                <a:latin typeface="Cambria" panose="02040503050406030204"/>
                <a:cs typeface="Cambria" panose="02040503050406030204"/>
              </a:rPr>
              <a:t>Infratructure</a:t>
            </a:r>
            <a:endParaRPr spc="-5" dirty="0">
              <a:solidFill>
                <a:srgbClr val="FFFFFF"/>
              </a:solidFill>
              <a:latin typeface="Cambria" panose="02040503050406030204"/>
              <a:cs typeface="Cambria" panose="02040503050406030204"/>
            </a:endParaRPr>
          </a:p>
        </p:txBody>
      </p:sp>
      <p:sp>
        <p:nvSpPr>
          <p:cNvPr id="9" name="object 9"/>
          <p:cNvSpPr txBox="1"/>
          <p:nvPr/>
        </p:nvSpPr>
        <p:spPr>
          <a:xfrm>
            <a:off x="2065655" y="1958598"/>
            <a:ext cx="211454" cy="369332"/>
          </a:xfrm>
          <a:prstGeom prst="rect">
            <a:avLst/>
          </a:prstGeom>
        </p:spPr>
        <p:txBody>
          <a:bodyPr vert="horz" wrap="square" lIns="0" tIns="0" rIns="0" bIns="0" rtlCol="0">
            <a:spAutoFit/>
          </a:bodyPr>
          <a:lstStyle/>
          <a:p>
            <a:pPr marL="12700"/>
            <a:r>
              <a:rPr lang="en-US" sz="2400" b="1" dirty="0" smtClean="0">
                <a:solidFill>
                  <a:srgbClr val="FFFFFF"/>
                </a:solidFill>
                <a:latin typeface="Comic Sans MS" panose="030F0702030302020204"/>
                <a:cs typeface="Comic Sans MS" panose="030F0702030302020204"/>
              </a:rPr>
              <a:t>3</a:t>
            </a:r>
            <a:endParaRPr sz="2400" dirty="0">
              <a:latin typeface="Comic Sans MS" panose="030F0702030302020204"/>
              <a:cs typeface="Comic Sans MS" panose="030F0702030302020204"/>
            </a:endParaRPr>
          </a:p>
        </p:txBody>
      </p:sp>
      <p:sp>
        <p:nvSpPr>
          <p:cNvPr id="10" name="object 10"/>
          <p:cNvSpPr/>
          <p:nvPr/>
        </p:nvSpPr>
        <p:spPr>
          <a:xfrm>
            <a:off x="1524761" y="761"/>
            <a:ext cx="9142730" cy="6856730"/>
          </a:xfrm>
          <a:custGeom>
            <a:avLst/>
            <a:gdLst/>
            <a:ahLst/>
            <a:cxnLst/>
            <a:rect l="l" t="t" r="r" b="b"/>
            <a:pathLst>
              <a:path w="9142730" h="6856730">
                <a:moveTo>
                  <a:pt x="0" y="0"/>
                </a:moveTo>
                <a:lnTo>
                  <a:pt x="9142476" y="0"/>
                </a:lnTo>
                <a:lnTo>
                  <a:pt x="9142476" y="6856476"/>
                </a:lnTo>
                <a:lnTo>
                  <a:pt x="0" y="6856476"/>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4473396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1883</TotalTime>
  <Words>1753</Words>
  <Application>Microsoft Office PowerPoint</Application>
  <PresentationFormat>Widescreen</PresentationFormat>
  <Paragraphs>347</Paragraphs>
  <Slides>50</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50</vt:i4>
      </vt:variant>
    </vt:vector>
  </HeadingPairs>
  <TitlesOfParts>
    <vt:vector size="61" baseType="lpstr">
      <vt:lpstr>Malgun Gothic</vt:lpstr>
      <vt:lpstr>Arial</vt:lpstr>
      <vt:lpstr>Book Antiqua</vt:lpstr>
      <vt:lpstr>Calibri</vt:lpstr>
      <vt:lpstr>Calibri Light</vt:lpstr>
      <vt:lpstr>Cambria</vt:lpstr>
      <vt:lpstr>Comic Sans MS</vt:lpstr>
      <vt:lpstr>Times New Roman</vt:lpstr>
      <vt:lpstr>Tw Cen MT</vt:lpstr>
      <vt:lpstr>Wingdings</vt:lpstr>
      <vt:lpstr>Office Theme</vt:lpstr>
      <vt:lpstr>PowerPoint Presentation</vt:lpstr>
      <vt:lpstr>Cloud Migration</vt:lpstr>
      <vt:lpstr>Identifying the Microservice &amp; Monolithic Application?</vt:lpstr>
      <vt:lpstr>Why Microservice Migration In First Place ?</vt:lpstr>
      <vt:lpstr>Migration Plan</vt:lpstr>
      <vt:lpstr>PowerPoint Presentation</vt:lpstr>
      <vt:lpstr>PowerPoint Presentation</vt:lpstr>
      <vt:lpstr>PowerPoint Presentation</vt:lpstr>
      <vt:lpstr>PowerPoint Presentation</vt:lpstr>
      <vt:lpstr>PowerPoint Presentation</vt:lpstr>
      <vt:lpstr>AWS Architecture </vt:lpstr>
      <vt:lpstr>Why Auto Scaling ?</vt:lpstr>
      <vt:lpstr>Auto Scaling Policies</vt:lpstr>
      <vt:lpstr>Cloud Watch Dashboards</vt:lpstr>
      <vt:lpstr>Why Resilience Plan Needed ?</vt:lpstr>
      <vt:lpstr>How AWS Router53 Works ?</vt:lpstr>
      <vt:lpstr>Virtualization</vt:lpstr>
      <vt:lpstr>Virtualisation: Concept</vt:lpstr>
      <vt:lpstr>Virtualization Architecture</vt:lpstr>
      <vt:lpstr>PowerPoint Presentation</vt:lpstr>
      <vt:lpstr>Hypervisor</vt:lpstr>
      <vt:lpstr>Types of Hypervisors</vt:lpstr>
      <vt:lpstr>Type-1 Hypervisor</vt:lpstr>
      <vt:lpstr>Hypervisors</vt:lpstr>
      <vt:lpstr>Type 1 and Type 2</vt:lpstr>
      <vt:lpstr>Features of Type-1 and 2 Hypervisor</vt:lpstr>
      <vt:lpstr>Virtualization</vt:lpstr>
      <vt:lpstr>Types of Virtualization</vt:lpstr>
      <vt:lpstr>Hardware Virtualization</vt:lpstr>
      <vt:lpstr>Hardware Virtualization:</vt:lpstr>
      <vt:lpstr>PowerPoint Presentation</vt:lpstr>
      <vt:lpstr>Full virtualization</vt:lpstr>
      <vt:lpstr>Fig.</vt:lpstr>
      <vt:lpstr>Para-virtualization</vt:lpstr>
      <vt:lpstr>Fig.</vt:lpstr>
      <vt:lpstr>Hardware Virtualization: Subtypes</vt:lpstr>
      <vt:lpstr>Software Virtualization</vt:lpstr>
      <vt:lpstr>Software Virtualization :Subtypes</vt:lpstr>
      <vt:lpstr>Memory Virtualization</vt:lpstr>
      <vt:lpstr>Memory Virtualization: Subtypes</vt:lpstr>
      <vt:lpstr>Storage Virtualization</vt:lpstr>
      <vt:lpstr>Storage Virtualization: Subtypes</vt:lpstr>
      <vt:lpstr>Storage Virtualization: Subtypes</vt:lpstr>
      <vt:lpstr>Data Virtualization</vt:lpstr>
      <vt:lpstr>Network Virtualization</vt:lpstr>
      <vt:lpstr>Network Virtualization :Subtypes</vt:lpstr>
      <vt:lpstr>Desktop Virtualization</vt:lpstr>
      <vt:lpstr>Types of Virtualization: At a</vt:lpstr>
      <vt:lpstr>Benefits of Virtualization</vt:lpstr>
      <vt:lpstr>Cloud Infratructure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user</cp:lastModifiedBy>
  <cp:revision>95</cp:revision>
  <dcterms:created xsi:type="dcterms:W3CDTF">2022-08-25T13:17:53Z</dcterms:created>
  <dcterms:modified xsi:type="dcterms:W3CDTF">2026-09-11T03:14:23Z</dcterms:modified>
</cp:coreProperties>
</file>