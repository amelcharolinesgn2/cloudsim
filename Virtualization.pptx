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4" r:id="rId1"/>
  </p:sldMasterIdLst>
  <p:notesMasterIdLst>
    <p:notesMasterId r:id="rId39"/>
  </p:notesMasterIdLst>
  <p:sldIdLst>
    <p:sldId id="363" r:id="rId2"/>
    <p:sldId id="258" r:id="rId3"/>
    <p:sldId id="362" r:id="rId4"/>
    <p:sldId id="259" r:id="rId5"/>
    <p:sldId id="309" r:id="rId6"/>
    <p:sldId id="260" r:id="rId7"/>
    <p:sldId id="261" r:id="rId8"/>
    <p:sldId id="282" r:id="rId9"/>
    <p:sldId id="307" r:id="rId10"/>
    <p:sldId id="336" r:id="rId11"/>
    <p:sldId id="264" r:id="rId12"/>
    <p:sldId id="305" r:id="rId13"/>
    <p:sldId id="266" r:id="rId14"/>
    <p:sldId id="267" r:id="rId15"/>
    <p:sldId id="268" r:id="rId16"/>
    <p:sldId id="302" r:id="rId17"/>
    <p:sldId id="303" r:id="rId18"/>
    <p:sldId id="337" r:id="rId19"/>
    <p:sldId id="304" r:id="rId20"/>
    <p:sldId id="338" r:id="rId21"/>
    <p:sldId id="283" r:id="rId22"/>
    <p:sldId id="270" r:id="rId23"/>
    <p:sldId id="271" r:id="rId24"/>
    <p:sldId id="272" r:id="rId25"/>
    <p:sldId id="273" r:id="rId26"/>
    <p:sldId id="274" r:id="rId27"/>
    <p:sldId id="275" r:id="rId28"/>
    <p:sldId id="310" r:id="rId29"/>
    <p:sldId id="276" r:id="rId30"/>
    <p:sldId id="277" r:id="rId31"/>
    <p:sldId id="278" r:id="rId32"/>
    <p:sldId id="279" r:id="rId33"/>
    <p:sldId id="280" r:id="rId34"/>
    <p:sldId id="281" r:id="rId35"/>
    <p:sldId id="364" r:id="rId36"/>
    <p:sldId id="365" r:id="rId37"/>
    <p:sldId id="366" r:id="rId38"/>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0" d="100"/>
          <a:sy n="60" d="100"/>
        </p:scale>
        <p:origin x="78" y="88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BC212710-FC46-48F0-9153-67050298C1A6}" type="datetimeFigureOut">
              <a:rPr lang="en-US" smtClean="0"/>
              <a:t>9/14/2026</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C3D9C99D-9093-4C4B-A1C4-01E1D6CED8C8}" type="slidenum">
              <a:rPr lang="en-US" smtClean="0"/>
              <a:t>‹#›</a:t>
            </a:fld>
            <a:endParaRPr lang="en-US"/>
          </a:p>
        </p:txBody>
      </p:sp>
    </p:spTree>
    <p:extLst>
      <p:ext uri="{BB962C8B-B14F-4D97-AF65-F5344CB8AC3E}">
        <p14:creationId xmlns:p14="http://schemas.microsoft.com/office/powerpoint/2010/main" val="1113447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8" Type="http://schemas.openxmlformats.org/officeDocument/2006/relationships/hyperlink" Target="https://github.com/Arikatakur" TargetMode="External"/><Relationship Id="rId3" Type="http://schemas.openxmlformats.org/officeDocument/2006/relationships/hyperlink" Target="https://github.com/yetanalytics/datasim" TargetMode="External"/><Relationship Id="rId7" Type="http://schemas.openxmlformats.org/officeDocument/2006/relationships/hyperlink" Target="https://github.com/ShubhankarKulkarni/MIL-STD-1553-Simulator/blob/master/Remote_Terminal/RT_Simulator.py" TargetMode="External"/><Relationship Id="rId2" Type="http://schemas.openxmlformats.org/officeDocument/2006/relationships/slide" Target="../slides/slide1.xml"/><Relationship Id="rId1" Type="http://schemas.openxmlformats.org/officeDocument/2006/relationships/notesMaster" Target="../notesMasters/notesMaster1.xml"/><Relationship Id="rId6" Type="http://schemas.openxmlformats.org/officeDocument/2006/relationships/hyperlink" Target="https://github.com/ShubhankarKulkarni/MIL-STD-1553-Simulator/blob/master/Bus_Controller/BC_Simulator.py" TargetMode="External"/><Relationship Id="rId11" Type="http://schemas.openxmlformats.org/officeDocument/2006/relationships/hyperlink" Target="https://www.wireshark.org/" TargetMode="External"/><Relationship Id="rId5" Type="http://schemas.openxmlformats.org/officeDocument/2006/relationships/hyperlink" Target="https://www.altadt.com/download/mil-std-1553-tutorial-and-reference/" TargetMode="External"/><Relationship Id="rId10" Type="http://schemas.openxmlformats.org/officeDocument/2006/relationships/hyperlink" Target="https://iperf.fr/" TargetMode="External"/><Relationship Id="rId4" Type="http://schemas.openxmlformats.org/officeDocument/2006/relationships/hyperlink" Target="https://github.com/Slygriyrsk/quantum-communication-simulator" TargetMode="External"/><Relationship Id="rId9" Type="http://schemas.openxmlformats.org/officeDocument/2006/relationships/hyperlink" Target="https://github.com/Arikatakur/Network-Transmission-Simulator" TargetMode="External"/></Relationships>
</file>

<file path=ppt/notesSlides/_rels/notesSlide2.xml.rels><?xml version="1.0" encoding="UTF-8" standalone="yes"?>
<Relationships xmlns="http://schemas.openxmlformats.org/package/2006/relationships"><Relationship Id="rId8" Type="http://schemas.openxmlformats.org/officeDocument/2006/relationships/hyperlink" Target="https://github.com/Arikatakur" TargetMode="External"/><Relationship Id="rId3" Type="http://schemas.openxmlformats.org/officeDocument/2006/relationships/hyperlink" Target="https://github.com/yetanalytics/datasim" TargetMode="External"/><Relationship Id="rId7" Type="http://schemas.openxmlformats.org/officeDocument/2006/relationships/hyperlink" Target="https://github.com/ShubhankarKulkarni/MIL-STD-1553-Simulator/blob/master/Remote_Terminal/RT_Simulator.py" TargetMode="External"/><Relationship Id="rId2" Type="http://schemas.openxmlformats.org/officeDocument/2006/relationships/slide" Target="../slides/slide3.xml"/><Relationship Id="rId1" Type="http://schemas.openxmlformats.org/officeDocument/2006/relationships/notesMaster" Target="../notesMasters/notesMaster1.xml"/><Relationship Id="rId6" Type="http://schemas.openxmlformats.org/officeDocument/2006/relationships/hyperlink" Target="https://github.com/ShubhankarKulkarni/MIL-STD-1553-Simulator/blob/master/Bus_Controller/BC_Simulator.py" TargetMode="External"/><Relationship Id="rId11" Type="http://schemas.openxmlformats.org/officeDocument/2006/relationships/hyperlink" Target="https://www.wireshark.org/" TargetMode="External"/><Relationship Id="rId5" Type="http://schemas.openxmlformats.org/officeDocument/2006/relationships/hyperlink" Target="https://www.altadt.com/download/mil-std-1553-tutorial-and-reference/" TargetMode="External"/><Relationship Id="rId10" Type="http://schemas.openxmlformats.org/officeDocument/2006/relationships/hyperlink" Target="https://iperf.fr/" TargetMode="External"/><Relationship Id="rId4" Type="http://schemas.openxmlformats.org/officeDocument/2006/relationships/hyperlink" Target="https://github.com/Slygriyrsk/quantum-communication-simulator" TargetMode="External"/><Relationship Id="rId9" Type="http://schemas.openxmlformats.org/officeDocument/2006/relationships/hyperlink" Target="https://github.com/Arikatakur/Network-Transmission-Simulator"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data communication simulator</a:t>
            </a:r>
          </a:p>
          <a:p>
            <a:r>
              <a:rPr lang="en-US" sz="1200" kern="1200" dirty="0" smtClean="0">
                <a:solidFill>
                  <a:schemeClr val="tx1"/>
                </a:solidFill>
                <a:effectLst/>
                <a:latin typeface="+mn-lt"/>
                <a:ea typeface="+mn-ea"/>
                <a:cs typeface="+mn-cs"/>
              </a:rPr>
              <a:t> </a:t>
            </a:r>
          </a:p>
          <a:p>
            <a:r>
              <a:rPr lang="en-US" sz="1200" u="sng" kern="1200" dirty="0" smtClean="0">
                <a:solidFill>
                  <a:schemeClr val="tx1"/>
                </a:solidFill>
                <a:effectLst/>
                <a:latin typeface="+mn-lt"/>
                <a:ea typeface="+mn-ea"/>
                <a:cs typeface="+mn-cs"/>
                <a:hlinkClick r:id="rId3"/>
              </a:rPr>
              <a:t>https://github.com/yetanalytics/datasim</a:t>
            </a: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Quantum Communication Simulator</a:t>
            </a:r>
          </a:p>
          <a:p>
            <a:r>
              <a:rPr lang="en-US" sz="1200" u="sng" kern="1200" dirty="0" smtClean="0">
                <a:solidFill>
                  <a:schemeClr val="tx1"/>
                </a:solidFill>
                <a:effectLst/>
                <a:latin typeface="+mn-lt"/>
                <a:ea typeface="+mn-ea"/>
                <a:cs typeface="+mn-cs"/>
                <a:hlinkClick r:id="rId4"/>
              </a:rPr>
              <a:t>https://github.com/Slygriyrsk/quantum-communication-simulator</a:t>
            </a:r>
            <a:endParaRPr lang="en-US" sz="1200"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MIL-STD-1553-Simulator</a:t>
            </a:r>
          </a:p>
          <a:p>
            <a:r>
              <a:rPr lang="en-US" sz="1200" kern="1200" dirty="0" smtClean="0">
                <a:solidFill>
                  <a:schemeClr val="tx1"/>
                </a:solidFill>
                <a:effectLst/>
                <a:latin typeface="+mn-lt"/>
                <a:ea typeface="+mn-ea"/>
                <a:cs typeface="+mn-cs"/>
              </a:rPr>
              <a:t>MIL-STD-1553 is a serial communication protocol that is used in </a:t>
            </a:r>
            <a:r>
              <a:rPr lang="en-US" sz="1200" kern="1200" dirty="0" err="1" smtClean="0">
                <a:solidFill>
                  <a:schemeClr val="tx1"/>
                </a:solidFill>
                <a:effectLst/>
                <a:latin typeface="+mn-lt"/>
                <a:ea typeface="+mn-ea"/>
                <a:cs typeface="+mn-cs"/>
              </a:rPr>
              <a:t>spacecrafts</a:t>
            </a:r>
            <a:r>
              <a:rPr lang="en-US" sz="1200" kern="1200" dirty="0" smtClean="0">
                <a:solidFill>
                  <a:schemeClr val="tx1"/>
                </a:solidFill>
                <a:effectLst/>
                <a:latin typeface="+mn-lt"/>
                <a:ea typeface="+mn-ea"/>
                <a:cs typeface="+mn-cs"/>
              </a:rPr>
              <a:t> for internal communication. A spacecraft consists of various components like main computer, star tracker, fly wheel, temperature sensor, cameras (also called as Remote Terminals) etc. The main computer needs to communicate with all the other peripherals to get the data and send it to ground station for further processing. This internal communication is done by a serial bus called MIL-STD-1553. This repository contains a simulation for this protocol. It can be used to create any space applications by importing the simulator into your code.</a:t>
            </a:r>
          </a:p>
          <a:p>
            <a:r>
              <a:rPr lang="en-US" sz="1200" kern="1200" dirty="0" smtClean="0">
                <a:solidFill>
                  <a:schemeClr val="tx1"/>
                </a:solidFill>
                <a:effectLst/>
                <a:latin typeface="+mn-lt"/>
                <a:ea typeface="+mn-ea"/>
                <a:cs typeface="+mn-cs"/>
              </a:rPr>
              <a:t>MIL-STD-1553 has Bus Controller that orchestrates the transmission and reception of data on the serial bus. It always initiates the communication and commands Remote Terminal for sending or receiving data. Only one node or Remote Terminal can send data on the bus at a given moment when ordered by the Bus Controller. The details of the protocol can be found in </a:t>
            </a:r>
            <a:r>
              <a:rPr lang="en-US" sz="1200" u="sng" kern="1200" dirty="0" smtClean="0">
                <a:solidFill>
                  <a:schemeClr val="tx1"/>
                </a:solidFill>
                <a:effectLst/>
                <a:latin typeface="+mn-lt"/>
                <a:ea typeface="+mn-ea"/>
                <a:cs typeface="+mn-cs"/>
                <a:hlinkClick r:id="rId5"/>
              </a:rPr>
              <a:t>MIL-STD-1553 Tutorial and Reference</a:t>
            </a:r>
            <a:r>
              <a:rPr lang="en-US" sz="1200" kern="1200" dirty="0" smtClean="0">
                <a:solidFill>
                  <a:schemeClr val="tx1"/>
                </a:solidFill>
                <a:effectLst/>
                <a:latin typeface="+mn-lt"/>
                <a:ea typeface="+mn-ea"/>
                <a:cs typeface="+mn-cs"/>
              </a:rPr>
              <a:t> document by Alta </a:t>
            </a:r>
            <a:r>
              <a:rPr lang="en-US" sz="1200" kern="1200" dirty="0" err="1" smtClean="0">
                <a:solidFill>
                  <a:schemeClr val="tx1"/>
                </a:solidFill>
                <a:effectLst/>
                <a:latin typeface="+mn-lt"/>
                <a:ea typeface="+mn-ea"/>
                <a:cs typeface="+mn-cs"/>
              </a:rPr>
              <a:t>dt.</a:t>
            </a:r>
            <a:endParaRPr lang="en-US" sz="1200"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About This Repository:</a:t>
            </a:r>
          </a:p>
          <a:p>
            <a:r>
              <a:rPr lang="en-US" sz="1200" kern="1200" dirty="0" smtClean="0">
                <a:solidFill>
                  <a:schemeClr val="tx1"/>
                </a:solidFill>
                <a:effectLst/>
                <a:latin typeface="+mn-lt"/>
                <a:ea typeface="+mn-ea"/>
                <a:cs typeface="+mn-cs"/>
              </a:rPr>
              <a:t>This repository segregated based on various components that are described in the MIL-STD-1553 standard. Two of the most important components are Bus Controller and Remote Terminals. For a small network, one serial bus can handle up to 31 remote terminals and one bus controller. This repository is divided into two parts. Bus Controller Simulator and Remote Terminal Simulator. Both the components have separate set of functionalities.</a:t>
            </a:r>
          </a:p>
          <a:p>
            <a:pPr lvl="0"/>
            <a:r>
              <a:rPr lang="en-US" sz="1200" u="sng" kern="1200" dirty="0" smtClean="0">
                <a:solidFill>
                  <a:schemeClr val="tx1"/>
                </a:solidFill>
                <a:effectLst/>
                <a:latin typeface="+mn-lt"/>
                <a:ea typeface="+mn-ea"/>
                <a:cs typeface="+mn-cs"/>
                <a:hlinkClick r:id="rId6"/>
              </a:rPr>
              <a:t>Bus Controller Simulator</a:t>
            </a:r>
            <a:r>
              <a:rPr lang="en-US" sz="1200" kern="1200" dirty="0" smtClean="0">
                <a:solidFill>
                  <a:schemeClr val="tx1"/>
                </a:solidFill>
                <a:effectLst/>
                <a:latin typeface="+mn-lt"/>
                <a:ea typeface="+mn-ea"/>
                <a:cs typeface="+mn-cs"/>
              </a:rPr>
              <a:t> : This simulator is responsible to understand the requirements from the Flight Software or Spacecraft computer and send commands and data to Remote Terminal.</a:t>
            </a:r>
          </a:p>
          <a:p>
            <a:pPr lvl="0"/>
            <a:r>
              <a:rPr lang="en-US" sz="1200" u="sng" kern="1200" dirty="0" smtClean="0">
                <a:solidFill>
                  <a:schemeClr val="tx1"/>
                </a:solidFill>
                <a:effectLst/>
                <a:latin typeface="+mn-lt"/>
                <a:ea typeface="+mn-ea"/>
                <a:cs typeface="+mn-cs"/>
                <a:hlinkClick r:id="rId7"/>
              </a:rPr>
              <a:t>Remote Terminal Simulator</a:t>
            </a:r>
            <a:r>
              <a:rPr lang="en-US" sz="1200" kern="1200" dirty="0" smtClean="0">
                <a:solidFill>
                  <a:schemeClr val="tx1"/>
                </a:solidFill>
                <a:effectLst/>
                <a:latin typeface="+mn-lt"/>
                <a:ea typeface="+mn-ea"/>
                <a:cs typeface="+mn-cs"/>
              </a:rPr>
              <a:t> : This simulator is responsible for understanding the commands or data </a:t>
            </a:r>
            <a:r>
              <a:rPr lang="en-US" sz="1200" kern="1200" dirty="0" err="1" smtClean="0">
                <a:solidFill>
                  <a:schemeClr val="tx1"/>
                </a:solidFill>
                <a:effectLst/>
                <a:latin typeface="+mn-lt"/>
                <a:ea typeface="+mn-ea"/>
                <a:cs typeface="+mn-cs"/>
              </a:rPr>
              <a:t>comming</a:t>
            </a:r>
            <a:r>
              <a:rPr lang="en-US" sz="1200" kern="1200" dirty="0" smtClean="0">
                <a:solidFill>
                  <a:schemeClr val="tx1"/>
                </a:solidFill>
                <a:effectLst/>
                <a:latin typeface="+mn-lt"/>
                <a:ea typeface="+mn-ea"/>
                <a:cs typeface="+mn-cs"/>
              </a:rPr>
              <a:t> from the Bus Controller and send status and data based on the requirements sent by the Bus Controller.</a:t>
            </a:r>
          </a:p>
          <a:p>
            <a:r>
              <a:rPr lang="en-US" sz="1200" b="1" kern="1200" dirty="0" smtClean="0">
                <a:solidFill>
                  <a:schemeClr val="tx1"/>
                </a:solidFill>
                <a:effectLst/>
                <a:latin typeface="+mn-lt"/>
                <a:ea typeface="+mn-ea"/>
                <a:cs typeface="+mn-cs"/>
              </a:rPr>
              <a:t>How To Use This Simulator</a:t>
            </a:r>
          </a:p>
          <a:p>
            <a:r>
              <a:rPr lang="en-US" sz="1200" kern="1200" dirty="0" smtClean="0">
                <a:solidFill>
                  <a:schemeClr val="tx1"/>
                </a:solidFill>
                <a:effectLst/>
                <a:latin typeface="+mn-lt"/>
                <a:ea typeface="+mn-ea"/>
                <a:cs typeface="+mn-cs"/>
              </a:rPr>
              <a:t>https://github.com/ShubhankarKulkarni/MIL-STD-1553-Simulator</a:t>
            </a:r>
          </a:p>
          <a:p>
            <a:r>
              <a:rPr lang="en-US" sz="1200" kern="1200" dirty="0" smtClean="0">
                <a:solidFill>
                  <a:schemeClr val="tx1"/>
                </a:solidFill>
                <a:effectLst/>
                <a:latin typeface="+mn-lt"/>
                <a:ea typeface="+mn-ea"/>
                <a:cs typeface="+mn-cs"/>
              </a:rPr>
              <a:t>This simulator uses </a:t>
            </a:r>
            <a:r>
              <a:rPr lang="en-US" sz="1200" kern="1200" dirty="0" err="1" smtClean="0">
                <a:solidFill>
                  <a:schemeClr val="tx1"/>
                </a:solidFill>
                <a:effectLst/>
                <a:latin typeface="+mn-lt"/>
                <a:ea typeface="+mn-ea"/>
                <a:cs typeface="+mn-cs"/>
              </a:rPr>
              <a:t>ethernet</a:t>
            </a:r>
            <a:r>
              <a:rPr lang="en-US" sz="1200" kern="1200" dirty="0" smtClean="0">
                <a:solidFill>
                  <a:schemeClr val="tx1"/>
                </a:solidFill>
                <a:effectLst/>
                <a:latin typeface="+mn-lt"/>
                <a:ea typeface="+mn-ea"/>
                <a:cs typeface="+mn-cs"/>
              </a:rPr>
              <a:t> communication instead of the actual physical communication that is mentioned in the </a:t>
            </a:r>
            <a:r>
              <a:rPr lang="en-US" sz="1200" kern="1200" dirty="0" err="1" smtClean="0">
                <a:solidFill>
                  <a:schemeClr val="tx1"/>
                </a:solidFill>
                <a:effectLst/>
                <a:latin typeface="+mn-lt"/>
                <a:ea typeface="+mn-ea"/>
                <a:cs typeface="+mn-cs"/>
              </a:rPr>
              <a:t>standars</a:t>
            </a:r>
            <a:r>
              <a:rPr lang="en-US" sz="1200" kern="1200" dirty="0" smtClean="0">
                <a:solidFill>
                  <a:schemeClr val="tx1"/>
                </a:solidFill>
                <a:effectLst/>
                <a:latin typeface="+mn-lt"/>
                <a:ea typeface="+mn-ea"/>
                <a:cs typeface="+mn-cs"/>
              </a:rPr>
              <a:t>. The standard is developed taking harsh and noisy conditions into account. The simulator majorly focuses on data layer of the standard. Based on this, you can either deploy both the simulators on the same machine and test it over the local loopback or you can deploy separate simulators on separate machines in a single subnet or same network.</a:t>
            </a:r>
          </a:p>
          <a:p>
            <a:r>
              <a:rPr lang="en-US" sz="1200" kern="1200" dirty="0" smtClean="0">
                <a:solidFill>
                  <a:schemeClr val="tx1"/>
                </a:solidFill>
                <a:effectLst/>
                <a:latin typeface="+mn-lt"/>
                <a:ea typeface="+mn-ea"/>
                <a:cs typeface="+mn-cs"/>
              </a:rPr>
              <a:t>You can run the following commands to run the simulators</a:t>
            </a:r>
          </a:p>
          <a:p>
            <a:pPr lvl="0"/>
            <a:r>
              <a:rPr lang="en-US" sz="1200" kern="1200" dirty="0" smtClean="0">
                <a:solidFill>
                  <a:schemeClr val="tx1"/>
                </a:solidFill>
                <a:effectLst/>
                <a:latin typeface="+mn-lt"/>
                <a:ea typeface="+mn-ea"/>
                <a:cs typeface="+mn-cs"/>
              </a:rPr>
              <a:t>python BC_Simulator.py</a:t>
            </a:r>
          </a:p>
          <a:p>
            <a:pPr lvl="0"/>
            <a:r>
              <a:rPr lang="en-US" sz="1200" kern="1200" dirty="0" smtClean="0">
                <a:solidFill>
                  <a:schemeClr val="tx1"/>
                </a:solidFill>
                <a:effectLst/>
                <a:latin typeface="+mn-lt"/>
                <a:ea typeface="+mn-ea"/>
                <a:cs typeface="+mn-cs"/>
              </a:rPr>
              <a:t>python RT_Simulator.py</a:t>
            </a:r>
          </a:p>
          <a:p>
            <a:pPr lvl="0"/>
            <a:r>
              <a:rPr lang="en-US" sz="1200" kern="1200" dirty="0" smtClean="0">
                <a:solidFill>
                  <a:schemeClr val="tx1"/>
                </a:solidFill>
                <a:effectLst/>
                <a:latin typeface="+mn-lt"/>
                <a:ea typeface="+mn-ea"/>
                <a:cs typeface="+mn-cs"/>
              </a:rPr>
              <a:t>python Simulator.py</a:t>
            </a:r>
          </a:p>
          <a:p>
            <a:r>
              <a:rPr lang="en-US" sz="1200" kern="1200" dirty="0" smtClean="0">
                <a:solidFill>
                  <a:schemeClr val="tx1"/>
                </a:solidFill>
                <a:effectLst/>
                <a:latin typeface="+mn-lt"/>
                <a:ea typeface="+mn-ea"/>
                <a:cs typeface="+mn-cs"/>
              </a:rPr>
              <a:t>Or you can uncomment a section of code in Simulator.py that creates threads for Bus Controller Simulator and Remote Terminal Simulator and then run the following command</a:t>
            </a:r>
          </a:p>
          <a:p>
            <a:pPr lvl="0"/>
            <a:r>
              <a:rPr lang="en-US" sz="1200" kern="1200" dirty="0" smtClean="0">
                <a:solidFill>
                  <a:schemeClr val="tx1"/>
                </a:solidFill>
                <a:effectLst/>
                <a:latin typeface="+mn-lt"/>
                <a:ea typeface="+mn-ea"/>
                <a:cs typeface="+mn-cs"/>
              </a:rPr>
              <a:t>python Simulator.py</a:t>
            </a:r>
          </a:p>
          <a:p>
            <a:r>
              <a:rPr lang="en-US" sz="1200" kern="1200" dirty="0" smtClean="0">
                <a:solidFill>
                  <a:schemeClr val="tx1"/>
                </a:solidFill>
                <a:effectLst/>
                <a:latin typeface="+mn-lt"/>
                <a:ea typeface="+mn-ea"/>
                <a:cs typeface="+mn-cs"/>
              </a:rPr>
              <a:t>Simulator.py only provides an example of how you can use BC and RT simulators. You can replace Simulator.py by any space application that needs to transfer any data using MIL-STD-1553. Apart from that, this whole repository is developed as a module. So, you can simply clone the repository into your application and can import it.</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 </a:t>
            </a:r>
          </a:p>
          <a:p>
            <a:r>
              <a:rPr lang="en-US" sz="1200" u="none" strike="noStrike" kern="1200" dirty="0" err="1" smtClean="0">
                <a:solidFill>
                  <a:schemeClr val="tx1"/>
                </a:solidFill>
                <a:effectLst/>
                <a:latin typeface="+mn-lt"/>
                <a:ea typeface="+mn-ea"/>
                <a:cs typeface="+mn-cs"/>
                <a:hlinkClick r:id="rId8"/>
              </a:rPr>
              <a:t>Arikatakur</a:t>
            </a:r>
            <a:r>
              <a:rPr lang="en-US" sz="1200" kern="1200" dirty="0" smtClean="0">
                <a:solidFill>
                  <a:schemeClr val="tx1"/>
                </a:solidFill>
                <a:effectLst/>
                <a:latin typeface="+mn-lt"/>
                <a:ea typeface="+mn-ea"/>
                <a:cs typeface="+mn-cs"/>
              </a:rPr>
              <a:t>/</a:t>
            </a:r>
            <a:r>
              <a:rPr lang="en-US" sz="1200" b="1" u="none" strike="noStrike" kern="1200" dirty="0" smtClean="0">
                <a:solidFill>
                  <a:schemeClr val="tx1"/>
                </a:solidFill>
                <a:effectLst/>
                <a:latin typeface="+mn-lt"/>
                <a:ea typeface="+mn-ea"/>
                <a:cs typeface="+mn-cs"/>
                <a:hlinkClick r:id="rId9"/>
              </a:rPr>
              <a:t>Network-Transmission-Simulator</a:t>
            </a:r>
            <a:endParaRPr lang="en-US" sz="14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https://github.com/Arikatakur/Network-Transmission-Simulator</a:t>
            </a:r>
            <a:endParaRPr lang="en-US" sz="1400" kern="1200" dirty="0" smtClean="0">
              <a:solidFill>
                <a:schemeClr val="tx1"/>
              </a:solidFill>
              <a:effectLst/>
              <a:latin typeface="+mn-lt"/>
              <a:ea typeface="+mn-ea"/>
              <a:cs typeface="+mn-cs"/>
            </a:endParaRPr>
          </a:p>
          <a:p>
            <a:r>
              <a:rPr lang="en-US" sz="1200" kern="1200" dirty="0" err="1" smtClean="0">
                <a:solidFill>
                  <a:schemeClr val="tx1"/>
                </a:solidFill>
                <a:effectLst/>
                <a:latin typeface="+mn-lt"/>
                <a:ea typeface="+mn-ea"/>
                <a:cs typeface="+mn-cs"/>
              </a:rPr>
              <a:t>imulates</a:t>
            </a:r>
            <a:r>
              <a:rPr lang="en-US" sz="1200" kern="1200" dirty="0" smtClean="0">
                <a:solidFill>
                  <a:schemeClr val="tx1"/>
                </a:solidFill>
                <a:effectLst/>
                <a:latin typeface="+mn-lt"/>
                <a:ea typeface="+mn-ea"/>
                <a:cs typeface="+mn-cs"/>
              </a:rPr>
              <a:t> network data transmission using the Stop-and-Wait protocol with acknowledgment packets. It includes:</a:t>
            </a:r>
          </a:p>
          <a:p>
            <a:pPr lvl="0"/>
            <a:r>
              <a:rPr lang="en-US" sz="1200" b="1" kern="1200" dirty="0" smtClean="0">
                <a:solidFill>
                  <a:schemeClr val="tx1"/>
                </a:solidFill>
                <a:effectLst/>
                <a:latin typeface="+mn-lt"/>
                <a:ea typeface="+mn-ea"/>
                <a:cs typeface="+mn-cs"/>
              </a:rPr>
              <a:t>Theoretical Calculator</a:t>
            </a:r>
            <a:r>
              <a:rPr lang="en-US" sz="1200" kern="1200" dirty="0" smtClean="0">
                <a:solidFill>
                  <a:schemeClr val="tx1"/>
                </a:solidFill>
                <a:effectLst/>
                <a:latin typeface="+mn-lt"/>
                <a:ea typeface="+mn-ea"/>
                <a:cs typeface="+mn-cs"/>
              </a:rPr>
              <a:t>: Computes the time required to send a file under ideal conditions.</a:t>
            </a:r>
          </a:p>
          <a:p>
            <a:pPr lvl="0"/>
            <a:r>
              <a:rPr lang="en-US" sz="1200" b="1" kern="1200" dirty="0" smtClean="0">
                <a:solidFill>
                  <a:schemeClr val="tx1"/>
                </a:solidFill>
                <a:effectLst/>
                <a:latin typeface="+mn-lt"/>
                <a:ea typeface="+mn-ea"/>
                <a:cs typeface="+mn-cs"/>
              </a:rPr>
              <a:t>UDP File Transfer Tools</a:t>
            </a:r>
            <a:r>
              <a:rPr lang="en-US" sz="1200" kern="1200" dirty="0" smtClean="0">
                <a:solidFill>
                  <a:schemeClr val="tx1"/>
                </a:solidFill>
                <a:effectLst/>
                <a:latin typeface="+mn-lt"/>
                <a:ea typeface="+mn-ea"/>
                <a:cs typeface="+mn-cs"/>
              </a:rPr>
              <a:t>: Sends files over a network using UDP and logs transmission details.</a:t>
            </a:r>
          </a:p>
          <a:p>
            <a:pPr lvl="0"/>
            <a:r>
              <a:rPr lang="en-US" sz="1200" b="1" kern="1200" dirty="0" smtClean="0">
                <a:solidFill>
                  <a:schemeClr val="tx1"/>
                </a:solidFill>
                <a:effectLst/>
                <a:latin typeface="+mn-lt"/>
                <a:ea typeface="+mn-ea"/>
                <a:cs typeface="+mn-cs"/>
              </a:rPr>
              <a:t>Experimentation Framework</a:t>
            </a:r>
            <a:r>
              <a:rPr lang="en-US" sz="1200" kern="1200" dirty="0" smtClean="0">
                <a:solidFill>
                  <a:schemeClr val="tx1"/>
                </a:solidFill>
                <a:effectLst/>
                <a:latin typeface="+mn-lt"/>
                <a:ea typeface="+mn-ea"/>
                <a:cs typeface="+mn-cs"/>
              </a:rPr>
              <a:t>: Measures and compares theoretical vs. actual transmission times.</a:t>
            </a:r>
          </a:p>
          <a:p>
            <a:r>
              <a:rPr lang="en-US" sz="1200" b="1" kern="1200" dirty="0" smtClean="0">
                <a:solidFill>
                  <a:schemeClr val="tx1"/>
                </a:solidFill>
                <a:effectLst/>
                <a:latin typeface="+mn-lt"/>
                <a:ea typeface="+mn-ea"/>
                <a:cs typeface="+mn-cs"/>
              </a:rPr>
              <a:t>Features</a:t>
            </a:r>
          </a:p>
          <a:p>
            <a:pPr lvl="0"/>
            <a:r>
              <a:rPr lang="en-US" sz="1200" kern="1200" dirty="0" smtClean="0">
                <a:solidFill>
                  <a:schemeClr val="tx1"/>
                </a:solidFill>
                <a:effectLst/>
                <a:latin typeface="+mn-lt"/>
                <a:ea typeface="+mn-ea"/>
                <a:cs typeface="+mn-cs"/>
              </a:rPr>
              <a:t>Command-line interface for both theoretical calculations and actual file transmission.</a:t>
            </a:r>
          </a:p>
          <a:p>
            <a:pPr lvl="0"/>
            <a:r>
              <a:rPr lang="en-US" sz="1200" kern="1200" dirty="0" smtClean="0">
                <a:solidFill>
                  <a:schemeClr val="tx1"/>
                </a:solidFill>
                <a:effectLst/>
                <a:latin typeface="+mn-lt"/>
                <a:ea typeface="+mn-ea"/>
                <a:cs typeface="+mn-cs"/>
              </a:rPr>
              <a:t>Logs packet transmission details, acknowledgments, and final results.</a:t>
            </a:r>
          </a:p>
          <a:p>
            <a:pPr lvl="0"/>
            <a:r>
              <a:rPr lang="en-US" sz="1200" kern="1200" dirty="0" smtClean="0">
                <a:solidFill>
                  <a:schemeClr val="tx1"/>
                </a:solidFill>
                <a:effectLst/>
                <a:latin typeface="+mn-lt"/>
                <a:ea typeface="+mn-ea"/>
                <a:cs typeface="+mn-cs"/>
              </a:rPr>
              <a:t>Javadoc documentation for all classes and methods.</a:t>
            </a:r>
          </a:p>
          <a:p>
            <a:pPr lvl="0"/>
            <a:r>
              <a:rPr lang="en-US" sz="1200" kern="1200" dirty="0" smtClean="0">
                <a:solidFill>
                  <a:schemeClr val="tx1"/>
                </a:solidFill>
                <a:effectLst/>
                <a:latin typeface="+mn-lt"/>
                <a:ea typeface="+mn-ea"/>
                <a:cs typeface="+mn-cs"/>
              </a:rPr>
              <a:t>Test cases for robust verification.</a:t>
            </a:r>
          </a:p>
          <a:p>
            <a:r>
              <a:rPr lang="en-US" sz="1200" b="1" kern="1200" dirty="0" smtClean="0">
                <a:solidFill>
                  <a:schemeClr val="tx1"/>
                </a:solidFill>
                <a:effectLst/>
                <a:latin typeface="+mn-lt"/>
                <a:ea typeface="+mn-ea"/>
                <a:cs typeface="+mn-cs"/>
              </a:rPr>
              <a:t>Requirements</a:t>
            </a:r>
          </a:p>
          <a:p>
            <a:pPr lvl="0"/>
            <a:r>
              <a:rPr lang="en-US" sz="1200" b="1" kern="1200" dirty="0" smtClean="0">
                <a:solidFill>
                  <a:schemeClr val="tx1"/>
                </a:solidFill>
                <a:effectLst/>
                <a:latin typeface="+mn-lt"/>
                <a:ea typeface="+mn-ea"/>
                <a:cs typeface="+mn-cs"/>
              </a:rPr>
              <a:t>Java Development Kit (JDK)</a:t>
            </a:r>
            <a:r>
              <a:rPr lang="en-US" sz="1200" kern="1200" dirty="0" smtClean="0">
                <a:solidFill>
                  <a:schemeClr val="tx1"/>
                </a:solidFill>
                <a:effectLst/>
                <a:latin typeface="+mn-lt"/>
                <a:ea typeface="+mn-ea"/>
                <a:cs typeface="+mn-cs"/>
              </a:rPr>
              <a:t> version 8 or higher.</a:t>
            </a:r>
          </a:p>
          <a:p>
            <a:pPr lvl="0"/>
            <a:r>
              <a:rPr lang="en-US" sz="1200" kern="1200" dirty="0" smtClean="0">
                <a:solidFill>
                  <a:schemeClr val="tx1"/>
                </a:solidFill>
                <a:effectLst/>
                <a:latin typeface="+mn-lt"/>
                <a:ea typeface="+mn-ea"/>
                <a:cs typeface="+mn-cs"/>
              </a:rPr>
              <a:t>Two computers on the same network for experimentation.</a:t>
            </a:r>
          </a:p>
          <a:p>
            <a:pPr lvl="0"/>
            <a:r>
              <a:rPr lang="en-US" sz="1200" kern="1200" dirty="0" smtClean="0">
                <a:solidFill>
                  <a:schemeClr val="tx1"/>
                </a:solidFill>
                <a:effectLst/>
                <a:latin typeface="+mn-lt"/>
                <a:ea typeface="+mn-ea"/>
                <a:cs typeface="+mn-cs"/>
              </a:rPr>
              <a:t>Tools:</a:t>
            </a:r>
          </a:p>
          <a:p>
            <a:pPr lvl="1"/>
            <a:r>
              <a:rPr lang="en-US" sz="1200" u="sng" kern="1200" dirty="0" err="1" smtClean="0">
                <a:solidFill>
                  <a:schemeClr val="tx1"/>
                </a:solidFill>
                <a:effectLst/>
                <a:latin typeface="+mn-lt"/>
                <a:ea typeface="+mn-ea"/>
                <a:cs typeface="+mn-cs"/>
                <a:hlinkClick r:id="rId10"/>
              </a:rPr>
              <a:t>iperf</a:t>
            </a:r>
            <a:r>
              <a:rPr lang="en-US" sz="1200" kern="1200" dirty="0" smtClean="0">
                <a:solidFill>
                  <a:schemeClr val="tx1"/>
                </a:solidFill>
                <a:effectLst/>
                <a:latin typeface="+mn-lt"/>
                <a:ea typeface="+mn-ea"/>
                <a:cs typeface="+mn-cs"/>
              </a:rPr>
              <a:t> for bandwidth measurement.</a:t>
            </a:r>
          </a:p>
          <a:p>
            <a:pPr lvl="1"/>
            <a:r>
              <a:rPr lang="en-US" sz="1200" u="sng" kern="1200" dirty="0" smtClean="0">
                <a:solidFill>
                  <a:schemeClr val="tx1"/>
                </a:solidFill>
                <a:effectLst/>
                <a:latin typeface="+mn-lt"/>
                <a:ea typeface="+mn-ea"/>
                <a:cs typeface="+mn-cs"/>
                <a:hlinkClick r:id="rId11"/>
              </a:rPr>
              <a:t>Wireshark</a:t>
            </a:r>
            <a:r>
              <a:rPr lang="en-US" sz="1200" kern="1200" dirty="0" smtClean="0">
                <a:solidFill>
                  <a:schemeClr val="tx1"/>
                </a:solidFill>
                <a:effectLst/>
                <a:latin typeface="+mn-lt"/>
                <a:ea typeface="+mn-ea"/>
                <a:cs typeface="+mn-cs"/>
              </a:rPr>
              <a:t> for packet analysis.</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Design of data communication networks using simulation techniques</a:t>
            </a:r>
          </a:p>
          <a:p>
            <a:r>
              <a:rPr lang="en-US" sz="1200"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A Simulator for FANETs Using 5G Vehicle-to-Everything Communications and Named-Data Networking</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https://arxiv.org/html/2510.13823v1</a:t>
            </a:r>
          </a:p>
          <a:p>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1</a:t>
            </a:fld>
            <a:endParaRPr lang="en-US"/>
          </a:p>
        </p:txBody>
      </p:sp>
    </p:spTree>
    <p:extLst>
      <p:ext uri="{BB962C8B-B14F-4D97-AF65-F5344CB8AC3E}">
        <p14:creationId xmlns:p14="http://schemas.microsoft.com/office/powerpoint/2010/main" val="18113283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data communication simulator</a:t>
            </a:r>
          </a:p>
          <a:p>
            <a:r>
              <a:rPr lang="en-US" sz="1200" kern="1200" dirty="0" smtClean="0">
                <a:solidFill>
                  <a:schemeClr val="tx1"/>
                </a:solidFill>
                <a:effectLst/>
                <a:latin typeface="+mn-lt"/>
                <a:ea typeface="+mn-ea"/>
                <a:cs typeface="+mn-cs"/>
              </a:rPr>
              <a:t> </a:t>
            </a:r>
          </a:p>
          <a:p>
            <a:r>
              <a:rPr lang="en-US" sz="1200" u="sng" kern="1200" dirty="0" smtClean="0">
                <a:solidFill>
                  <a:schemeClr val="tx1"/>
                </a:solidFill>
                <a:effectLst/>
                <a:latin typeface="+mn-lt"/>
                <a:ea typeface="+mn-ea"/>
                <a:cs typeface="+mn-cs"/>
                <a:hlinkClick r:id="rId3"/>
              </a:rPr>
              <a:t>https://github.com/yetanalytics/datasim</a:t>
            </a: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Quantum Communication Simulator</a:t>
            </a:r>
          </a:p>
          <a:p>
            <a:r>
              <a:rPr lang="en-US" sz="1200" u="sng" kern="1200" dirty="0" smtClean="0">
                <a:solidFill>
                  <a:schemeClr val="tx1"/>
                </a:solidFill>
                <a:effectLst/>
                <a:latin typeface="+mn-lt"/>
                <a:ea typeface="+mn-ea"/>
                <a:cs typeface="+mn-cs"/>
                <a:hlinkClick r:id="rId4"/>
              </a:rPr>
              <a:t>https://github.com/Slygriyrsk/quantum-communication-simulator</a:t>
            </a:r>
            <a:endParaRPr lang="en-US" sz="1200"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MIL-STD-1553-Simulator</a:t>
            </a:r>
          </a:p>
          <a:p>
            <a:r>
              <a:rPr lang="en-US" sz="1200" kern="1200" dirty="0" smtClean="0">
                <a:solidFill>
                  <a:schemeClr val="tx1"/>
                </a:solidFill>
                <a:effectLst/>
                <a:latin typeface="+mn-lt"/>
                <a:ea typeface="+mn-ea"/>
                <a:cs typeface="+mn-cs"/>
              </a:rPr>
              <a:t>MIL-STD-1553 is a serial communication protocol that is used in </a:t>
            </a:r>
            <a:r>
              <a:rPr lang="en-US" sz="1200" kern="1200" dirty="0" err="1" smtClean="0">
                <a:solidFill>
                  <a:schemeClr val="tx1"/>
                </a:solidFill>
                <a:effectLst/>
                <a:latin typeface="+mn-lt"/>
                <a:ea typeface="+mn-ea"/>
                <a:cs typeface="+mn-cs"/>
              </a:rPr>
              <a:t>spacecrafts</a:t>
            </a:r>
            <a:r>
              <a:rPr lang="en-US" sz="1200" kern="1200" dirty="0" smtClean="0">
                <a:solidFill>
                  <a:schemeClr val="tx1"/>
                </a:solidFill>
                <a:effectLst/>
                <a:latin typeface="+mn-lt"/>
                <a:ea typeface="+mn-ea"/>
                <a:cs typeface="+mn-cs"/>
              </a:rPr>
              <a:t> for internal communication. A spacecraft consists of various components like main computer, star tracker, fly wheel, temperature sensor, cameras (also called as Remote Terminals) etc. The main computer needs to communicate with all the other peripherals to get the data and send it to ground station for further processing. This internal communication is done by a serial bus called MIL-STD-1553. This repository contains a simulation for this protocol. It can be used to create any space applications by importing the simulator into your code.</a:t>
            </a:r>
          </a:p>
          <a:p>
            <a:r>
              <a:rPr lang="en-US" sz="1200" kern="1200" dirty="0" smtClean="0">
                <a:solidFill>
                  <a:schemeClr val="tx1"/>
                </a:solidFill>
                <a:effectLst/>
                <a:latin typeface="+mn-lt"/>
                <a:ea typeface="+mn-ea"/>
                <a:cs typeface="+mn-cs"/>
              </a:rPr>
              <a:t>MIL-STD-1553 has Bus Controller that orchestrates the transmission and reception of data on the serial bus. It always initiates the communication and commands Remote Terminal for sending or receiving data. Only one node or Remote Terminal can send data on the bus at a given moment when ordered by the Bus Controller. The details of the protocol can be found in </a:t>
            </a:r>
            <a:r>
              <a:rPr lang="en-US" sz="1200" u="sng" kern="1200" dirty="0" smtClean="0">
                <a:solidFill>
                  <a:schemeClr val="tx1"/>
                </a:solidFill>
                <a:effectLst/>
                <a:latin typeface="+mn-lt"/>
                <a:ea typeface="+mn-ea"/>
                <a:cs typeface="+mn-cs"/>
                <a:hlinkClick r:id="rId5"/>
              </a:rPr>
              <a:t>MIL-STD-1553 Tutorial and Reference</a:t>
            </a:r>
            <a:r>
              <a:rPr lang="en-US" sz="1200" kern="1200" dirty="0" smtClean="0">
                <a:solidFill>
                  <a:schemeClr val="tx1"/>
                </a:solidFill>
                <a:effectLst/>
                <a:latin typeface="+mn-lt"/>
                <a:ea typeface="+mn-ea"/>
                <a:cs typeface="+mn-cs"/>
              </a:rPr>
              <a:t> document by Alta </a:t>
            </a:r>
            <a:r>
              <a:rPr lang="en-US" sz="1200" kern="1200" dirty="0" err="1" smtClean="0">
                <a:solidFill>
                  <a:schemeClr val="tx1"/>
                </a:solidFill>
                <a:effectLst/>
                <a:latin typeface="+mn-lt"/>
                <a:ea typeface="+mn-ea"/>
                <a:cs typeface="+mn-cs"/>
              </a:rPr>
              <a:t>dt.</a:t>
            </a:r>
            <a:endParaRPr lang="en-US" sz="1200"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About This Repository:</a:t>
            </a:r>
          </a:p>
          <a:p>
            <a:r>
              <a:rPr lang="en-US" sz="1200" kern="1200" dirty="0" smtClean="0">
                <a:solidFill>
                  <a:schemeClr val="tx1"/>
                </a:solidFill>
                <a:effectLst/>
                <a:latin typeface="+mn-lt"/>
                <a:ea typeface="+mn-ea"/>
                <a:cs typeface="+mn-cs"/>
              </a:rPr>
              <a:t>This repository segregated based on various components that are described in the MIL-STD-1553 standard. Two of the most important components are Bus Controller and Remote Terminals. For a small network, one serial bus can handle up to 31 remote terminals and one bus controller. This repository is divided into two parts. Bus Controller Simulator and Remote Terminal Simulator. Both the components have separate set of functionalities.</a:t>
            </a:r>
          </a:p>
          <a:p>
            <a:pPr lvl="0"/>
            <a:r>
              <a:rPr lang="en-US" sz="1200" u="sng" kern="1200" dirty="0" smtClean="0">
                <a:solidFill>
                  <a:schemeClr val="tx1"/>
                </a:solidFill>
                <a:effectLst/>
                <a:latin typeface="+mn-lt"/>
                <a:ea typeface="+mn-ea"/>
                <a:cs typeface="+mn-cs"/>
                <a:hlinkClick r:id="rId6"/>
              </a:rPr>
              <a:t>Bus Controller Simulator</a:t>
            </a:r>
            <a:r>
              <a:rPr lang="en-US" sz="1200" kern="1200" dirty="0" smtClean="0">
                <a:solidFill>
                  <a:schemeClr val="tx1"/>
                </a:solidFill>
                <a:effectLst/>
                <a:latin typeface="+mn-lt"/>
                <a:ea typeface="+mn-ea"/>
                <a:cs typeface="+mn-cs"/>
              </a:rPr>
              <a:t> : This simulator is responsible to understand the requirements from the Flight Software or Spacecraft computer and send commands and data to Remote Terminal.</a:t>
            </a:r>
          </a:p>
          <a:p>
            <a:pPr lvl="0"/>
            <a:r>
              <a:rPr lang="en-US" sz="1200" u="sng" kern="1200" dirty="0" smtClean="0">
                <a:solidFill>
                  <a:schemeClr val="tx1"/>
                </a:solidFill>
                <a:effectLst/>
                <a:latin typeface="+mn-lt"/>
                <a:ea typeface="+mn-ea"/>
                <a:cs typeface="+mn-cs"/>
                <a:hlinkClick r:id="rId7"/>
              </a:rPr>
              <a:t>Remote Terminal Simulator</a:t>
            </a:r>
            <a:r>
              <a:rPr lang="en-US" sz="1200" kern="1200" dirty="0" smtClean="0">
                <a:solidFill>
                  <a:schemeClr val="tx1"/>
                </a:solidFill>
                <a:effectLst/>
                <a:latin typeface="+mn-lt"/>
                <a:ea typeface="+mn-ea"/>
                <a:cs typeface="+mn-cs"/>
              </a:rPr>
              <a:t> : This simulator is responsible for understanding the commands or data </a:t>
            </a:r>
            <a:r>
              <a:rPr lang="en-US" sz="1200" kern="1200" dirty="0" err="1" smtClean="0">
                <a:solidFill>
                  <a:schemeClr val="tx1"/>
                </a:solidFill>
                <a:effectLst/>
                <a:latin typeface="+mn-lt"/>
                <a:ea typeface="+mn-ea"/>
                <a:cs typeface="+mn-cs"/>
              </a:rPr>
              <a:t>comming</a:t>
            </a:r>
            <a:r>
              <a:rPr lang="en-US" sz="1200" kern="1200" dirty="0" smtClean="0">
                <a:solidFill>
                  <a:schemeClr val="tx1"/>
                </a:solidFill>
                <a:effectLst/>
                <a:latin typeface="+mn-lt"/>
                <a:ea typeface="+mn-ea"/>
                <a:cs typeface="+mn-cs"/>
              </a:rPr>
              <a:t> from the Bus Controller and send status and data based on the requirements sent by the Bus Controller.</a:t>
            </a:r>
          </a:p>
          <a:p>
            <a:r>
              <a:rPr lang="en-US" sz="1200" b="1" kern="1200" dirty="0" smtClean="0">
                <a:solidFill>
                  <a:schemeClr val="tx1"/>
                </a:solidFill>
                <a:effectLst/>
                <a:latin typeface="+mn-lt"/>
                <a:ea typeface="+mn-ea"/>
                <a:cs typeface="+mn-cs"/>
              </a:rPr>
              <a:t>How To Use This Simulator</a:t>
            </a:r>
          </a:p>
          <a:p>
            <a:r>
              <a:rPr lang="en-US" sz="1200" kern="1200" dirty="0" smtClean="0">
                <a:solidFill>
                  <a:schemeClr val="tx1"/>
                </a:solidFill>
                <a:effectLst/>
                <a:latin typeface="+mn-lt"/>
                <a:ea typeface="+mn-ea"/>
                <a:cs typeface="+mn-cs"/>
              </a:rPr>
              <a:t>https://github.com/ShubhankarKulkarni/MIL-STD-1553-Simulator</a:t>
            </a:r>
          </a:p>
          <a:p>
            <a:r>
              <a:rPr lang="en-US" sz="1200" kern="1200" dirty="0" smtClean="0">
                <a:solidFill>
                  <a:schemeClr val="tx1"/>
                </a:solidFill>
                <a:effectLst/>
                <a:latin typeface="+mn-lt"/>
                <a:ea typeface="+mn-ea"/>
                <a:cs typeface="+mn-cs"/>
              </a:rPr>
              <a:t>This simulator uses </a:t>
            </a:r>
            <a:r>
              <a:rPr lang="en-US" sz="1200" kern="1200" dirty="0" err="1" smtClean="0">
                <a:solidFill>
                  <a:schemeClr val="tx1"/>
                </a:solidFill>
                <a:effectLst/>
                <a:latin typeface="+mn-lt"/>
                <a:ea typeface="+mn-ea"/>
                <a:cs typeface="+mn-cs"/>
              </a:rPr>
              <a:t>ethernet</a:t>
            </a:r>
            <a:r>
              <a:rPr lang="en-US" sz="1200" kern="1200" dirty="0" smtClean="0">
                <a:solidFill>
                  <a:schemeClr val="tx1"/>
                </a:solidFill>
                <a:effectLst/>
                <a:latin typeface="+mn-lt"/>
                <a:ea typeface="+mn-ea"/>
                <a:cs typeface="+mn-cs"/>
              </a:rPr>
              <a:t> communication instead of the actual physical communication that is mentioned in the </a:t>
            </a:r>
            <a:r>
              <a:rPr lang="en-US" sz="1200" kern="1200" dirty="0" err="1" smtClean="0">
                <a:solidFill>
                  <a:schemeClr val="tx1"/>
                </a:solidFill>
                <a:effectLst/>
                <a:latin typeface="+mn-lt"/>
                <a:ea typeface="+mn-ea"/>
                <a:cs typeface="+mn-cs"/>
              </a:rPr>
              <a:t>standars</a:t>
            </a:r>
            <a:r>
              <a:rPr lang="en-US" sz="1200" kern="1200" dirty="0" smtClean="0">
                <a:solidFill>
                  <a:schemeClr val="tx1"/>
                </a:solidFill>
                <a:effectLst/>
                <a:latin typeface="+mn-lt"/>
                <a:ea typeface="+mn-ea"/>
                <a:cs typeface="+mn-cs"/>
              </a:rPr>
              <a:t>. The standard is developed taking harsh and noisy conditions into account. The simulator majorly focuses on data layer of the standard. Based on this, you can either deploy both the simulators on the same machine and test it over the local loopback or you can deploy separate simulators on separate machines in a single subnet or same network.</a:t>
            </a:r>
          </a:p>
          <a:p>
            <a:r>
              <a:rPr lang="en-US" sz="1200" kern="1200" dirty="0" smtClean="0">
                <a:solidFill>
                  <a:schemeClr val="tx1"/>
                </a:solidFill>
                <a:effectLst/>
                <a:latin typeface="+mn-lt"/>
                <a:ea typeface="+mn-ea"/>
                <a:cs typeface="+mn-cs"/>
              </a:rPr>
              <a:t>You can run the following commands to run the simulators</a:t>
            </a:r>
          </a:p>
          <a:p>
            <a:pPr lvl="0"/>
            <a:r>
              <a:rPr lang="en-US" sz="1200" kern="1200" dirty="0" smtClean="0">
                <a:solidFill>
                  <a:schemeClr val="tx1"/>
                </a:solidFill>
                <a:effectLst/>
                <a:latin typeface="+mn-lt"/>
                <a:ea typeface="+mn-ea"/>
                <a:cs typeface="+mn-cs"/>
              </a:rPr>
              <a:t>python BC_Simulator.py</a:t>
            </a:r>
          </a:p>
          <a:p>
            <a:pPr lvl="0"/>
            <a:r>
              <a:rPr lang="en-US" sz="1200" kern="1200" dirty="0" smtClean="0">
                <a:solidFill>
                  <a:schemeClr val="tx1"/>
                </a:solidFill>
                <a:effectLst/>
                <a:latin typeface="+mn-lt"/>
                <a:ea typeface="+mn-ea"/>
                <a:cs typeface="+mn-cs"/>
              </a:rPr>
              <a:t>python RT_Simulator.py</a:t>
            </a:r>
          </a:p>
          <a:p>
            <a:pPr lvl="0"/>
            <a:r>
              <a:rPr lang="en-US" sz="1200" kern="1200" dirty="0" smtClean="0">
                <a:solidFill>
                  <a:schemeClr val="tx1"/>
                </a:solidFill>
                <a:effectLst/>
                <a:latin typeface="+mn-lt"/>
                <a:ea typeface="+mn-ea"/>
                <a:cs typeface="+mn-cs"/>
              </a:rPr>
              <a:t>python Simulator.py</a:t>
            </a:r>
          </a:p>
          <a:p>
            <a:r>
              <a:rPr lang="en-US" sz="1200" kern="1200" dirty="0" smtClean="0">
                <a:solidFill>
                  <a:schemeClr val="tx1"/>
                </a:solidFill>
                <a:effectLst/>
                <a:latin typeface="+mn-lt"/>
                <a:ea typeface="+mn-ea"/>
                <a:cs typeface="+mn-cs"/>
              </a:rPr>
              <a:t>Or you can uncomment a section of code in Simulator.py that creates threads for Bus Controller Simulator and Remote Terminal Simulator and then run the following command</a:t>
            </a:r>
          </a:p>
          <a:p>
            <a:pPr lvl="0"/>
            <a:r>
              <a:rPr lang="en-US" sz="1200" kern="1200" dirty="0" smtClean="0">
                <a:solidFill>
                  <a:schemeClr val="tx1"/>
                </a:solidFill>
                <a:effectLst/>
                <a:latin typeface="+mn-lt"/>
                <a:ea typeface="+mn-ea"/>
                <a:cs typeface="+mn-cs"/>
              </a:rPr>
              <a:t>python Simulator.py</a:t>
            </a:r>
          </a:p>
          <a:p>
            <a:r>
              <a:rPr lang="en-US" sz="1200" kern="1200" dirty="0" smtClean="0">
                <a:solidFill>
                  <a:schemeClr val="tx1"/>
                </a:solidFill>
                <a:effectLst/>
                <a:latin typeface="+mn-lt"/>
                <a:ea typeface="+mn-ea"/>
                <a:cs typeface="+mn-cs"/>
              </a:rPr>
              <a:t>Simulator.py only provides an example of how you can use BC and RT simulators. You can replace Simulator.py by any space application that needs to transfer any data using MIL-STD-1553. Apart from that, this whole repository is developed as a module. So, you can simply clone the repository into your application and can import it.</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 </a:t>
            </a:r>
          </a:p>
          <a:p>
            <a:r>
              <a:rPr lang="en-US" sz="1200" u="none" strike="noStrike" kern="1200" dirty="0" err="1" smtClean="0">
                <a:solidFill>
                  <a:schemeClr val="tx1"/>
                </a:solidFill>
                <a:effectLst/>
                <a:latin typeface="+mn-lt"/>
                <a:ea typeface="+mn-ea"/>
                <a:cs typeface="+mn-cs"/>
                <a:hlinkClick r:id="rId8"/>
              </a:rPr>
              <a:t>Arikatakur</a:t>
            </a:r>
            <a:r>
              <a:rPr lang="en-US" sz="1200" kern="1200" dirty="0" smtClean="0">
                <a:solidFill>
                  <a:schemeClr val="tx1"/>
                </a:solidFill>
                <a:effectLst/>
                <a:latin typeface="+mn-lt"/>
                <a:ea typeface="+mn-ea"/>
                <a:cs typeface="+mn-cs"/>
              </a:rPr>
              <a:t>/</a:t>
            </a:r>
            <a:r>
              <a:rPr lang="en-US" sz="1200" b="1" u="none" strike="noStrike" kern="1200" dirty="0" smtClean="0">
                <a:solidFill>
                  <a:schemeClr val="tx1"/>
                </a:solidFill>
                <a:effectLst/>
                <a:latin typeface="+mn-lt"/>
                <a:ea typeface="+mn-ea"/>
                <a:cs typeface="+mn-cs"/>
                <a:hlinkClick r:id="rId9"/>
              </a:rPr>
              <a:t>Network-Transmission-Simulator</a:t>
            </a:r>
            <a:endParaRPr lang="en-US" sz="14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https://github.com/Arikatakur/Network-Transmission-Simulator</a:t>
            </a:r>
            <a:endParaRPr lang="en-US" sz="1400" kern="1200" dirty="0" smtClean="0">
              <a:solidFill>
                <a:schemeClr val="tx1"/>
              </a:solidFill>
              <a:effectLst/>
              <a:latin typeface="+mn-lt"/>
              <a:ea typeface="+mn-ea"/>
              <a:cs typeface="+mn-cs"/>
            </a:endParaRPr>
          </a:p>
          <a:p>
            <a:r>
              <a:rPr lang="en-US" sz="1200" kern="1200" dirty="0" err="1" smtClean="0">
                <a:solidFill>
                  <a:schemeClr val="tx1"/>
                </a:solidFill>
                <a:effectLst/>
                <a:latin typeface="+mn-lt"/>
                <a:ea typeface="+mn-ea"/>
                <a:cs typeface="+mn-cs"/>
              </a:rPr>
              <a:t>imulates</a:t>
            </a:r>
            <a:r>
              <a:rPr lang="en-US" sz="1200" kern="1200" dirty="0" smtClean="0">
                <a:solidFill>
                  <a:schemeClr val="tx1"/>
                </a:solidFill>
                <a:effectLst/>
                <a:latin typeface="+mn-lt"/>
                <a:ea typeface="+mn-ea"/>
                <a:cs typeface="+mn-cs"/>
              </a:rPr>
              <a:t> network data transmission using the Stop-and-Wait protocol with acknowledgment packets. It includes:</a:t>
            </a:r>
          </a:p>
          <a:p>
            <a:pPr lvl="0"/>
            <a:r>
              <a:rPr lang="en-US" sz="1200" b="1" kern="1200" dirty="0" smtClean="0">
                <a:solidFill>
                  <a:schemeClr val="tx1"/>
                </a:solidFill>
                <a:effectLst/>
                <a:latin typeface="+mn-lt"/>
                <a:ea typeface="+mn-ea"/>
                <a:cs typeface="+mn-cs"/>
              </a:rPr>
              <a:t>Theoretical Calculator</a:t>
            </a:r>
            <a:r>
              <a:rPr lang="en-US" sz="1200" kern="1200" dirty="0" smtClean="0">
                <a:solidFill>
                  <a:schemeClr val="tx1"/>
                </a:solidFill>
                <a:effectLst/>
                <a:latin typeface="+mn-lt"/>
                <a:ea typeface="+mn-ea"/>
                <a:cs typeface="+mn-cs"/>
              </a:rPr>
              <a:t>: Computes the time required to send a file under ideal conditions.</a:t>
            </a:r>
          </a:p>
          <a:p>
            <a:pPr lvl="0"/>
            <a:r>
              <a:rPr lang="en-US" sz="1200" b="1" kern="1200" dirty="0" smtClean="0">
                <a:solidFill>
                  <a:schemeClr val="tx1"/>
                </a:solidFill>
                <a:effectLst/>
                <a:latin typeface="+mn-lt"/>
                <a:ea typeface="+mn-ea"/>
                <a:cs typeface="+mn-cs"/>
              </a:rPr>
              <a:t>UDP File Transfer Tools</a:t>
            </a:r>
            <a:r>
              <a:rPr lang="en-US" sz="1200" kern="1200" dirty="0" smtClean="0">
                <a:solidFill>
                  <a:schemeClr val="tx1"/>
                </a:solidFill>
                <a:effectLst/>
                <a:latin typeface="+mn-lt"/>
                <a:ea typeface="+mn-ea"/>
                <a:cs typeface="+mn-cs"/>
              </a:rPr>
              <a:t>: Sends files over a network using UDP and logs transmission details.</a:t>
            </a:r>
          </a:p>
          <a:p>
            <a:pPr lvl="0"/>
            <a:r>
              <a:rPr lang="en-US" sz="1200" b="1" kern="1200" dirty="0" smtClean="0">
                <a:solidFill>
                  <a:schemeClr val="tx1"/>
                </a:solidFill>
                <a:effectLst/>
                <a:latin typeface="+mn-lt"/>
                <a:ea typeface="+mn-ea"/>
                <a:cs typeface="+mn-cs"/>
              </a:rPr>
              <a:t>Experimentation Framework</a:t>
            </a:r>
            <a:r>
              <a:rPr lang="en-US" sz="1200" kern="1200" dirty="0" smtClean="0">
                <a:solidFill>
                  <a:schemeClr val="tx1"/>
                </a:solidFill>
                <a:effectLst/>
                <a:latin typeface="+mn-lt"/>
                <a:ea typeface="+mn-ea"/>
                <a:cs typeface="+mn-cs"/>
              </a:rPr>
              <a:t>: Measures and compares theoretical vs. actual transmission times.</a:t>
            </a:r>
          </a:p>
          <a:p>
            <a:r>
              <a:rPr lang="en-US" sz="1200" b="1" kern="1200" dirty="0" smtClean="0">
                <a:solidFill>
                  <a:schemeClr val="tx1"/>
                </a:solidFill>
                <a:effectLst/>
                <a:latin typeface="+mn-lt"/>
                <a:ea typeface="+mn-ea"/>
                <a:cs typeface="+mn-cs"/>
              </a:rPr>
              <a:t>Features</a:t>
            </a:r>
          </a:p>
          <a:p>
            <a:pPr lvl="0"/>
            <a:r>
              <a:rPr lang="en-US" sz="1200" kern="1200" dirty="0" smtClean="0">
                <a:solidFill>
                  <a:schemeClr val="tx1"/>
                </a:solidFill>
                <a:effectLst/>
                <a:latin typeface="+mn-lt"/>
                <a:ea typeface="+mn-ea"/>
                <a:cs typeface="+mn-cs"/>
              </a:rPr>
              <a:t>Command-line interface for both theoretical calculations and actual file transmission.</a:t>
            </a:r>
          </a:p>
          <a:p>
            <a:pPr lvl="0"/>
            <a:r>
              <a:rPr lang="en-US" sz="1200" kern="1200" dirty="0" smtClean="0">
                <a:solidFill>
                  <a:schemeClr val="tx1"/>
                </a:solidFill>
                <a:effectLst/>
                <a:latin typeface="+mn-lt"/>
                <a:ea typeface="+mn-ea"/>
                <a:cs typeface="+mn-cs"/>
              </a:rPr>
              <a:t>Logs packet transmission details, acknowledgments, and final results.</a:t>
            </a:r>
          </a:p>
          <a:p>
            <a:pPr lvl="0"/>
            <a:r>
              <a:rPr lang="en-US" sz="1200" kern="1200" dirty="0" smtClean="0">
                <a:solidFill>
                  <a:schemeClr val="tx1"/>
                </a:solidFill>
                <a:effectLst/>
                <a:latin typeface="+mn-lt"/>
                <a:ea typeface="+mn-ea"/>
                <a:cs typeface="+mn-cs"/>
              </a:rPr>
              <a:t>Javadoc documentation for all classes and methods.</a:t>
            </a:r>
          </a:p>
          <a:p>
            <a:pPr lvl="0"/>
            <a:r>
              <a:rPr lang="en-US" sz="1200" kern="1200" dirty="0" smtClean="0">
                <a:solidFill>
                  <a:schemeClr val="tx1"/>
                </a:solidFill>
                <a:effectLst/>
                <a:latin typeface="+mn-lt"/>
                <a:ea typeface="+mn-ea"/>
                <a:cs typeface="+mn-cs"/>
              </a:rPr>
              <a:t>Test cases for robust verification.</a:t>
            </a:r>
          </a:p>
          <a:p>
            <a:r>
              <a:rPr lang="en-US" sz="1200" b="1" kern="1200" dirty="0" smtClean="0">
                <a:solidFill>
                  <a:schemeClr val="tx1"/>
                </a:solidFill>
                <a:effectLst/>
                <a:latin typeface="+mn-lt"/>
                <a:ea typeface="+mn-ea"/>
                <a:cs typeface="+mn-cs"/>
              </a:rPr>
              <a:t>Requirements</a:t>
            </a:r>
          </a:p>
          <a:p>
            <a:pPr lvl="0"/>
            <a:r>
              <a:rPr lang="en-US" sz="1200" b="1" kern="1200" dirty="0" smtClean="0">
                <a:solidFill>
                  <a:schemeClr val="tx1"/>
                </a:solidFill>
                <a:effectLst/>
                <a:latin typeface="+mn-lt"/>
                <a:ea typeface="+mn-ea"/>
                <a:cs typeface="+mn-cs"/>
              </a:rPr>
              <a:t>Java Development Kit (JDK)</a:t>
            </a:r>
            <a:r>
              <a:rPr lang="en-US" sz="1200" kern="1200" dirty="0" smtClean="0">
                <a:solidFill>
                  <a:schemeClr val="tx1"/>
                </a:solidFill>
                <a:effectLst/>
                <a:latin typeface="+mn-lt"/>
                <a:ea typeface="+mn-ea"/>
                <a:cs typeface="+mn-cs"/>
              </a:rPr>
              <a:t> version 8 or higher.</a:t>
            </a:r>
          </a:p>
          <a:p>
            <a:pPr lvl="0"/>
            <a:r>
              <a:rPr lang="en-US" sz="1200" kern="1200" dirty="0" smtClean="0">
                <a:solidFill>
                  <a:schemeClr val="tx1"/>
                </a:solidFill>
                <a:effectLst/>
                <a:latin typeface="+mn-lt"/>
                <a:ea typeface="+mn-ea"/>
                <a:cs typeface="+mn-cs"/>
              </a:rPr>
              <a:t>Two computers on the same network for experimentation.</a:t>
            </a:r>
          </a:p>
          <a:p>
            <a:pPr lvl="0"/>
            <a:r>
              <a:rPr lang="en-US" sz="1200" kern="1200" dirty="0" smtClean="0">
                <a:solidFill>
                  <a:schemeClr val="tx1"/>
                </a:solidFill>
                <a:effectLst/>
                <a:latin typeface="+mn-lt"/>
                <a:ea typeface="+mn-ea"/>
                <a:cs typeface="+mn-cs"/>
              </a:rPr>
              <a:t>Tools:</a:t>
            </a:r>
          </a:p>
          <a:p>
            <a:pPr lvl="1"/>
            <a:r>
              <a:rPr lang="en-US" sz="1200" u="sng" kern="1200" dirty="0" err="1" smtClean="0">
                <a:solidFill>
                  <a:schemeClr val="tx1"/>
                </a:solidFill>
                <a:effectLst/>
                <a:latin typeface="+mn-lt"/>
                <a:ea typeface="+mn-ea"/>
                <a:cs typeface="+mn-cs"/>
                <a:hlinkClick r:id="rId10"/>
              </a:rPr>
              <a:t>iperf</a:t>
            </a:r>
            <a:r>
              <a:rPr lang="en-US" sz="1200" kern="1200" dirty="0" smtClean="0">
                <a:solidFill>
                  <a:schemeClr val="tx1"/>
                </a:solidFill>
                <a:effectLst/>
                <a:latin typeface="+mn-lt"/>
                <a:ea typeface="+mn-ea"/>
                <a:cs typeface="+mn-cs"/>
              </a:rPr>
              <a:t> for bandwidth measurement.</a:t>
            </a:r>
          </a:p>
          <a:p>
            <a:pPr lvl="1"/>
            <a:r>
              <a:rPr lang="en-US" sz="1200" u="sng" kern="1200" dirty="0" smtClean="0">
                <a:solidFill>
                  <a:schemeClr val="tx1"/>
                </a:solidFill>
                <a:effectLst/>
                <a:latin typeface="+mn-lt"/>
                <a:ea typeface="+mn-ea"/>
                <a:cs typeface="+mn-cs"/>
                <a:hlinkClick r:id="rId11"/>
              </a:rPr>
              <a:t>Wireshark</a:t>
            </a:r>
            <a:r>
              <a:rPr lang="en-US" sz="1200" kern="1200" dirty="0" smtClean="0">
                <a:solidFill>
                  <a:schemeClr val="tx1"/>
                </a:solidFill>
                <a:effectLst/>
                <a:latin typeface="+mn-lt"/>
                <a:ea typeface="+mn-ea"/>
                <a:cs typeface="+mn-cs"/>
              </a:rPr>
              <a:t> for packet analysis.</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Design of data communication networks using simulation techniques</a:t>
            </a:r>
          </a:p>
          <a:p>
            <a:r>
              <a:rPr lang="en-US" sz="1200"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A Simulator for FANETs Using 5G Vehicle-to-Everything Communications and Named-Data Networking</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https://arxiv.org/html/2510.13823v1</a:t>
            </a:r>
          </a:p>
          <a:p>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3</a:t>
            </a:fld>
            <a:endParaRPr lang="en-US"/>
          </a:p>
        </p:txBody>
      </p:sp>
    </p:spTree>
    <p:extLst>
      <p:ext uri="{BB962C8B-B14F-4D97-AF65-F5344CB8AC3E}">
        <p14:creationId xmlns:p14="http://schemas.microsoft.com/office/powerpoint/2010/main" val="42086039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147718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3079806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3441653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4268704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t>9/14/2026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79234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t>9/14/2026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382928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9/14/2026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2177837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971856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41594928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0960963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4085067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D8BD707-D9CF-40AE-B4C6-C98DA3205C09}" type="datetimeFigureOut">
              <a:rPr lang="en-US" smtClean="0"/>
              <a:t>9/14/2026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2221437335"/>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hyperlink" Target="https://github.com/amelcharolinesgn2/CCNA1" TargetMode="External"/><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hyperlink" Target="https://github.com/amelcharolinesgn2/CCNA1" TargetMode="External"/><Relationship Id="rId4" Type="http://schemas.openxmlformats.org/officeDocument/2006/relationships/image" Target="../media/image2.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7"/>
          <p:cNvPicPr>
            <a:picLocks noGrp="1" noChangeAspect="1"/>
          </p:cNvPicPr>
          <p:nvPr>
            <p:ph idx="1"/>
          </p:nvPr>
        </p:nvPicPr>
        <p:blipFill>
          <a:blip r:embed="rId3"/>
          <a:stretch>
            <a:fillRect/>
          </a:stretch>
        </p:blipFill>
        <p:spPr>
          <a:xfrm>
            <a:off x="34717" y="1269125"/>
            <a:ext cx="1485476" cy="946757"/>
          </a:xfrm>
          <a:prstGeom prst="rect">
            <a:avLst/>
          </a:prstGeom>
        </p:spPr>
      </p:pic>
      <p:pic>
        <p:nvPicPr>
          <p:cNvPr id="30" name="Picture 29"/>
          <p:cNvPicPr>
            <a:picLocks noChangeAspect="1"/>
          </p:cNvPicPr>
          <p:nvPr/>
        </p:nvPicPr>
        <p:blipFill rotWithShape="1">
          <a:blip r:embed="rId4"/>
          <a:srcRect l="8646" t="12924" r="16013" b="9596"/>
          <a:stretch/>
        </p:blipFill>
        <p:spPr>
          <a:xfrm>
            <a:off x="261669" y="2565858"/>
            <a:ext cx="907401" cy="933163"/>
          </a:xfrm>
          <a:prstGeom prst="rect">
            <a:avLst/>
          </a:prstGeom>
          <a:ln>
            <a:noFill/>
          </a:ln>
          <a:effectLst>
            <a:softEdge rad="112500"/>
          </a:effectLst>
        </p:spPr>
      </p:pic>
      <p:pic>
        <p:nvPicPr>
          <p:cNvPr id="31" name="Picture 30"/>
          <p:cNvPicPr>
            <a:picLocks noChangeAspect="1"/>
          </p:cNvPicPr>
          <p:nvPr/>
        </p:nvPicPr>
        <p:blipFill rotWithShape="1">
          <a:blip r:embed="rId5"/>
          <a:srcRect t="31519" b="32047"/>
          <a:stretch/>
        </p:blipFill>
        <p:spPr>
          <a:xfrm>
            <a:off x="358741" y="3035586"/>
            <a:ext cx="764069" cy="242958"/>
          </a:xfrm>
          <a:prstGeom prst="rect">
            <a:avLst/>
          </a:prstGeom>
          <a:ln>
            <a:noFill/>
          </a:ln>
          <a:effectLst>
            <a:softEdge rad="112500"/>
          </a:effectLst>
        </p:spPr>
      </p:pic>
      <p:pic>
        <p:nvPicPr>
          <p:cNvPr id="6" name="Picture 5"/>
          <p:cNvPicPr>
            <a:picLocks noChangeAspect="1"/>
          </p:cNvPicPr>
          <p:nvPr/>
        </p:nvPicPr>
        <p:blipFill>
          <a:blip r:embed="rId6"/>
          <a:stretch>
            <a:fillRect/>
          </a:stretch>
        </p:blipFill>
        <p:spPr>
          <a:xfrm>
            <a:off x="229553" y="2054958"/>
            <a:ext cx="1422052" cy="159992"/>
          </a:xfrm>
          <a:prstGeom prst="rect">
            <a:avLst/>
          </a:prstGeom>
        </p:spPr>
      </p:pic>
      <p:grpSp>
        <p:nvGrpSpPr>
          <p:cNvPr id="8" name="Group 7">
            <a:extLst>
              <a:ext uri="{FF2B5EF4-FFF2-40B4-BE49-F238E27FC236}">
                <a16:creationId xmlns:a16="http://schemas.microsoft.com/office/drawing/2014/main" id="{2AABCB87-2ECC-4C03-B5BB-6EE11C8A4485}"/>
              </a:ext>
            </a:extLst>
          </p:cNvPr>
          <p:cNvGrpSpPr/>
          <p:nvPr/>
        </p:nvGrpSpPr>
        <p:grpSpPr>
          <a:xfrm>
            <a:off x="358126" y="1795701"/>
            <a:ext cx="732725" cy="276964"/>
            <a:chOff x="4853562" y="1589418"/>
            <a:chExt cx="2609520" cy="1291565"/>
          </a:xfrm>
        </p:grpSpPr>
        <p:sp>
          <p:nvSpPr>
            <p:cNvPr id="13" name="Freeform 12">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1280" tIns="40640" rIns="81280" bIns="40640" numCol="1" spcCol="0" rtlCol="0" fromWordArt="0" anchor="ctr" anchorCtr="0" forceAA="0" compatLnSpc="1">
              <a:prstTxWarp prst="textNoShape">
                <a:avLst/>
              </a:prstTxWarp>
              <a:noAutofit/>
            </a:bodyPr>
            <a:lstStyle/>
            <a:p>
              <a:pPr algn="ctr"/>
              <a:endParaRPr lang="ko-KR" altLang="en-US" sz="2401">
                <a:solidFill>
                  <a:schemeClr val="tx1"/>
                </a:solidFill>
              </a:endParaRPr>
            </a:p>
          </p:txBody>
        </p:sp>
        <p:sp>
          <p:nvSpPr>
            <p:cNvPr id="14" name="Freeform 13">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1280" tIns="40640" rIns="81280" bIns="40640" numCol="1" spcCol="0" rtlCol="0" fromWordArt="0" anchor="ctr" anchorCtr="0" forceAA="0" compatLnSpc="1">
              <a:prstTxWarp prst="textNoShape">
                <a:avLst/>
              </a:prstTxWarp>
              <a:noAutofit/>
            </a:bodyPr>
            <a:lstStyle/>
            <a:p>
              <a:pPr algn="ctr"/>
              <a:endParaRPr lang="ko-KR" altLang="en-US" sz="2401" dirty="0">
                <a:solidFill>
                  <a:schemeClr val="tx1"/>
                </a:solidFill>
              </a:endParaRPr>
            </a:p>
          </p:txBody>
        </p:sp>
      </p:grpSp>
      <p:grpSp>
        <p:nvGrpSpPr>
          <p:cNvPr id="9" name="Group 8">
            <a:extLst>
              <a:ext uri="{FF2B5EF4-FFF2-40B4-BE49-F238E27FC236}">
                <a16:creationId xmlns:a16="http://schemas.microsoft.com/office/drawing/2014/main" id="{AB8BC7BC-BF58-402E-9A69-AA9226DE7CAA}"/>
              </a:ext>
            </a:extLst>
          </p:cNvPr>
          <p:cNvGrpSpPr/>
          <p:nvPr/>
        </p:nvGrpSpPr>
        <p:grpSpPr>
          <a:xfrm>
            <a:off x="323409" y="1776645"/>
            <a:ext cx="252370" cy="128636"/>
            <a:chOff x="7439031" y="1585639"/>
            <a:chExt cx="2143740" cy="996849"/>
          </a:xfrm>
          <a:solidFill>
            <a:schemeClr val="accent6"/>
          </a:solidFill>
        </p:grpSpPr>
        <p:sp>
          <p:nvSpPr>
            <p:cNvPr id="11"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dirty="0"/>
            </a:p>
          </p:txBody>
        </p:sp>
        <p:sp>
          <p:nvSpPr>
            <p:cNvPr id="12"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sp>
        <p:nvSpPr>
          <p:cNvPr id="10" name="Subtitle 2">
            <a:extLst>
              <a:ext uri="{FF2B5EF4-FFF2-40B4-BE49-F238E27FC236}">
                <a16:creationId xmlns:a16="http://schemas.microsoft.com/office/drawing/2014/main" id="{53858C97-DA2F-8866-47CC-CDF4077BBF9D}"/>
              </a:ext>
            </a:extLst>
          </p:cNvPr>
          <p:cNvSpPr txBox="1">
            <a:spLocks/>
          </p:cNvSpPr>
          <p:nvPr/>
        </p:nvSpPr>
        <p:spPr>
          <a:xfrm>
            <a:off x="352482" y="1799547"/>
            <a:ext cx="274351" cy="93913"/>
          </a:xfrm>
          <a:prstGeom prst="rect">
            <a:avLst/>
          </a:prstGeom>
        </p:spPr>
        <p:txBody>
          <a:bodyPr vert="horz" lIns="60960" tIns="30480" rIns="60960" bIns="30480" rtlCol="0">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67" dirty="0">
                <a:solidFill>
                  <a:srgbClr val="7030A0"/>
                </a:solidFill>
              </a:rPr>
              <a:t>PDS</a:t>
            </a:r>
          </a:p>
        </p:txBody>
      </p:sp>
      <p:pic>
        <p:nvPicPr>
          <p:cNvPr id="18" name="Picture 17"/>
          <p:cNvPicPr>
            <a:picLocks noChangeAspect="1"/>
          </p:cNvPicPr>
          <p:nvPr/>
        </p:nvPicPr>
        <p:blipFill>
          <a:blip r:embed="rId7"/>
          <a:stretch>
            <a:fillRect/>
          </a:stretch>
        </p:blipFill>
        <p:spPr>
          <a:xfrm>
            <a:off x="1117269" y="1883940"/>
            <a:ext cx="146662" cy="209056"/>
          </a:xfrm>
          <a:prstGeom prst="rect">
            <a:avLst/>
          </a:prstGeom>
        </p:spPr>
      </p:pic>
      <p:pic>
        <p:nvPicPr>
          <p:cNvPr id="19" name="Picture 18"/>
          <p:cNvPicPr>
            <a:picLocks noChangeAspect="1"/>
          </p:cNvPicPr>
          <p:nvPr/>
        </p:nvPicPr>
        <p:blipFill>
          <a:blip r:embed="rId8"/>
          <a:stretch>
            <a:fillRect/>
          </a:stretch>
        </p:blipFill>
        <p:spPr>
          <a:xfrm>
            <a:off x="696723" y="1867589"/>
            <a:ext cx="201668" cy="191584"/>
          </a:xfrm>
          <a:prstGeom prst="rect">
            <a:avLst/>
          </a:prstGeom>
        </p:spPr>
      </p:pic>
      <p:pic>
        <p:nvPicPr>
          <p:cNvPr id="20" name="Picture 19"/>
          <p:cNvPicPr>
            <a:picLocks noChangeAspect="1"/>
          </p:cNvPicPr>
          <p:nvPr/>
        </p:nvPicPr>
        <p:blipFill>
          <a:blip r:embed="rId9"/>
          <a:stretch>
            <a:fillRect/>
          </a:stretch>
        </p:blipFill>
        <p:spPr>
          <a:xfrm>
            <a:off x="501437" y="1892307"/>
            <a:ext cx="197154" cy="189886"/>
          </a:xfrm>
          <a:prstGeom prst="rect">
            <a:avLst/>
          </a:prstGeom>
        </p:spPr>
      </p:pic>
      <p:sp>
        <p:nvSpPr>
          <p:cNvPr id="7" name="Title 4">
            <a:extLst>
              <a:ext uri="{FF2B5EF4-FFF2-40B4-BE49-F238E27FC236}">
                <a16:creationId xmlns:a16="http://schemas.microsoft.com/office/drawing/2014/main" id="{27228BAE-048B-681E-DD8D-BD96B22560E0}"/>
              </a:ext>
            </a:extLst>
          </p:cNvPr>
          <p:cNvSpPr txBox="1">
            <a:spLocks/>
          </p:cNvSpPr>
          <p:nvPr/>
        </p:nvSpPr>
        <p:spPr>
          <a:xfrm>
            <a:off x="193710" y="1949643"/>
            <a:ext cx="1378085" cy="195838"/>
          </a:xfrm>
          <a:prstGeom prst="rect">
            <a:avLst/>
          </a:prstGeom>
        </p:spPr>
        <p:txBody>
          <a:bodyPr vert="horz" lIns="60960" tIns="30480" rIns="60960" bIns="30480" rtlCol="0" anchor="b">
            <a:normAutofit fontScale="8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1400" dirty="0">
                <a:solidFill>
                  <a:schemeClr val="accent1">
                    <a:lumMod val="75000"/>
                  </a:schemeClr>
                </a:solidFill>
              </a:rPr>
              <a:t>Computer </a:t>
            </a:r>
            <a:r>
              <a:rPr lang="en-US" sz="1400" dirty="0">
                <a:solidFill>
                  <a:srgbClr val="00B0F0"/>
                </a:solidFill>
              </a:rPr>
              <a:t>Vision</a:t>
            </a:r>
          </a:p>
        </p:txBody>
      </p:sp>
      <p:sp>
        <p:nvSpPr>
          <p:cNvPr id="28" name="Title 1"/>
          <p:cNvSpPr txBox="1">
            <a:spLocks/>
          </p:cNvSpPr>
          <p:nvPr/>
        </p:nvSpPr>
        <p:spPr>
          <a:xfrm>
            <a:off x="-637105" y="3352086"/>
            <a:ext cx="2869324" cy="338401"/>
          </a:xfrm>
          <a:prstGeom prst="rect">
            <a:avLst/>
          </a:prstGeom>
        </p:spPr>
        <p:txBody>
          <a:bodyPr vert="horz" lIns="60960" tIns="30480" rIns="60960" bIns="3048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1600" b="1" dirty="0">
                <a:solidFill>
                  <a:schemeClr val="bg1">
                    <a:lumMod val="75000"/>
                  </a:schemeClr>
                </a:solidFill>
              </a:rPr>
              <a:t>@ P. </a:t>
            </a:r>
            <a:r>
              <a:rPr lang="en-US" sz="1600" b="1" dirty="0" err="1">
                <a:solidFill>
                  <a:schemeClr val="bg1">
                    <a:lumMod val="75000"/>
                  </a:schemeClr>
                </a:solidFill>
              </a:rPr>
              <a:t>Siagian</a:t>
            </a:r>
            <a:endParaRPr lang="en-US" sz="1600" b="1" dirty="0">
              <a:solidFill>
                <a:schemeClr val="bg1">
                  <a:lumMod val="75000"/>
                </a:schemeClr>
              </a:solidFill>
            </a:endParaRPr>
          </a:p>
        </p:txBody>
      </p:sp>
      <p:sp>
        <p:nvSpPr>
          <p:cNvPr id="23" name="Title 1"/>
          <p:cNvSpPr txBox="1">
            <a:spLocks/>
          </p:cNvSpPr>
          <p:nvPr/>
        </p:nvSpPr>
        <p:spPr>
          <a:xfrm>
            <a:off x="2711008" y="3120479"/>
            <a:ext cx="7010400" cy="578784"/>
          </a:xfrm>
          <a:prstGeom prst="rect">
            <a:avLst/>
          </a:prstGeom>
        </p:spPr>
        <p:txBody>
          <a:bodyPr vert="horz" lIns="60960" tIns="30480" rIns="60960" bIns="3048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9525" algn="just">
              <a:lnSpc>
                <a:spcPct val="100000"/>
              </a:lnSpc>
            </a:pPr>
            <a:endParaRPr lang="en-US" sz="4500" dirty="0">
              <a:solidFill>
                <a:srgbClr val="0070C0"/>
              </a:solidFill>
              <a:latin typeface="Cambria" panose="02040503050406030204"/>
              <a:cs typeface="Cambria" panose="02040503050406030204"/>
            </a:endParaRPr>
          </a:p>
        </p:txBody>
      </p:sp>
      <p:sp>
        <p:nvSpPr>
          <p:cNvPr id="26" name="Rectangle 25"/>
          <p:cNvSpPr/>
          <p:nvPr/>
        </p:nvSpPr>
        <p:spPr>
          <a:xfrm>
            <a:off x="7198917" y="5140486"/>
            <a:ext cx="1865873" cy="184666"/>
          </a:xfrm>
          <a:prstGeom prst="rect">
            <a:avLst/>
          </a:prstGeom>
        </p:spPr>
        <p:txBody>
          <a:bodyPr wrap="square">
            <a:spAutoFit/>
          </a:bodyPr>
          <a:lstStyle/>
          <a:p>
            <a:r>
              <a:rPr lang="en-US" sz="600" dirty="0"/>
              <a:t>https://www.youtube.com/@AmelOline/videos</a:t>
            </a:r>
          </a:p>
        </p:txBody>
      </p:sp>
      <p:sp>
        <p:nvSpPr>
          <p:cNvPr id="27" name="Rectangle 26"/>
          <p:cNvSpPr/>
          <p:nvPr/>
        </p:nvSpPr>
        <p:spPr>
          <a:xfrm>
            <a:off x="7790813" y="5036611"/>
            <a:ext cx="1158923" cy="184666"/>
          </a:xfrm>
          <a:prstGeom prst="rect">
            <a:avLst/>
          </a:prstGeom>
        </p:spPr>
        <p:txBody>
          <a:bodyPr wrap="square">
            <a:spAutoFit/>
          </a:bodyPr>
          <a:lstStyle/>
          <a:p>
            <a:r>
              <a:rPr lang="en-US" sz="600" dirty="0"/>
              <a:t>https://github.com/siagianp</a:t>
            </a:r>
          </a:p>
        </p:txBody>
      </p:sp>
      <p:sp>
        <p:nvSpPr>
          <p:cNvPr id="29" name="Rectangle 28"/>
          <p:cNvSpPr/>
          <p:nvPr/>
        </p:nvSpPr>
        <p:spPr>
          <a:xfrm>
            <a:off x="6504687" y="5244361"/>
            <a:ext cx="2617882" cy="184666"/>
          </a:xfrm>
          <a:prstGeom prst="rect">
            <a:avLst/>
          </a:prstGeom>
        </p:spPr>
        <p:txBody>
          <a:bodyPr wrap="square">
            <a:spAutoFit/>
          </a:bodyPr>
          <a:lstStyle/>
          <a:p>
            <a:r>
              <a:rPr lang="en-US" sz="600" dirty="0"/>
              <a:t>https://github.com/amelcharolinesgn2/IoT_simulator-mqtt-NodeRed</a:t>
            </a:r>
          </a:p>
        </p:txBody>
      </p:sp>
      <p:sp>
        <p:nvSpPr>
          <p:cNvPr id="32" name="Rectangle 31"/>
          <p:cNvSpPr/>
          <p:nvPr/>
        </p:nvSpPr>
        <p:spPr>
          <a:xfrm>
            <a:off x="6810717" y="5348235"/>
            <a:ext cx="2060019" cy="276999"/>
          </a:xfrm>
          <a:prstGeom prst="rect">
            <a:avLst/>
          </a:prstGeom>
        </p:spPr>
        <p:txBody>
          <a:bodyPr wrap="square">
            <a:spAutoFit/>
          </a:bodyPr>
          <a:lstStyle/>
          <a:p>
            <a:r>
              <a:rPr lang="en-US" sz="600" dirty="0"/>
              <a:t>https://github.com/amelcharolinesgn2/Cloud-Infrastructures</a:t>
            </a:r>
          </a:p>
        </p:txBody>
      </p:sp>
      <p:sp>
        <p:nvSpPr>
          <p:cNvPr id="33" name="Rectangle 32"/>
          <p:cNvSpPr/>
          <p:nvPr/>
        </p:nvSpPr>
        <p:spPr>
          <a:xfrm>
            <a:off x="6432336" y="5434797"/>
            <a:ext cx="2465111" cy="184666"/>
          </a:xfrm>
          <a:prstGeom prst="rect">
            <a:avLst/>
          </a:prstGeom>
        </p:spPr>
        <p:txBody>
          <a:bodyPr wrap="square">
            <a:spAutoFit/>
          </a:bodyPr>
          <a:lstStyle/>
          <a:p>
            <a:r>
              <a:rPr lang="en-US" sz="600" dirty="0"/>
              <a:t>https://github.com/amelcharolinesgn2/ClouD-Infrastructure-SISKA-2025</a:t>
            </a:r>
          </a:p>
        </p:txBody>
      </p:sp>
      <p:sp>
        <p:nvSpPr>
          <p:cNvPr id="34" name="Rectangle 33"/>
          <p:cNvSpPr/>
          <p:nvPr/>
        </p:nvSpPr>
        <p:spPr>
          <a:xfrm>
            <a:off x="6248225" y="5525791"/>
            <a:ext cx="2652888" cy="184666"/>
          </a:xfrm>
          <a:prstGeom prst="rect">
            <a:avLst/>
          </a:prstGeom>
        </p:spPr>
        <p:txBody>
          <a:bodyPr wrap="square">
            <a:spAutoFit/>
          </a:bodyPr>
          <a:lstStyle/>
          <a:p>
            <a:r>
              <a:rPr lang="en-US" sz="600" dirty="0"/>
              <a:t>https://github.com/amelcharolinesgn2/Gyroscope-Sensor-Data-Accelerometer</a:t>
            </a:r>
          </a:p>
        </p:txBody>
      </p:sp>
      <p:sp>
        <p:nvSpPr>
          <p:cNvPr id="35" name="Title 1"/>
          <p:cNvSpPr txBox="1">
            <a:spLocks/>
          </p:cNvSpPr>
          <p:nvPr/>
        </p:nvSpPr>
        <p:spPr>
          <a:xfrm>
            <a:off x="2718891" y="2513507"/>
            <a:ext cx="7010400" cy="578784"/>
          </a:xfrm>
          <a:prstGeom prst="rect">
            <a:avLst/>
          </a:prstGeom>
        </p:spPr>
        <p:txBody>
          <a:bodyPr vert="horz" lIns="60960" tIns="30480" rIns="60960" bIns="3048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9525" algn="just">
              <a:lnSpc>
                <a:spcPct val="100000"/>
              </a:lnSpc>
            </a:pPr>
            <a:r>
              <a:rPr lang="en-US" sz="4500" b="1" dirty="0">
                <a:solidFill>
                  <a:srgbClr val="0070C0"/>
                </a:solidFill>
                <a:latin typeface="Cambria" panose="02040503050406030204"/>
                <a:cs typeface="Cambria" panose="02040503050406030204"/>
              </a:rPr>
              <a:t>Virtualization</a:t>
            </a:r>
            <a:endParaRPr lang="en-US" sz="4500" dirty="0">
              <a:solidFill>
                <a:srgbClr val="0070C0"/>
              </a:solidFill>
              <a:latin typeface="Cambria" panose="02040503050406030204"/>
              <a:cs typeface="Cambria" panose="02040503050406030204"/>
            </a:endParaRPr>
          </a:p>
        </p:txBody>
      </p:sp>
      <p:sp>
        <p:nvSpPr>
          <p:cNvPr id="36" name="Title 1"/>
          <p:cNvSpPr txBox="1">
            <a:spLocks/>
          </p:cNvSpPr>
          <p:nvPr/>
        </p:nvSpPr>
        <p:spPr>
          <a:xfrm>
            <a:off x="2711008" y="1938065"/>
            <a:ext cx="7010400" cy="578784"/>
          </a:xfrm>
          <a:prstGeom prst="rect">
            <a:avLst/>
          </a:prstGeom>
        </p:spPr>
        <p:txBody>
          <a:bodyPr vert="horz" lIns="60960" tIns="30480" rIns="60960" bIns="3048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9525" algn="just">
              <a:lnSpc>
                <a:spcPct val="100000"/>
              </a:lnSpc>
            </a:pPr>
            <a:endParaRPr lang="en-US" sz="4500" dirty="0">
              <a:solidFill>
                <a:srgbClr val="0070C0"/>
              </a:solidFill>
              <a:latin typeface="Cambria" panose="02040503050406030204"/>
              <a:cs typeface="Cambria" panose="02040503050406030204"/>
            </a:endParaRPr>
          </a:p>
        </p:txBody>
      </p:sp>
      <p:sp>
        <p:nvSpPr>
          <p:cNvPr id="37" name="Rectangle 36"/>
          <p:cNvSpPr/>
          <p:nvPr/>
        </p:nvSpPr>
        <p:spPr>
          <a:xfrm>
            <a:off x="7195129" y="5617711"/>
            <a:ext cx="1948871" cy="184666"/>
          </a:xfrm>
          <a:prstGeom prst="rect">
            <a:avLst/>
          </a:prstGeom>
        </p:spPr>
        <p:txBody>
          <a:bodyPr wrap="square">
            <a:spAutoFit/>
          </a:bodyPr>
          <a:lstStyle/>
          <a:p>
            <a:r>
              <a:rPr lang="en-US" sz="600" dirty="0"/>
              <a:t>https://github.com/amelcharolinesgn2/cloudSim</a:t>
            </a:r>
          </a:p>
        </p:txBody>
      </p:sp>
      <p:sp>
        <p:nvSpPr>
          <p:cNvPr id="38" name="Rectangle 37"/>
          <p:cNvSpPr/>
          <p:nvPr/>
        </p:nvSpPr>
        <p:spPr>
          <a:xfrm>
            <a:off x="7245136" y="5689148"/>
            <a:ext cx="1948871" cy="184666"/>
          </a:xfrm>
          <a:prstGeom prst="rect">
            <a:avLst/>
          </a:prstGeom>
        </p:spPr>
        <p:txBody>
          <a:bodyPr wrap="square">
            <a:spAutoFit/>
          </a:bodyPr>
          <a:lstStyle/>
          <a:p>
            <a:r>
              <a:rPr lang="en-US" sz="600" dirty="0">
                <a:hlinkClick r:id="rId10"/>
              </a:rPr>
              <a:t>https://github.com/amelcharolinesgn2/CCNA 1</a:t>
            </a:r>
            <a:r>
              <a:rPr lang="en-US" sz="600" dirty="0"/>
              <a:t>    </a:t>
            </a:r>
          </a:p>
        </p:txBody>
      </p:sp>
    </p:spTree>
    <p:extLst>
      <p:ext uri="{BB962C8B-B14F-4D97-AF65-F5344CB8AC3E}">
        <p14:creationId xmlns:p14="http://schemas.microsoft.com/office/powerpoint/2010/main" val="396047627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545590">
              <a:lnSpc>
                <a:spcPct val="100000"/>
              </a:lnSpc>
            </a:pPr>
            <a:r>
              <a:rPr spc="-50" dirty="0"/>
              <a:t>V</a:t>
            </a:r>
            <a:r>
              <a:rPr spc="-5" dirty="0"/>
              <a:t>i</a:t>
            </a:r>
            <a:r>
              <a:rPr spc="204" dirty="0"/>
              <a:t>r</a:t>
            </a:r>
            <a:r>
              <a:rPr spc="-5" dirty="0"/>
              <a:t>tu</a:t>
            </a:r>
            <a:r>
              <a:rPr spc="-10" dirty="0"/>
              <a:t>a</a:t>
            </a:r>
            <a:r>
              <a:rPr spc="-5" dirty="0"/>
              <a:t>lis</a:t>
            </a:r>
            <a:r>
              <a:rPr spc="75" dirty="0"/>
              <a:t>a</a:t>
            </a:r>
            <a:r>
              <a:rPr spc="-5" dirty="0"/>
              <a:t>tion:</a:t>
            </a:r>
            <a:r>
              <a:rPr b="0" spc="70" dirty="0">
                <a:latin typeface="Times New Roman" panose="02020603050405020304"/>
                <a:cs typeface="Times New Roman" panose="02020603050405020304"/>
              </a:rPr>
              <a:t> </a:t>
            </a:r>
            <a:r>
              <a:rPr spc="-5" dirty="0"/>
              <a:t>Con</a:t>
            </a:r>
            <a:r>
              <a:rPr spc="-10" dirty="0"/>
              <a:t>c</a:t>
            </a:r>
            <a:r>
              <a:rPr dirty="0"/>
              <a:t>e</a:t>
            </a:r>
            <a:r>
              <a:rPr spc="-5" dirty="0"/>
              <a:t>pt</a:t>
            </a:r>
          </a:p>
        </p:txBody>
      </p:sp>
      <p:sp>
        <p:nvSpPr>
          <p:cNvPr id="3" name="object 3"/>
          <p:cNvSpPr txBox="1"/>
          <p:nvPr/>
        </p:nvSpPr>
        <p:spPr>
          <a:xfrm>
            <a:off x="207645" y="1289496"/>
            <a:ext cx="8479790" cy="5042406"/>
          </a:xfrm>
          <a:prstGeom prst="rect">
            <a:avLst/>
          </a:prstGeom>
        </p:spPr>
        <p:txBody>
          <a:bodyPr vert="horz" wrap="square" lIns="0" tIns="0" rIns="0" bIns="0" rtlCol="0">
            <a:spAutoFit/>
          </a:bodyPr>
          <a:lstStyle/>
          <a:p>
            <a:pPr marL="12700">
              <a:lnSpc>
                <a:spcPct val="100000"/>
              </a:lnSpc>
            </a:pPr>
            <a:r>
              <a:rPr sz="1200" b="1" dirty="0">
                <a:solidFill>
                  <a:srgbClr val="FFFFFF"/>
                </a:solidFill>
                <a:latin typeface="Comic Sans MS" panose="030F0702030302020204"/>
                <a:cs typeface="Comic Sans MS" panose="030F0702030302020204"/>
              </a:rPr>
              <a:t>3</a:t>
            </a:r>
            <a:endParaRPr sz="1200">
              <a:latin typeface="Comic Sans MS" panose="030F0702030302020204"/>
              <a:cs typeface="Comic Sans MS" panose="030F0702030302020204"/>
            </a:endParaRPr>
          </a:p>
          <a:p>
            <a:pPr>
              <a:lnSpc>
                <a:spcPct val="100000"/>
              </a:lnSpc>
              <a:spcBef>
                <a:spcPts val="55"/>
              </a:spcBef>
            </a:pPr>
            <a:endParaRPr sz="1150">
              <a:latin typeface="Times New Roman" panose="02020603050405020304"/>
              <a:cs typeface="Times New Roman" panose="02020603050405020304"/>
            </a:endParaRPr>
          </a:p>
          <a:p>
            <a:pPr marL="816610" marR="5080" indent="-320040" algn="just">
              <a:lnSpc>
                <a:spcPts val="2920"/>
              </a:lnSpc>
              <a:buClr>
                <a:srgbClr val="DD8046"/>
              </a:buClr>
              <a:buSzPct val="59000"/>
              <a:buFont typeface="Wingdings" panose="05000000000000000000"/>
              <a:buChar char=""/>
              <a:tabLst>
                <a:tab pos="816610" algn="l"/>
              </a:tabLst>
            </a:pPr>
            <a:r>
              <a:rPr sz="2700" spc="75" dirty="0">
                <a:latin typeface="Tw Cen MT" panose="020B0602020104020603"/>
                <a:cs typeface="Tw Cen MT" panose="020B0602020104020603"/>
              </a:rPr>
              <a:t>Vi</a:t>
            </a:r>
            <a:r>
              <a:rPr sz="2700" spc="130" dirty="0">
                <a:latin typeface="Tw Cen MT" panose="020B0602020104020603"/>
                <a:cs typeface="Tw Cen MT" panose="020B0602020104020603"/>
              </a:rPr>
              <a:t>r</a:t>
            </a:r>
            <a:r>
              <a:rPr sz="2700" spc="75" dirty="0">
                <a:latin typeface="Tw Cen MT" panose="020B0602020104020603"/>
                <a:cs typeface="Tw Cen MT" panose="020B0602020104020603"/>
              </a:rPr>
              <a:t>tualizati</a:t>
            </a:r>
            <a:r>
              <a:rPr sz="2700" spc="80" dirty="0">
                <a:latin typeface="Tw Cen MT" panose="020B0602020104020603"/>
                <a:cs typeface="Tw Cen MT" panose="020B0602020104020603"/>
              </a:rPr>
              <a:t>o</a:t>
            </a:r>
            <a:r>
              <a:rPr sz="2700" spc="-5" dirty="0">
                <a:latin typeface="Tw Cen MT" panose="020B0602020104020603"/>
                <a:cs typeface="Tw Cen MT" panose="020B0602020104020603"/>
              </a:rPr>
              <a:t>n</a:t>
            </a:r>
            <a:r>
              <a:rPr sz="2700" spc="160" dirty="0">
                <a:latin typeface="Tw Cen MT" panose="020B0602020104020603"/>
                <a:cs typeface="Tw Cen MT" panose="020B0602020104020603"/>
              </a:rPr>
              <a:t> </a:t>
            </a:r>
            <a:r>
              <a:rPr sz="2700" spc="75" dirty="0">
                <a:latin typeface="Tw Cen MT" panose="020B0602020104020603"/>
                <a:cs typeface="Tw Cen MT" panose="020B0602020104020603"/>
              </a:rPr>
              <a:t>i</a:t>
            </a:r>
            <a:r>
              <a:rPr sz="2700" dirty="0">
                <a:latin typeface="Tw Cen MT" panose="020B0602020104020603"/>
                <a:cs typeface="Tw Cen MT" panose="020B0602020104020603"/>
              </a:rPr>
              <a:t>s</a:t>
            </a:r>
            <a:r>
              <a:rPr sz="2700" spc="160" dirty="0">
                <a:latin typeface="Tw Cen MT" panose="020B0602020104020603"/>
                <a:cs typeface="Tw Cen MT" panose="020B0602020104020603"/>
              </a:rPr>
              <a:t> </a:t>
            </a:r>
            <a:r>
              <a:rPr sz="2700" spc="-5" dirty="0">
                <a:latin typeface="Tw Cen MT" panose="020B0602020104020603"/>
                <a:cs typeface="Tw Cen MT" panose="020B0602020104020603"/>
              </a:rPr>
              <a:t>a</a:t>
            </a:r>
            <a:r>
              <a:rPr sz="2700" spc="160" dirty="0">
                <a:latin typeface="Tw Cen MT" panose="020B0602020104020603"/>
                <a:cs typeface="Tw Cen MT" panose="020B0602020104020603"/>
              </a:rPr>
              <a:t> </a:t>
            </a:r>
            <a:r>
              <a:rPr sz="2700" spc="75" dirty="0">
                <a:latin typeface="Tw Cen MT" panose="020B0602020104020603"/>
                <a:cs typeface="Tw Cen MT" panose="020B0602020104020603"/>
              </a:rPr>
              <a:t>t</a:t>
            </a:r>
            <a:r>
              <a:rPr sz="2700" spc="80" dirty="0">
                <a:latin typeface="Tw Cen MT" panose="020B0602020104020603"/>
                <a:cs typeface="Tw Cen MT" panose="020B0602020104020603"/>
              </a:rPr>
              <a:t>e</a:t>
            </a:r>
            <a:r>
              <a:rPr sz="2700" spc="175" dirty="0">
                <a:latin typeface="Tw Cen MT" panose="020B0602020104020603"/>
                <a:cs typeface="Tw Cen MT" panose="020B0602020104020603"/>
              </a:rPr>
              <a:t>c</a:t>
            </a:r>
            <a:r>
              <a:rPr sz="2700" spc="80" dirty="0">
                <a:latin typeface="Tw Cen MT" panose="020B0602020104020603"/>
                <a:cs typeface="Tw Cen MT" panose="020B0602020104020603"/>
              </a:rPr>
              <a:t>hni</a:t>
            </a:r>
            <a:r>
              <a:rPr sz="2700" spc="75" dirty="0">
                <a:latin typeface="Tw Cen MT" panose="020B0602020104020603"/>
                <a:cs typeface="Tw Cen MT" panose="020B0602020104020603"/>
              </a:rPr>
              <a:t>q</a:t>
            </a:r>
            <a:r>
              <a:rPr sz="2700" spc="80" dirty="0">
                <a:latin typeface="Tw Cen MT" panose="020B0602020104020603"/>
                <a:cs typeface="Tw Cen MT" panose="020B0602020104020603"/>
              </a:rPr>
              <a:t>u</a:t>
            </a:r>
            <a:r>
              <a:rPr sz="2700" spc="-25" dirty="0">
                <a:latin typeface="Tw Cen MT" panose="020B0602020104020603"/>
                <a:cs typeface="Tw Cen MT" panose="020B0602020104020603"/>
              </a:rPr>
              <a:t>e</a:t>
            </a:r>
            <a:r>
              <a:rPr sz="2700" dirty="0">
                <a:latin typeface="Tw Cen MT" panose="020B0602020104020603"/>
                <a:cs typeface="Tw Cen MT" panose="020B0602020104020603"/>
              </a:rPr>
              <a:t>,</a:t>
            </a:r>
            <a:r>
              <a:rPr sz="2700" spc="165" dirty="0">
                <a:latin typeface="Tw Cen MT" panose="020B0602020104020603"/>
                <a:cs typeface="Tw Cen MT" panose="020B0602020104020603"/>
              </a:rPr>
              <a:t> </a:t>
            </a:r>
            <a:r>
              <a:rPr sz="2700" spc="75" dirty="0">
                <a:latin typeface="Tw Cen MT" panose="020B0602020104020603"/>
                <a:cs typeface="Tw Cen MT" panose="020B0602020104020603"/>
              </a:rPr>
              <a:t>w</a:t>
            </a:r>
            <a:r>
              <a:rPr sz="2700" spc="80" dirty="0">
                <a:latin typeface="Tw Cen MT" panose="020B0602020104020603"/>
                <a:cs typeface="Tw Cen MT" panose="020B0602020104020603"/>
              </a:rPr>
              <a:t>hi</a:t>
            </a:r>
            <a:r>
              <a:rPr sz="2700" spc="180" dirty="0">
                <a:latin typeface="Tw Cen MT" panose="020B0602020104020603"/>
                <a:cs typeface="Tw Cen MT" panose="020B0602020104020603"/>
              </a:rPr>
              <a:t>c</a:t>
            </a:r>
            <a:r>
              <a:rPr sz="2700" spc="-5" dirty="0">
                <a:latin typeface="Tw Cen MT" panose="020B0602020104020603"/>
                <a:cs typeface="Tw Cen MT" panose="020B0602020104020603"/>
              </a:rPr>
              <a:t>h</a:t>
            </a:r>
            <a:r>
              <a:rPr sz="2700" spc="170" dirty="0">
                <a:latin typeface="Tw Cen MT" panose="020B0602020104020603"/>
                <a:cs typeface="Tw Cen MT" panose="020B0602020104020603"/>
              </a:rPr>
              <a:t> </a:t>
            </a:r>
            <a:r>
              <a:rPr sz="2700" spc="75" dirty="0">
                <a:latin typeface="Tw Cen MT" panose="020B0602020104020603"/>
                <a:cs typeface="Tw Cen MT" panose="020B0602020104020603"/>
              </a:rPr>
              <a:t>a</a:t>
            </a:r>
            <a:r>
              <a:rPr sz="2700" spc="80" dirty="0">
                <a:latin typeface="Tw Cen MT" panose="020B0602020104020603"/>
                <a:cs typeface="Tw Cen MT" panose="020B0602020104020603"/>
              </a:rPr>
              <a:t>ll</a:t>
            </a:r>
            <a:r>
              <a:rPr sz="2700" dirty="0">
                <a:latin typeface="Tw Cen MT" panose="020B0602020104020603"/>
                <a:cs typeface="Tw Cen MT" panose="020B0602020104020603"/>
              </a:rPr>
              <a:t>o</a:t>
            </a:r>
            <a:r>
              <a:rPr sz="2700" spc="75" dirty="0">
                <a:latin typeface="Tw Cen MT" panose="020B0602020104020603"/>
                <a:cs typeface="Tw Cen MT" panose="020B0602020104020603"/>
              </a:rPr>
              <a:t>w</a:t>
            </a:r>
            <a:r>
              <a:rPr sz="2700" dirty="0">
                <a:latin typeface="Tw Cen MT" panose="020B0602020104020603"/>
                <a:cs typeface="Tw Cen MT" panose="020B0602020104020603"/>
              </a:rPr>
              <a:t>s</a:t>
            </a:r>
            <a:r>
              <a:rPr sz="2700" spc="170" dirty="0">
                <a:latin typeface="Tw Cen MT" panose="020B0602020104020603"/>
                <a:cs typeface="Tw Cen MT" panose="020B0602020104020603"/>
              </a:rPr>
              <a:t> </a:t>
            </a:r>
            <a:r>
              <a:rPr sz="2700" spc="75" dirty="0">
                <a:latin typeface="Tw Cen MT" panose="020B0602020104020603"/>
                <a:cs typeface="Tw Cen MT" panose="020B0602020104020603"/>
              </a:rPr>
              <a:t>t</a:t>
            </a:r>
            <a:r>
              <a:rPr sz="2700" dirty="0">
                <a:latin typeface="Tw Cen MT" panose="020B0602020104020603"/>
                <a:cs typeface="Tw Cen MT" panose="020B0602020104020603"/>
              </a:rPr>
              <a:t>o</a:t>
            </a:r>
            <a:r>
              <a:rPr sz="2700" spc="165" dirty="0">
                <a:latin typeface="Tw Cen MT" panose="020B0602020104020603"/>
                <a:cs typeface="Tw Cen MT" panose="020B0602020104020603"/>
              </a:rPr>
              <a:t> </a:t>
            </a:r>
            <a:r>
              <a:rPr sz="2700" spc="85" dirty="0">
                <a:solidFill>
                  <a:srgbClr val="FF0000"/>
                </a:solidFill>
                <a:latin typeface="Tw Cen MT" panose="020B0602020104020603"/>
                <a:cs typeface="Tw Cen MT" panose="020B0602020104020603"/>
              </a:rPr>
              <a:t>s</a:t>
            </a:r>
            <a:r>
              <a:rPr sz="2700" spc="80" dirty="0">
                <a:solidFill>
                  <a:srgbClr val="FF0000"/>
                </a:solidFill>
                <a:latin typeface="Tw Cen MT" panose="020B0602020104020603"/>
                <a:cs typeface="Tw Cen MT" panose="020B0602020104020603"/>
              </a:rPr>
              <a:t>h</a:t>
            </a:r>
            <a:r>
              <a:rPr sz="2700" spc="75" dirty="0">
                <a:solidFill>
                  <a:srgbClr val="FF0000"/>
                </a:solidFill>
                <a:latin typeface="Tw Cen MT" panose="020B0602020104020603"/>
                <a:cs typeface="Tw Cen MT" panose="020B0602020104020603"/>
              </a:rPr>
              <a:t>a</a:t>
            </a:r>
            <a:r>
              <a:rPr sz="2700" spc="85" dirty="0">
                <a:solidFill>
                  <a:srgbClr val="FF0000"/>
                </a:solidFill>
                <a:latin typeface="Tw Cen MT" panose="020B0602020104020603"/>
                <a:cs typeface="Tw Cen MT" panose="020B0602020104020603"/>
              </a:rPr>
              <a:t>r</a:t>
            </a:r>
            <a:r>
              <a:rPr sz="2700" dirty="0">
                <a:solidFill>
                  <a:srgbClr val="FF0000"/>
                </a:solidFill>
                <a:latin typeface="Tw Cen MT" panose="020B0602020104020603"/>
                <a:cs typeface="Tw Cen MT" panose="020B0602020104020603"/>
              </a:rPr>
              <a:t>e</a:t>
            </a:r>
            <a:r>
              <a:rPr sz="2700" spc="165" dirty="0">
                <a:solidFill>
                  <a:srgbClr val="FF0000"/>
                </a:solidFill>
                <a:latin typeface="Tw Cen MT" panose="020B0602020104020603"/>
                <a:cs typeface="Tw Cen MT" panose="020B0602020104020603"/>
              </a:rPr>
              <a:t> </a:t>
            </a:r>
            <a:r>
              <a:rPr sz="2700" spc="-5" dirty="0">
                <a:solidFill>
                  <a:srgbClr val="FF0000"/>
                </a:solidFill>
                <a:latin typeface="Tw Cen MT" panose="020B0602020104020603"/>
                <a:cs typeface="Tw Cen MT" panose="020B0602020104020603"/>
              </a:rPr>
              <a:t>a </a:t>
            </a:r>
            <a:r>
              <a:rPr sz="2700" spc="20" dirty="0">
                <a:solidFill>
                  <a:srgbClr val="FF0000"/>
                </a:solidFill>
                <a:latin typeface="Tw Cen MT" panose="020B0602020104020603"/>
                <a:cs typeface="Tw Cen MT" panose="020B0602020104020603"/>
              </a:rPr>
              <a:t>si</a:t>
            </a:r>
            <a:r>
              <a:rPr sz="2700" spc="25" dirty="0">
                <a:solidFill>
                  <a:srgbClr val="FF0000"/>
                </a:solidFill>
                <a:latin typeface="Tw Cen MT" panose="020B0602020104020603"/>
                <a:cs typeface="Tw Cen MT" panose="020B0602020104020603"/>
              </a:rPr>
              <a:t>n</a:t>
            </a:r>
            <a:r>
              <a:rPr sz="2700" spc="20" dirty="0">
                <a:solidFill>
                  <a:srgbClr val="FF0000"/>
                </a:solidFill>
                <a:latin typeface="Tw Cen MT" panose="020B0602020104020603"/>
                <a:cs typeface="Tw Cen MT" panose="020B0602020104020603"/>
              </a:rPr>
              <a:t>gl</a:t>
            </a:r>
            <a:r>
              <a:rPr sz="2700" dirty="0">
                <a:solidFill>
                  <a:srgbClr val="FF0000"/>
                </a:solidFill>
                <a:latin typeface="Tw Cen MT" panose="020B0602020104020603"/>
                <a:cs typeface="Tw Cen MT" panose="020B0602020104020603"/>
              </a:rPr>
              <a:t>e</a:t>
            </a:r>
            <a:r>
              <a:rPr sz="2700" spc="45" dirty="0">
                <a:solidFill>
                  <a:srgbClr val="FF0000"/>
                </a:solidFill>
                <a:latin typeface="Tw Cen MT" panose="020B0602020104020603"/>
                <a:cs typeface="Tw Cen MT" panose="020B0602020104020603"/>
              </a:rPr>
              <a:t> </a:t>
            </a:r>
            <a:r>
              <a:rPr sz="2700" spc="20" dirty="0">
                <a:solidFill>
                  <a:srgbClr val="FF0000"/>
                </a:solidFill>
                <a:latin typeface="Tw Cen MT" panose="020B0602020104020603"/>
                <a:cs typeface="Tw Cen MT" panose="020B0602020104020603"/>
              </a:rPr>
              <a:t>p</a:t>
            </a:r>
            <a:r>
              <a:rPr sz="2700" spc="-30" dirty="0">
                <a:solidFill>
                  <a:srgbClr val="FF0000"/>
                </a:solidFill>
                <a:latin typeface="Tw Cen MT" panose="020B0602020104020603"/>
                <a:cs typeface="Tw Cen MT" panose="020B0602020104020603"/>
              </a:rPr>
              <a:t>h</a:t>
            </a:r>
            <a:r>
              <a:rPr sz="2700" spc="25" dirty="0">
                <a:solidFill>
                  <a:srgbClr val="FF0000"/>
                </a:solidFill>
                <a:latin typeface="Tw Cen MT" panose="020B0602020104020603"/>
                <a:cs typeface="Tw Cen MT" panose="020B0602020104020603"/>
              </a:rPr>
              <a:t>ys</a:t>
            </a:r>
            <a:r>
              <a:rPr sz="2700" spc="20" dirty="0">
                <a:solidFill>
                  <a:srgbClr val="FF0000"/>
                </a:solidFill>
                <a:latin typeface="Tw Cen MT" panose="020B0602020104020603"/>
                <a:cs typeface="Tw Cen MT" panose="020B0602020104020603"/>
              </a:rPr>
              <a:t>ica</a:t>
            </a:r>
            <a:r>
              <a:rPr sz="2700" dirty="0">
                <a:solidFill>
                  <a:srgbClr val="FF0000"/>
                </a:solidFill>
                <a:latin typeface="Tw Cen MT" panose="020B0602020104020603"/>
                <a:cs typeface="Tw Cen MT" panose="020B0602020104020603"/>
              </a:rPr>
              <a:t>l</a:t>
            </a:r>
            <a:r>
              <a:rPr sz="2700" spc="45" dirty="0">
                <a:solidFill>
                  <a:srgbClr val="FF0000"/>
                </a:solidFill>
                <a:latin typeface="Tw Cen MT" panose="020B0602020104020603"/>
                <a:cs typeface="Tw Cen MT" panose="020B0602020104020603"/>
              </a:rPr>
              <a:t> </a:t>
            </a:r>
            <a:r>
              <a:rPr sz="2700" spc="20" dirty="0">
                <a:solidFill>
                  <a:srgbClr val="FF0000"/>
                </a:solidFill>
                <a:latin typeface="Tw Cen MT" panose="020B0602020104020603"/>
                <a:cs typeface="Tw Cen MT" panose="020B0602020104020603"/>
              </a:rPr>
              <a:t>i</a:t>
            </a:r>
            <a:r>
              <a:rPr sz="2700" spc="25" dirty="0">
                <a:solidFill>
                  <a:srgbClr val="FF0000"/>
                </a:solidFill>
                <a:latin typeface="Tw Cen MT" panose="020B0602020104020603"/>
                <a:cs typeface="Tw Cen MT" panose="020B0602020104020603"/>
              </a:rPr>
              <a:t>ns</a:t>
            </a:r>
            <a:r>
              <a:rPr sz="2700" spc="20" dirty="0">
                <a:solidFill>
                  <a:srgbClr val="FF0000"/>
                </a:solidFill>
                <a:latin typeface="Tw Cen MT" panose="020B0602020104020603"/>
                <a:cs typeface="Tw Cen MT" panose="020B0602020104020603"/>
              </a:rPr>
              <a:t>ta</a:t>
            </a:r>
            <a:r>
              <a:rPr sz="2700" spc="25" dirty="0">
                <a:solidFill>
                  <a:srgbClr val="FF0000"/>
                </a:solidFill>
                <a:latin typeface="Tw Cen MT" panose="020B0602020104020603"/>
                <a:cs typeface="Tw Cen MT" panose="020B0602020104020603"/>
              </a:rPr>
              <a:t>n</a:t>
            </a:r>
            <a:r>
              <a:rPr sz="2700" spc="20" dirty="0">
                <a:solidFill>
                  <a:srgbClr val="FF0000"/>
                </a:solidFill>
                <a:latin typeface="Tw Cen MT" panose="020B0602020104020603"/>
                <a:cs typeface="Tw Cen MT" panose="020B0602020104020603"/>
              </a:rPr>
              <a:t>c</a:t>
            </a:r>
            <a:r>
              <a:rPr sz="2700" dirty="0">
                <a:solidFill>
                  <a:srgbClr val="FF0000"/>
                </a:solidFill>
                <a:latin typeface="Tw Cen MT" panose="020B0602020104020603"/>
                <a:cs typeface="Tw Cen MT" panose="020B0602020104020603"/>
              </a:rPr>
              <a:t>e</a:t>
            </a:r>
            <a:r>
              <a:rPr sz="2700" spc="45" dirty="0">
                <a:solidFill>
                  <a:srgbClr val="FF0000"/>
                </a:solidFill>
                <a:latin typeface="Tw Cen MT" panose="020B0602020104020603"/>
                <a:cs typeface="Tw Cen MT" panose="020B0602020104020603"/>
              </a:rPr>
              <a:t> </a:t>
            </a:r>
            <a:r>
              <a:rPr sz="2700" spc="25" dirty="0">
                <a:solidFill>
                  <a:srgbClr val="00B050"/>
                </a:solidFill>
                <a:latin typeface="Tw Cen MT" panose="020B0602020104020603"/>
                <a:cs typeface="Tw Cen MT" panose="020B0602020104020603"/>
              </a:rPr>
              <a:t>o</a:t>
            </a:r>
            <a:r>
              <a:rPr sz="2700" dirty="0">
                <a:solidFill>
                  <a:srgbClr val="00B050"/>
                </a:solidFill>
                <a:latin typeface="Tw Cen MT" panose="020B0602020104020603"/>
                <a:cs typeface="Tw Cen MT" panose="020B0602020104020603"/>
              </a:rPr>
              <a:t>f</a:t>
            </a:r>
            <a:r>
              <a:rPr sz="2700" spc="130" dirty="0">
                <a:solidFill>
                  <a:srgbClr val="00B050"/>
                </a:solidFill>
                <a:latin typeface="Tw Cen MT" panose="020B0602020104020603"/>
                <a:cs typeface="Tw Cen MT" panose="020B0602020104020603"/>
              </a:rPr>
              <a:t> </a:t>
            </a:r>
            <a:r>
              <a:rPr sz="2700" spc="-5" dirty="0">
                <a:solidFill>
                  <a:srgbClr val="00B050"/>
                </a:solidFill>
                <a:latin typeface="Tw Cen MT" panose="020B0602020104020603"/>
                <a:cs typeface="Tw Cen MT" panose="020B0602020104020603"/>
              </a:rPr>
              <a:t>a</a:t>
            </a:r>
            <a:r>
              <a:rPr sz="2700" spc="50" dirty="0">
                <a:solidFill>
                  <a:srgbClr val="00B050"/>
                </a:solidFill>
                <a:latin typeface="Tw Cen MT" panose="020B0602020104020603"/>
                <a:cs typeface="Tw Cen MT" panose="020B0602020104020603"/>
              </a:rPr>
              <a:t> </a:t>
            </a:r>
            <a:r>
              <a:rPr sz="2700" spc="25" dirty="0">
                <a:solidFill>
                  <a:srgbClr val="00B050"/>
                </a:solidFill>
                <a:latin typeface="Tw Cen MT" panose="020B0602020104020603"/>
                <a:cs typeface="Tw Cen MT" panose="020B0602020104020603"/>
              </a:rPr>
              <a:t>resour</a:t>
            </a:r>
            <a:r>
              <a:rPr sz="2700" spc="20" dirty="0">
                <a:solidFill>
                  <a:srgbClr val="00B050"/>
                </a:solidFill>
                <a:latin typeface="Tw Cen MT" panose="020B0602020104020603"/>
                <a:cs typeface="Tw Cen MT" panose="020B0602020104020603"/>
              </a:rPr>
              <a:t>c</a:t>
            </a:r>
            <a:r>
              <a:rPr sz="2700" dirty="0">
                <a:solidFill>
                  <a:srgbClr val="00B050"/>
                </a:solidFill>
                <a:latin typeface="Tw Cen MT" panose="020B0602020104020603"/>
                <a:cs typeface="Tw Cen MT" panose="020B0602020104020603"/>
              </a:rPr>
              <a:t>e</a:t>
            </a:r>
            <a:r>
              <a:rPr sz="2700" spc="45" dirty="0">
                <a:solidFill>
                  <a:srgbClr val="00B050"/>
                </a:solidFill>
                <a:latin typeface="Tw Cen MT" panose="020B0602020104020603"/>
                <a:cs typeface="Tw Cen MT" panose="020B0602020104020603"/>
              </a:rPr>
              <a:t> </a:t>
            </a:r>
            <a:r>
              <a:rPr sz="2700" spc="25" dirty="0">
                <a:latin typeface="Tw Cen MT" panose="020B0602020104020603"/>
                <a:cs typeface="Tw Cen MT" panose="020B0602020104020603"/>
              </a:rPr>
              <a:t>o</a:t>
            </a:r>
            <a:r>
              <a:rPr sz="2700" dirty="0">
                <a:latin typeface="Tw Cen MT" panose="020B0602020104020603"/>
                <a:cs typeface="Tw Cen MT" panose="020B0602020104020603"/>
              </a:rPr>
              <a:t>r</a:t>
            </a:r>
            <a:r>
              <a:rPr sz="2700" spc="50" dirty="0">
                <a:latin typeface="Tw Cen MT" panose="020B0602020104020603"/>
                <a:cs typeface="Tw Cen MT" panose="020B0602020104020603"/>
              </a:rPr>
              <a:t> </a:t>
            </a:r>
            <a:r>
              <a:rPr sz="2700" spc="20" dirty="0">
                <a:latin typeface="Tw Cen MT" panose="020B0602020104020603"/>
                <a:cs typeface="Tw Cen MT" panose="020B0602020104020603"/>
              </a:rPr>
              <a:t>a</a:t>
            </a:r>
            <a:r>
              <a:rPr sz="2700" spc="-5" dirty="0">
                <a:latin typeface="Tw Cen MT" panose="020B0602020104020603"/>
                <a:cs typeface="Tw Cen MT" panose="020B0602020104020603"/>
              </a:rPr>
              <a:t>n</a:t>
            </a:r>
            <a:r>
              <a:rPr sz="2700" spc="50" dirty="0">
                <a:latin typeface="Tw Cen MT" panose="020B0602020104020603"/>
                <a:cs typeface="Tw Cen MT" panose="020B0602020104020603"/>
              </a:rPr>
              <a:t> </a:t>
            </a:r>
            <a:r>
              <a:rPr sz="2700" spc="20" dirty="0">
                <a:solidFill>
                  <a:srgbClr val="FF0000"/>
                </a:solidFill>
                <a:latin typeface="Tw Cen MT" panose="020B0602020104020603"/>
                <a:cs typeface="Tw Cen MT" panose="020B0602020104020603"/>
              </a:rPr>
              <a:t>applicati</a:t>
            </a:r>
            <a:r>
              <a:rPr sz="2700" spc="25" dirty="0">
                <a:solidFill>
                  <a:srgbClr val="FF0000"/>
                </a:solidFill>
                <a:latin typeface="Tw Cen MT" panose="020B0602020104020603"/>
                <a:cs typeface="Tw Cen MT" panose="020B0602020104020603"/>
              </a:rPr>
              <a:t>o</a:t>
            </a:r>
            <a:r>
              <a:rPr sz="2700" spc="-5" dirty="0">
                <a:solidFill>
                  <a:srgbClr val="FF0000"/>
                </a:solidFill>
                <a:latin typeface="Tw Cen MT" panose="020B0602020104020603"/>
                <a:cs typeface="Tw Cen MT" panose="020B0602020104020603"/>
              </a:rPr>
              <a:t>n </a:t>
            </a:r>
            <a:r>
              <a:rPr sz="2700" spc="5" dirty="0">
                <a:latin typeface="Tw Cen MT" panose="020B0602020104020603"/>
                <a:cs typeface="Tw Cen MT" panose="020B0602020104020603"/>
              </a:rPr>
              <a:t>am</a:t>
            </a:r>
            <a:r>
              <a:rPr sz="2700" spc="15" dirty="0">
                <a:latin typeface="Tw Cen MT" panose="020B0602020104020603"/>
                <a:cs typeface="Tw Cen MT" panose="020B0602020104020603"/>
              </a:rPr>
              <a:t>o</a:t>
            </a:r>
            <a:r>
              <a:rPr sz="2700" spc="10" dirty="0">
                <a:latin typeface="Tw Cen MT" panose="020B0602020104020603"/>
                <a:cs typeface="Tw Cen MT" panose="020B0602020104020603"/>
              </a:rPr>
              <a:t>n</a:t>
            </a:r>
            <a:r>
              <a:rPr sz="2700" spc="-5" dirty="0">
                <a:latin typeface="Tw Cen MT" panose="020B0602020104020603"/>
                <a:cs typeface="Tw Cen MT" panose="020B0602020104020603"/>
              </a:rPr>
              <a:t>g</a:t>
            </a:r>
            <a:r>
              <a:rPr sz="2700" spc="30" dirty="0">
                <a:latin typeface="Tw Cen MT" panose="020B0602020104020603"/>
                <a:cs typeface="Tw Cen MT" panose="020B0602020104020603"/>
              </a:rPr>
              <a:t> </a:t>
            </a:r>
            <a:r>
              <a:rPr sz="2700" spc="55" dirty="0">
                <a:solidFill>
                  <a:srgbClr val="00B050"/>
                </a:solidFill>
                <a:latin typeface="Tw Cen MT" panose="020B0602020104020603"/>
                <a:cs typeface="Tw Cen MT" panose="020B0602020104020603"/>
              </a:rPr>
              <a:t>m</a:t>
            </a:r>
            <a:r>
              <a:rPr sz="2700" spc="10" dirty="0">
                <a:solidFill>
                  <a:srgbClr val="00B050"/>
                </a:solidFill>
                <a:latin typeface="Tw Cen MT" panose="020B0602020104020603"/>
                <a:cs typeface="Tw Cen MT" panose="020B0602020104020603"/>
              </a:rPr>
              <a:t>ul</a:t>
            </a:r>
            <a:r>
              <a:rPr sz="2700" spc="5" dirty="0">
                <a:solidFill>
                  <a:srgbClr val="00B050"/>
                </a:solidFill>
                <a:latin typeface="Tw Cen MT" panose="020B0602020104020603"/>
                <a:cs typeface="Tw Cen MT" panose="020B0602020104020603"/>
              </a:rPr>
              <a:t>t</a:t>
            </a:r>
            <a:r>
              <a:rPr sz="2700" spc="10" dirty="0">
                <a:solidFill>
                  <a:srgbClr val="00B050"/>
                </a:solidFill>
                <a:latin typeface="Tw Cen MT" panose="020B0602020104020603"/>
                <a:cs typeface="Tw Cen MT" panose="020B0602020104020603"/>
              </a:rPr>
              <a:t>i</a:t>
            </a:r>
            <a:r>
              <a:rPr sz="2700" spc="5" dirty="0">
                <a:solidFill>
                  <a:srgbClr val="00B050"/>
                </a:solidFill>
                <a:latin typeface="Tw Cen MT" panose="020B0602020104020603"/>
                <a:cs typeface="Tw Cen MT" panose="020B0602020104020603"/>
              </a:rPr>
              <a:t>p</a:t>
            </a:r>
            <a:r>
              <a:rPr sz="2700" spc="10" dirty="0">
                <a:solidFill>
                  <a:srgbClr val="00B050"/>
                </a:solidFill>
                <a:latin typeface="Tw Cen MT" panose="020B0602020104020603"/>
                <a:cs typeface="Tw Cen MT" panose="020B0602020104020603"/>
              </a:rPr>
              <a:t>l</a:t>
            </a:r>
            <a:r>
              <a:rPr sz="2700" dirty="0">
                <a:solidFill>
                  <a:srgbClr val="00B050"/>
                </a:solidFill>
                <a:latin typeface="Tw Cen MT" panose="020B0602020104020603"/>
                <a:cs typeface="Tw Cen MT" panose="020B0602020104020603"/>
              </a:rPr>
              <a:t>e</a:t>
            </a:r>
            <a:r>
              <a:rPr sz="2700" spc="25" dirty="0">
                <a:solidFill>
                  <a:srgbClr val="00B050"/>
                </a:solidFill>
                <a:latin typeface="Tw Cen MT" panose="020B0602020104020603"/>
                <a:cs typeface="Tw Cen MT" panose="020B0602020104020603"/>
              </a:rPr>
              <a:t> </a:t>
            </a:r>
            <a:r>
              <a:rPr sz="2700" spc="5" dirty="0">
                <a:solidFill>
                  <a:srgbClr val="00B050"/>
                </a:solidFill>
                <a:latin typeface="Tw Cen MT" panose="020B0602020104020603"/>
                <a:cs typeface="Tw Cen MT" panose="020B0602020104020603"/>
              </a:rPr>
              <a:t>c</a:t>
            </a:r>
            <a:r>
              <a:rPr sz="2700" spc="10" dirty="0">
                <a:solidFill>
                  <a:srgbClr val="00B050"/>
                </a:solidFill>
                <a:latin typeface="Tw Cen MT" panose="020B0602020104020603"/>
                <a:cs typeface="Tw Cen MT" panose="020B0602020104020603"/>
              </a:rPr>
              <a:t>u</a:t>
            </a:r>
            <a:r>
              <a:rPr sz="2700" spc="15" dirty="0">
                <a:solidFill>
                  <a:srgbClr val="00B050"/>
                </a:solidFill>
                <a:latin typeface="Tw Cen MT" panose="020B0602020104020603"/>
                <a:cs typeface="Tw Cen MT" panose="020B0602020104020603"/>
              </a:rPr>
              <a:t>s</a:t>
            </a:r>
            <a:r>
              <a:rPr sz="2700" spc="5" dirty="0">
                <a:solidFill>
                  <a:srgbClr val="00B050"/>
                </a:solidFill>
                <a:latin typeface="Tw Cen MT" panose="020B0602020104020603"/>
                <a:cs typeface="Tw Cen MT" panose="020B0602020104020603"/>
              </a:rPr>
              <a:t>t</a:t>
            </a:r>
            <a:r>
              <a:rPr sz="2700" spc="15" dirty="0">
                <a:solidFill>
                  <a:srgbClr val="00B050"/>
                </a:solidFill>
                <a:latin typeface="Tw Cen MT" panose="020B0602020104020603"/>
                <a:cs typeface="Tw Cen MT" panose="020B0602020104020603"/>
              </a:rPr>
              <a:t>o</a:t>
            </a:r>
            <a:r>
              <a:rPr sz="2700" spc="10" dirty="0">
                <a:solidFill>
                  <a:srgbClr val="00B050"/>
                </a:solidFill>
                <a:latin typeface="Tw Cen MT" panose="020B0602020104020603"/>
                <a:cs typeface="Tw Cen MT" panose="020B0602020104020603"/>
              </a:rPr>
              <a:t>m</a:t>
            </a:r>
            <a:r>
              <a:rPr sz="2700" spc="20" dirty="0">
                <a:solidFill>
                  <a:srgbClr val="00B050"/>
                </a:solidFill>
                <a:latin typeface="Tw Cen MT" panose="020B0602020104020603"/>
                <a:cs typeface="Tw Cen MT" panose="020B0602020104020603"/>
              </a:rPr>
              <a:t>er</a:t>
            </a:r>
            <a:r>
              <a:rPr sz="2700" dirty="0">
                <a:solidFill>
                  <a:srgbClr val="00B050"/>
                </a:solidFill>
                <a:latin typeface="Tw Cen MT" panose="020B0602020104020603"/>
                <a:cs typeface="Tw Cen MT" panose="020B0602020104020603"/>
              </a:rPr>
              <a:t>s</a:t>
            </a:r>
            <a:r>
              <a:rPr sz="2700" spc="40" dirty="0">
                <a:solidFill>
                  <a:srgbClr val="00B050"/>
                </a:solidFill>
                <a:latin typeface="Tw Cen MT" panose="020B0602020104020603"/>
                <a:cs typeface="Tw Cen MT" panose="020B0602020104020603"/>
              </a:rPr>
              <a:t> </a:t>
            </a:r>
            <a:r>
              <a:rPr sz="2700" spc="10" dirty="0">
                <a:solidFill>
                  <a:srgbClr val="00B050"/>
                </a:solidFill>
                <a:latin typeface="Tw Cen MT" panose="020B0602020104020603"/>
                <a:cs typeface="Tw Cen MT" panose="020B0602020104020603"/>
              </a:rPr>
              <a:t>a</a:t>
            </a:r>
            <a:r>
              <a:rPr sz="2700" spc="20" dirty="0">
                <a:solidFill>
                  <a:srgbClr val="00B050"/>
                </a:solidFill>
                <a:latin typeface="Tw Cen MT" panose="020B0602020104020603"/>
                <a:cs typeface="Tw Cen MT" panose="020B0602020104020603"/>
              </a:rPr>
              <a:t>n</a:t>
            </a:r>
            <a:r>
              <a:rPr sz="2700" spc="-5" dirty="0">
                <a:solidFill>
                  <a:srgbClr val="00B050"/>
                </a:solidFill>
                <a:latin typeface="Tw Cen MT" panose="020B0602020104020603"/>
                <a:cs typeface="Tw Cen MT" panose="020B0602020104020603"/>
              </a:rPr>
              <a:t>d</a:t>
            </a:r>
            <a:r>
              <a:rPr sz="2700" spc="40" dirty="0">
                <a:solidFill>
                  <a:srgbClr val="00B050"/>
                </a:solidFill>
                <a:latin typeface="Tw Cen MT" panose="020B0602020104020603"/>
                <a:cs typeface="Tw Cen MT" panose="020B0602020104020603"/>
              </a:rPr>
              <a:t> </a:t>
            </a:r>
            <a:r>
              <a:rPr sz="2700" spc="20" dirty="0">
                <a:solidFill>
                  <a:srgbClr val="00B050"/>
                </a:solidFill>
                <a:latin typeface="Tw Cen MT" panose="020B0602020104020603"/>
                <a:cs typeface="Tw Cen MT" panose="020B0602020104020603"/>
              </a:rPr>
              <a:t>or</a:t>
            </a:r>
            <a:r>
              <a:rPr sz="2700" spc="-40" dirty="0">
                <a:solidFill>
                  <a:srgbClr val="00B050"/>
                </a:solidFill>
                <a:latin typeface="Tw Cen MT" panose="020B0602020104020603"/>
                <a:cs typeface="Tw Cen MT" panose="020B0602020104020603"/>
              </a:rPr>
              <a:t>g</a:t>
            </a:r>
            <a:r>
              <a:rPr sz="2700" spc="10" dirty="0">
                <a:solidFill>
                  <a:srgbClr val="00B050"/>
                </a:solidFill>
                <a:latin typeface="Tw Cen MT" panose="020B0602020104020603"/>
                <a:cs typeface="Tw Cen MT" panose="020B0602020104020603"/>
              </a:rPr>
              <a:t>a</a:t>
            </a:r>
            <a:r>
              <a:rPr sz="2700" spc="20" dirty="0">
                <a:solidFill>
                  <a:srgbClr val="00B050"/>
                </a:solidFill>
                <a:latin typeface="Tw Cen MT" panose="020B0602020104020603"/>
                <a:cs typeface="Tw Cen MT" panose="020B0602020104020603"/>
              </a:rPr>
              <a:t>n</a:t>
            </a:r>
            <a:r>
              <a:rPr sz="2700" spc="15" dirty="0">
                <a:solidFill>
                  <a:srgbClr val="00B050"/>
                </a:solidFill>
                <a:latin typeface="Tw Cen MT" panose="020B0602020104020603"/>
                <a:cs typeface="Tw Cen MT" panose="020B0602020104020603"/>
              </a:rPr>
              <a:t>i</a:t>
            </a:r>
            <a:r>
              <a:rPr sz="2700" spc="20" dirty="0">
                <a:solidFill>
                  <a:srgbClr val="00B050"/>
                </a:solidFill>
                <a:latin typeface="Tw Cen MT" panose="020B0602020104020603"/>
                <a:cs typeface="Tw Cen MT" panose="020B0602020104020603"/>
              </a:rPr>
              <a:t>z</a:t>
            </a:r>
            <a:r>
              <a:rPr sz="2700" spc="10" dirty="0">
                <a:solidFill>
                  <a:srgbClr val="00B050"/>
                </a:solidFill>
                <a:latin typeface="Tw Cen MT" panose="020B0602020104020603"/>
                <a:cs typeface="Tw Cen MT" panose="020B0602020104020603"/>
              </a:rPr>
              <a:t>at</a:t>
            </a:r>
            <a:r>
              <a:rPr sz="2700" spc="15" dirty="0">
                <a:solidFill>
                  <a:srgbClr val="00B050"/>
                </a:solidFill>
                <a:latin typeface="Tw Cen MT" panose="020B0602020104020603"/>
                <a:cs typeface="Tw Cen MT" panose="020B0602020104020603"/>
              </a:rPr>
              <a:t>i</a:t>
            </a:r>
            <a:r>
              <a:rPr sz="2700" spc="20" dirty="0">
                <a:solidFill>
                  <a:srgbClr val="00B050"/>
                </a:solidFill>
                <a:latin typeface="Tw Cen MT" panose="020B0602020104020603"/>
                <a:cs typeface="Tw Cen MT" panose="020B0602020104020603"/>
              </a:rPr>
              <a:t>on</a:t>
            </a:r>
            <a:r>
              <a:rPr sz="2700" spc="-10" dirty="0">
                <a:solidFill>
                  <a:srgbClr val="00B050"/>
                </a:solidFill>
                <a:latin typeface="Tw Cen MT" panose="020B0602020104020603"/>
                <a:cs typeface="Tw Cen MT" panose="020B0602020104020603"/>
              </a:rPr>
              <a:t>s</a:t>
            </a:r>
            <a:r>
              <a:rPr sz="2700">
                <a:latin typeface="Tw Cen MT" panose="020B0602020104020603"/>
                <a:cs typeface="Tw Cen MT" panose="020B0602020104020603"/>
              </a:rPr>
              <a:t>.</a:t>
            </a:r>
            <a:r>
              <a:rPr sz="2700" spc="35">
                <a:latin typeface="Tw Cen MT" panose="020B0602020104020603"/>
                <a:cs typeface="Tw Cen MT" panose="020B0602020104020603"/>
              </a:rPr>
              <a:t> </a:t>
            </a:r>
            <a:endParaRPr lang="en-US" sz="2700" spc="35" dirty="0">
              <a:latin typeface="Tw Cen MT" panose="020B0602020104020603"/>
              <a:cs typeface="Tw Cen MT" panose="020B0602020104020603"/>
            </a:endParaRPr>
          </a:p>
          <a:p>
            <a:pPr marL="816610" marR="5080" indent="-320040" algn="just">
              <a:lnSpc>
                <a:spcPts val="2920"/>
              </a:lnSpc>
              <a:buClr>
                <a:srgbClr val="DD8046"/>
              </a:buClr>
              <a:buSzPct val="59000"/>
              <a:buFont typeface="Wingdings" panose="05000000000000000000"/>
              <a:buChar char=""/>
              <a:tabLst>
                <a:tab pos="816610" algn="l"/>
              </a:tabLst>
            </a:pPr>
            <a:endParaRPr lang="en-US" sz="2700" spc="35" dirty="0">
              <a:latin typeface="Tw Cen MT" panose="020B0602020104020603"/>
              <a:cs typeface="Tw Cen MT" panose="020B0602020104020603"/>
            </a:endParaRPr>
          </a:p>
          <a:p>
            <a:pPr marL="816610" marR="5080" indent="-320040" algn="just">
              <a:lnSpc>
                <a:spcPts val="2920"/>
              </a:lnSpc>
              <a:buClr>
                <a:srgbClr val="DD8046"/>
              </a:buClr>
              <a:buSzPct val="59000"/>
              <a:buFont typeface="Wingdings" panose="05000000000000000000"/>
              <a:buChar char=""/>
              <a:tabLst>
                <a:tab pos="816610" algn="l"/>
              </a:tabLst>
            </a:pPr>
            <a:r>
              <a:rPr sz="2700" spc="15">
                <a:latin typeface="Tw Cen MT" panose="020B0602020104020603"/>
                <a:cs typeface="Tw Cen MT" panose="020B0602020104020603"/>
              </a:rPr>
              <a:t>I</a:t>
            </a:r>
            <a:r>
              <a:rPr sz="2700" spc="-5">
                <a:latin typeface="Tw Cen MT" panose="020B0602020104020603"/>
                <a:cs typeface="Tw Cen MT" panose="020B0602020104020603"/>
              </a:rPr>
              <a:t>t</a:t>
            </a:r>
            <a:r>
              <a:rPr sz="2700" spc="40">
                <a:latin typeface="Tw Cen MT" panose="020B0602020104020603"/>
                <a:cs typeface="Tw Cen MT" panose="020B0602020104020603"/>
              </a:rPr>
              <a:t> </a:t>
            </a:r>
            <a:r>
              <a:rPr sz="2700" spc="10" dirty="0">
                <a:latin typeface="Tw Cen MT" panose="020B0602020104020603"/>
                <a:cs typeface="Tw Cen MT" panose="020B0602020104020603"/>
              </a:rPr>
              <a:t>d</a:t>
            </a:r>
            <a:r>
              <a:rPr sz="2700" spc="20" dirty="0">
                <a:latin typeface="Tw Cen MT" panose="020B0602020104020603"/>
                <a:cs typeface="Tw Cen MT" panose="020B0602020104020603"/>
              </a:rPr>
              <a:t>oe</a:t>
            </a:r>
            <a:r>
              <a:rPr sz="2700" dirty="0">
                <a:latin typeface="Tw Cen MT" panose="020B0602020104020603"/>
                <a:cs typeface="Tw Cen MT" panose="020B0602020104020603"/>
              </a:rPr>
              <a:t>s</a:t>
            </a:r>
            <a:r>
              <a:rPr sz="2700" spc="40" dirty="0">
                <a:latin typeface="Tw Cen MT" panose="020B0602020104020603"/>
                <a:cs typeface="Tw Cen MT" panose="020B0602020104020603"/>
              </a:rPr>
              <a:t> </a:t>
            </a:r>
            <a:r>
              <a:rPr sz="2700" spc="-120" dirty="0">
                <a:latin typeface="Tw Cen MT" panose="020B0602020104020603"/>
                <a:cs typeface="Tw Cen MT" panose="020B0602020104020603"/>
              </a:rPr>
              <a:t>b</a:t>
            </a:r>
            <a:r>
              <a:rPr sz="2700" dirty="0">
                <a:latin typeface="Tw Cen MT" panose="020B0602020104020603"/>
                <a:cs typeface="Tw Cen MT" panose="020B0602020104020603"/>
              </a:rPr>
              <a:t>y </a:t>
            </a:r>
            <a:r>
              <a:rPr sz="2700" spc="100" dirty="0">
                <a:solidFill>
                  <a:srgbClr val="0070C0"/>
                </a:solidFill>
                <a:latin typeface="Tw Cen MT" panose="020B0602020104020603"/>
                <a:cs typeface="Tw Cen MT" panose="020B0602020104020603"/>
              </a:rPr>
              <a:t>a</a:t>
            </a:r>
            <a:r>
              <a:rPr sz="2700" spc="110" dirty="0">
                <a:solidFill>
                  <a:srgbClr val="0070C0"/>
                </a:solidFill>
                <a:latin typeface="Tw Cen MT" panose="020B0602020104020603"/>
                <a:cs typeface="Tw Cen MT" panose="020B0602020104020603"/>
              </a:rPr>
              <a:t>ss</a:t>
            </a:r>
            <a:r>
              <a:rPr sz="2700" spc="105" dirty="0">
                <a:solidFill>
                  <a:srgbClr val="0070C0"/>
                </a:solidFill>
                <a:latin typeface="Tw Cen MT" panose="020B0602020104020603"/>
                <a:cs typeface="Tw Cen MT" panose="020B0602020104020603"/>
              </a:rPr>
              <a:t>i</a:t>
            </a:r>
            <a:r>
              <a:rPr sz="2700" spc="100" dirty="0">
                <a:solidFill>
                  <a:srgbClr val="0070C0"/>
                </a:solidFill>
                <a:latin typeface="Tw Cen MT" panose="020B0602020104020603"/>
                <a:cs typeface="Tw Cen MT" panose="020B0602020104020603"/>
              </a:rPr>
              <a:t>g</a:t>
            </a:r>
            <a:r>
              <a:rPr sz="2700" spc="105" dirty="0">
                <a:solidFill>
                  <a:srgbClr val="0070C0"/>
                </a:solidFill>
                <a:latin typeface="Tw Cen MT" panose="020B0602020104020603"/>
                <a:cs typeface="Tw Cen MT" panose="020B0602020104020603"/>
              </a:rPr>
              <a:t>nin</a:t>
            </a:r>
            <a:r>
              <a:rPr sz="2700" spc="-5" dirty="0">
                <a:solidFill>
                  <a:srgbClr val="0070C0"/>
                </a:solidFill>
                <a:latin typeface="Tw Cen MT" panose="020B0602020104020603"/>
                <a:cs typeface="Tw Cen MT" panose="020B0602020104020603"/>
              </a:rPr>
              <a:t>g</a:t>
            </a:r>
            <a:r>
              <a:rPr sz="2700" spc="220" dirty="0">
                <a:solidFill>
                  <a:srgbClr val="0070C0"/>
                </a:solidFill>
                <a:latin typeface="Tw Cen MT" panose="020B0602020104020603"/>
                <a:cs typeface="Tw Cen MT" panose="020B0602020104020603"/>
              </a:rPr>
              <a:t> </a:t>
            </a:r>
            <a:r>
              <a:rPr sz="2700" spc="-5" dirty="0">
                <a:solidFill>
                  <a:srgbClr val="0070C0"/>
                </a:solidFill>
                <a:latin typeface="Tw Cen MT" panose="020B0602020104020603"/>
                <a:cs typeface="Tw Cen MT" panose="020B0602020104020603"/>
              </a:rPr>
              <a:t>a</a:t>
            </a:r>
            <a:r>
              <a:rPr sz="2700" spc="220" dirty="0">
                <a:solidFill>
                  <a:srgbClr val="0070C0"/>
                </a:solidFill>
                <a:latin typeface="Tw Cen MT" panose="020B0602020104020603"/>
                <a:cs typeface="Tw Cen MT" panose="020B0602020104020603"/>
              </a:rPr>
              <a:t> </a:t>
            </a:r>
            <a:r>
              <a:rPr sz="2700" spc="105" dirty="0">
                <a:solidFill>
                  <a:srgbClr val="0070C0"/>
                </a:solidFill>
                <a:latin typeface="Tw Cen MT" panose="020B0602020104020603"/>
                <a:cs typeface="Tw Cen MT" panose="020B0602020104020603"/>
              </a:rPr>
              <a:t>l</a:t>
            </a:r>
            <a:r>
              <a:rPr sz="2700" spc="110" dirty="0">
                <a:solidFill>
                  <a:srgbClr val="0070C0"/>
                </a:solidFill>
                <a:latin typeface="Tw Cen MT" panose="020B0602020104020603"/>
                <a:cs typeface="Tw Cen MT" panose="020B0602020104020603"/>
              </a:rPr>
              <a:t>o</a:t>
            </a:r>
            <a:r>
              <a:rPr sz="2700" spc="105" dirty="0">
                <a:solidFill>
                  <a:srgbClr val="0070C0"/>
                </a:solidFill>
                <a:latin typeface="Tw Cen MT" panose="020B0602020104020603"/>
                <a:cs typeface="Tw Cen MT" panose="020B0602020104020603"/>
              </a:rPr>
              <a:t>g</a:t>
            </a:r>
            <a:r>
              <a:rPr sz="2700" spc="110" dirty="0">
                <a:solidFill>
                  <a:srgbClr val="0070C0"/>
                </a:solidFill>
                <a:latin typeface="Tw Cen MT" panose="020B0602020104020603"/>
                <a:cs typeface="Tw Cen MT" panose="020B0602020104020603"/>
              </a:rPr>
              <a:t>i</a:t>
            </a:r>
            <a:r>
              <a:rPr sz="2700" spc="105" dirty="0">
                <a:solidFill>
                  <a:srgbClr val="0070C0"/>
                </a:solidFill>
                <a:latin typeface="Tw Cen MT" panose="020B0602020104020603"/>
                <a:cs typeface="Tw Cen MT" panose="020B0602020104020603"/>
              </a:rPr>
              <a:t>ca</a:t>
            </a:r>
            <a:r>
              <a:rPr sz="2700" dirty="0">
                <a:solidFill>
                  <a:srgbClr val="0070C0"/>
                </a:solidFill>
                <a:latin typeface="Tw Cen MT" panose="020B0602020104020603"/>
                <a:cs typeface="Tw Cen MT" panose="020B0602020104020603"/>
              </a:rPr>
              <a:t>l</a:t>
            </a:r>
            <a:r>
              <a:rPr sz="2700" spc="225" dirty="0">
                <a:solidFill>
                  <a:srgbClr val="0070C0"/>
                </a:solidFill>
                <a:latin typeface="Tw Cen MT" panose="020B0602020104020603"/>
                <a:cs typeface="Tw Cen MT" panose="020B0602020104020603"/>
              </a:rPr>
              <a:t> </a:t>
            </a:r>
            <a:r>
              <a:rPr sz="2700" spc="110" dirty="0">
                <a:solidFill>
                  <a:srgbClr val="0070C0"/>
                </a:solidFill>
                <a:latin typeface="Tw Cen MT" panose="020B0602020104020603"/>
                <a:cs typeface="Tw Cen MT" panose="020B0602020104020603"/>
              </a:rPr>
              <a:t>n</a:t>
            </a:r>
            <a:r>
              <a:rPr sz="2700" spc="105" dirty="0">
                <a:solidFill>
                  <a:srgbClr val="0070C0"/>
                </a:solidFill>
                <a:latin typeface="Tw Cen MT" panose="020B0602020104020603"/>
                <a:cs typeface="Tw Cen MT" panose="020B0602020104020603"/>
              </a:rPr>
              <a:t>am</a:t>
            </a:r>
            <a:r>
              <a:rPr sz="2700" dirty="0">
                <a:solidFill>
                  <a:srgbClr val="0070C0"/>
                </a:solidFill>
                <a:latin typeface="Tw Cen MT" panose="020B0602020104020603"/>
                <a:cs typeface="Tw Cen MT" panose="020B0602020104020603"/>
              </a:rPr>
              <a:t>e</a:t>
            </a:r>
            <a:r>
              <a:rPr sz="2700" spc="225" dirty="0">
                <a:solidFill>
                  <a:srgbClr val="0070C0"/>
                </a:solidFill>
                <a:latin typeface="Tw Cen MT" panose="020B0602020104020603"/>
                <a:cs typeface="Tw Cen MT" panose="020B0602020104020603"/>
              </a:rPr>
              <a:t> </a:t>
            </a:r>
            <a:r>
              <a:rPr sz="2700" spc="105" dirty="0">
                <a:latin typeface="Tw Cen MT" panose="020B0602020104020603"/>
                <a:cs typeface="Tw Cen MT" panose="020B0602020104020603"/>
              </a:rPr>
              <a:t>t</a:t>
            </a:r>
            <a:r>
              <a:rPr sz="2700" dirty="0">
                <a:latin typeface="Tw Cen MT" panose="020B0602020104020603"/>
                <a:cs typeface="Tw Cen MT" panose="020B0602020104020603"/>
              </a:rPr>
              <a:t>o</a:t>
            </a:r>
            <a:r>
              <a:rPr sz="2700" spc="225" dirty="0">
                <a:latin typeface="Tw Cen MT" panose="020B0602020104020603"/>
                <a:cs typeface="Tw Cen MT" panose="020B0602020104020603"/>
              </a:rPr>
              <a:t> </a:t>
            </a:r>
            <a:r>
              <a:rPr sz="2700" spc="-5" dirty="0">
                <a:latin typeface="Tw Cen MT" panose="020B0602020104020603"/>
                <a:cs typeface="Tw Cen MT" panose="020B0602020104020603"/>
              </a:rPr>
              <a:t>a</a:t>
            </a:r>
            <a:r>
              <a:rPr sz="2700" spc="229" dirty="0">
                <a:latin typeface="Tw Cen MT" panose="020B0602020104020603"/>
                <a:cs typeface="Tw Cen MT" panose="020B0602020104020603"/>
              </a:rPr>
              <a:t> </a:t>
            </a:r>
            <a:r>
              <a:rPr sz="2700" spc="105" dirty="0">
                <a:solidFill>
                  <a:srgbClr val="FFC000"/>
                </a:solidFill>
                <a:latin typeface="Tw Cen MT" panose="020B0602020104020603"/>
                <a:cs typeface="Tw Cen MT" panose="020B0602020104020603"/>
              </a:rPr>
              <a:t>p</a:t>
            </a:r>
            <a:r>
              <a:rPr sz="2700" spc="55" dirty="0">
                <a:solidFill>
                  <a:srgbClr val="FFC000"/>
                </a:solidFill>
                <a:latin typeface="Tw Cen MT" panose="020B0602020104020603"/>
                <a:cs typeface="Tw Cen MT" panose="020B0602020104020603"/>
              </a:rPr>
              <a:t>h</a:t>
            </a:r>
            <a:r>
              <a:rPr sz="2700" spc="114" dirty="0">
                <a:solidFill>
                  <a:srgbClr val="FFC000"/>
                </a:solidFill>
                <a:latin typeface="Tw Cen MT" panose="020B0602020104020603"/>
                <a:cs typeface="Tw Cen MT" panose="020B0602020104020603"/>
              </a:rPr>
              <a:t>ys</a:t>
            </a:r>
            <a:r>
              <a:rPr sz="2700" spc="110" dirty="0">
                <a:solidFill>
                  <a:srgbClr val="FFC000"/>
                </a:solidFill>
                <a:latin typeface="Tw Cen MT" panose="020B0602020104020603"/>
                <a:cs typeface="Tw Cen MT" panose="020B0602020104020603"/>
              </a:rPr>
              <a:t>i</a:t>
            </a:r>
            <a:r>
              <a:rPr sz="2700" spc="105" dirty="0">
                <a:solidFill>
                  <a:srgbClr val="FFC000"/>
                </a:solidFill>
                <a:latin typeface="Tw Cen MT" panose="020B0602020104020603"/>
                <a:cs typeface="Tw Cen MT" panose="020B0602020104020603"/>
              </a:rPr>
              <a:t>ca</a:t>
            </a:r>
            <a:r>
              <a:rPr sz="2700" dirty="0">
                <a:solidFill>
                  <a:srgbClr val="FFC000"/>
                </a:solidFill>
                <a:latin typeface="Tw Cen MT" panose="020B0602020104020603"/>
                <a:cs typeface="Tw Cen MT" panose="020B0602020104020603"/>
              </a:rPr>
              <a:t>l</a:t>
            </a:r>
            <a:r>
              <a:rPr sz="2700" spc="225" dirty="0">
                <a:solidFill>
                  <a:srgbClr val="FFC000"/>
                </a:solidFill>
                <a:latin typeface="Tw Cen MT" panose="020B0602020104020603"/>
                <a:cs typeface="Tw Cen MT" panose="020B0602020104020603"/>
              </a:rPr>
              <a:t> </a:t>
            </a:r>
            <a:r>
              <a:rPr sz="2700" spc="114" dirty="0">
                <a:solidFill>
                  <a:srgbClr val="FFC000"/>
                </a:solidFill>
                <a:latin typeface="Tw Cen MT" panose="020B0602020104020603"/>
                <a:cs typeface="Tw Cen MT" panose="020B0602020104020603"/>
              </a:rPr>
              <a:t>s</a:t>
            </a:r>
            <a:r>
              <a:rPr sz="2700" spc="105" dirty="0">
                <a:solidFill>
                  <a:srgbClr val="FFC000"/>
                </a:solidFill>
                <a:latin typeface="Tw Cen MT" panose="020B0602020104020603"/>
                <a:cs typeface="Tw Cen MT" panose="020B0602020104020603"/>
              </a:rPr>
              <a:t>t</a:t>
            </a:r>
            <a:r>
              <a:rPr sz="2700" spc="114" dirty="0">
                <a:solidFill>
                  <a:srgbClr val="FFC000"/>
                </a:solidFill>
                <a:latin typeface="Tw Cen MT" panose="020B0602020104020603"/>
                <a:cs typeface="Tw Cen MT" panose="020B0602020104020603"/>
              </a:rPr>
              <a:t>o</a:t>
            </a:r>
            <a:r>
              <a:rPr sz="2700" spc="85" dirty="0">
                <a:solidFill>
                  <a:srgbClr val="FFC000"/>
                </a:solidFill>
                <a:latin typeface="Tw Cen MT" panose="020B0602020104020603"/>
                <a:cs typeface="Tw Cen MT" panose="020B0602020104020603"/>
              </a:rPr>
              <a:t>r</a:t>
            </a:r>
            <a:r>
              <a:rPr sz="2700" spc="105" dirty="0">
                <a:solidFill>
                  <a:srgbClr val="FFC000"/>
                </a:solidFill>
                <a:latin typeface="Tw Cen MT" panose="020B0602020104020603"/>
                <a:cs typeface="Tw Cen MT" panose="020B0602020104020603"/>
              </a:rPr>
              <a:t>a</a:t>
            </a:r>
            <a:r>
              <a:rPr sz="2700" spc="50" dirty="0">
                <a:solidFill>
                  <a:srgbClr val="FFC000"/>
                </a:solidFill>
                <a:latin typeface="Tw Cen MT" panose="020B0602020104020603"/>
                <a:cs typeface="Tw Cen MT" panose="020B0602020104020603"/>
              </a:rPr>
              <a:t>g</a:t>
            </a:r>
            <a:r>
              <a:rPr sz="2700" dirty="0">
                <a:solidFill>
                  <a:srgbClr val="FFC000"/>
                </a:solidFill>
                <a:latin typeface="Tw Cen MT" panose="020B0602020104020603"/>
                <a:cs typeface="Tw Cen MT" panose="020B0602020104020603"/>
              </a:rPr>
              <a:t>e</a:t>
            </a:r>
            <a:r>
              <a:rPr sz="2700" spc="225" dirty="0">
                <a:latin typeface="Tw Cen MT" panose="020B0602020104020603"/>
                <a:cs typeface="Tw Cen MT" panose="020B0602020104020603"/>
              </a:rPr>
              <a:t> </a:t>
            </a:r>
            <a:r>
              <a:rPr sz="2700" spc="105" dirty="0">
                <a:latin typeface="Tw Cen MT" panose="020B0602020104020603"/>
                <a:cs typeface="Tw Cen MT" panose="020B0602020104020603"/>
              </a:rPr>
              <a:t>a</a:t>
            </a:r>
            <a:r>
              <a:rPr sz="2700" spc="110" dirty="0">
                <a:latin typeface="Tw Cen MT" panose="020B0602020104020603"/>
                <a:cs typeface="Tw Cen MT" panose="020B0602020104020603"/>
              </a:rPr>
              <a:t>n</a:t>
            </a:r>
            <a:r>
              <a:rPr sz="2700" spc="-5" dirty="0">
                <a:latin typeface="Tw Cen MT" panose="020B0602020104020603"/>
                <a:cs typeface="Tw Cen MT" panose="020B0602020104020603"/>
              </a:rPr>
              <a:t>d </a:t>
            </a:r>
            <a:r>
              <a:rPr sz="2700" spc="125" dirty="0">
                <a:solidFill>
                  <a:srgbClr val="FF0000"/>
                </a:solidFill>
                <a:latin typeface="Tw Cen MT" panose="020B0602020104020603"/>
                <a:cs typeface="Tw Cen MT" panose="020B0602020104020603"/>
              </a:rPr>
              <a:t>p</a:t>
            </a:r>
            <a:r>
              <a:rPr sz="2700" spc="75" dirty="0">
                <a:solidFill>
                  <a:srgbClr val="FF0000"/>
                </a:solidFill>
                <a:latin typeface="Tw Cen MT" panose="020B0602020104020603"/>
                <a:cs typeface="Tw Cen MT" panose="020B0602020104020603"/>
              </a:rPr>
              <a:t>r</a:t>
            </a:r>
            <a:r>
              <a:rPr sz="2700" spc="130" dirty="0">
                <a:solidFill>
                  <a:srgbClr val="FF0000"/>
                </a:solidFill>
                <a:latin typeface="Tw Cen MT" panose="020B0602020104020603"/>
                <a:cs typeface="Tw Cen MT" panose="020B0602020104020603"/>
              </a:rPr>
              <a:t>o</a:t>
            </a:r>
            <a:r>
              <a:rPr sz="2700" spc="125" dirty="0">
                <a:solidFill>
                  <a:srgbClr val="FF0000"/>
                </a:solidFill>
                <a:latin typeface="Tw Cen MT" panose="020B0602020104020603"/>
                <a:cs typeface="Tw Cen MT" panose="020B0602020104020603"/>
              </a:rPr>
              <a:t>vidin</a:t>
            </a:r>
            <a:r>
              <a:rPr sz="2700" spc="-5" dirty="0">
                <a:solidFill>
                  <a:srgbClr val="FF0000"/>
                </a:solidFill>
                <a:latin typeface="Tw Cen MT" panose="020B0602020104020603"/>
                <a:cs typeface="Tw Cen MT" panose="020B0602020104020603"/>
              </a:rPr>
              <a:t>g</a:t>
            </a:r>
            <a:r>
              <a:rPr sz="2700" spc="260" dirty="0">
                <a:solidFill>
                  <a:srgbClr val="FF0000"/>
                </a:solidFill>
                <a:latin typeface="Tw Cen MT" panose="020B0602020104020603"/>
                <a:cs typeface="Tw Cen MT" panose="020B0602020104020603"/>
              </a:rPr>
              <a:t> </a:t>
            </a:r>
            <a:r>
              <a:rPr sz="2700" spc="-5" dirty="0">
                <a:solidFill>
                  <a:srgbClr val="FF0000"/>
                </a:solidFill>
                <a:latin typeface="Tw Cen MT" panose="020B0602020104020603"/>
                <a:cs typeface="Tw Cen MT" panose="020B0602020104020603"/>
              </a:rPr>
              <a:t>a</a:t>
            </a:r>
            <a:r>
              <a:rPr sz="2700" spc="260" dirty="0">
                <a:solidFill>
                  <a:srgbClr val="FF0000"/>
                </a:solidFill>
                <a:latin typeface="Tw Cen MT" panose="020B0602020104020603"/>
                <a:cs typeface="Tw Cen MT" panose="020B0602020104020603"/>
              </a:rPr>
              <a:t> </a:t>
            </a:r>
            <a:r>
              <a:rPr sz="2700" spc="125" dirty="0">
                <a:solidFill>
                  <a:srgbClr val="FF0000"/>
                </a:solidFill>
                <a:latin typeface="Tw Cen MT" panose="020B0602020104020603"/>
                <a:cs typeface="Tw Cen MT" panose="020B0602020104020603"/>
              </a:rPr>
              <a:t>p</a:t>
            </a:r>
            <a:r>
              <a:rPr sz="2700" spc="130" dirty="0">
                <a:solidFill>
                  <a:srgbClr val="FF0000"/>
                </a:solidFill>
                <a:latin typeface="Tw Cen MT" panose="020B0602020104020603"/>
                <a:cs typeface="Tw Cen MT" panose="020B0602020104020603"/>
              </a:rPr>
              <a:t>o</a:t>
            </a:r>
            <a:r>
              <a:rPr sz="2700" spc="125" dirty="0">
                <a:solidFill>
                  <a:srgbClr val="FF0000"/>
                </a:solidFill>
                <a:latin typeface="Tw Cen MT" panose="020B0602020104020603"/>
                <a:cs typeface="Tw Cen MT" panose="020B0602020104020603"/>
              </a:rPr>
              <a:t>int</a:t>
            </a:r>
            <a:r>
              <a:rPr sz="2700" spc="130" dirty="0">
                <a:solidFill>
                  <a:srgbClr val="FF0000"/>
                </a:solidFill>
                <a:latin typeface="Tw Cen MT" panose="020B0602020104020603"/>
                <a:cs typeface="Tw Cen MT" panose="020B0602020104020603"/>
              </a:rPr>
              <a:t>e</a:t>
            </a:r>
            <a:r>
              <a:rPr sz="2700" dirty="0">
                <a:solidFill>
                  <a:srgbClr val="FF0000"/>
                </a:solidFill>
                <a:latin typeface="Tw Cen MT" panose="020B0602020104020603"/>
                <a:cs typeface="Tw Cen MT" panose="020B0602020104020603"/>
              </a:rPr>
              <a:t>r</a:t>
            </a:r>
            <a:r>
              <a:rPr sz="2700" spc="260" dirty="0">
                <a:solidFill>
                  <a:srgbClr val="FF0000"/>
                </a:solidFill>
                <a:latin typeface="Tw Cen MT" panose="020B0602020104020603"/>
                <a:cs typeface="Tw Cen MT" panose="020B0602020104020603"/>
              </a:rPr>
              <a:t> </a:t>
            </a:r>
            <a:r>
              <a:rPr sz="2700" spc="125" dirty="0">
                <a:latin typeface="Tw Cen MT" panose="020B0602020104020603"/>
                <a:cs typeface="Tw Cen MT" panose="020B0602020104020603"/>
              </a:rPr>
              <a:t>t</a:t>
            </a:r>
            <a:r>
              <a:rPr sz="2700" dirty="0">
                <a:latin typeface="Tw Cen MT" panose="020B0602020104020603"/>
                <a:cs typeface="Tw Cen MT" panose="020B0602020104020603"/>
              </a:rPr>
              <a:t>o</a:t>
            </a:r>
            <a:r>
              <a:rPr sz="2700" spc="254" dirty="0">
                <a:latin typeface="Tw Cen MT" panose="020B0602020104020603"/>
                <a:cs typeface="Tw Cen MT" panose="020B0602020104020603"/>
              </a:rPr>
              <a:t> </a:t>
            </a:r>
            <a:r>
              <a:rPr sz="2700" spc="125" dirty="0">
                <a:latin typeface="Tw Cen MT" panose="020B0602020104020603"/>
                <a:cs typeface="Tw Cen MT" panose="020B0602020104020603"/>
              </a:rPr>
              <a:t>tha</a:t>
            </a:r>
            <a:r>
              <a:rPr sz="2700" spc="-5" dirty="0">
                <a:latin typeface="Tw Cen MT" panose="020B0602020104020603"/>
                <a:cs typeface="Tw Cen MT" panose="020B0602020104020603"/>
              </a:rPr>
              <a:t>t</a:t>
            </a:r>
            <a:r>
              <a:rPr sz="2700" spc="260" dirty="0">
                <a:latin typeface="Tw Cen MT" panose="020B0602020104020603"/>
                <a:cs typeface="Tw Cen MT" panose="020B0602020104020603"/>
              </a:rPr>
              <a:t> </a:t>
            </a:r>
            <a:r>
              <a:rPr sz="2700" spc="125" dirty="0">
                <a:latin typeface="Tw Cen MT" panose="020B0602020104020603"/>
                <a:cs typeface="Tw Cen MT" panose="020B0602020104020603"/>
              </a:rPr>
              <a:t>p</a:t>
            </a:r>
            <a:r>
              <a:rPr sz="2700" spc="75" dirty="0">
                <a:latin typeface="Tw Cen MT" panose="020B0602020104020603"/>
                <a:cs typeface="Tw Cen MT" panose="020B0602020104020603"/>
              </a:rPr>
              <a:t>h</a:t>
            </a:r>
            <a:r>
              <a:rPr sz="2700" spc="130" dirty="0">
                <a:latin typeface="Tw Cen MT" panose="020B0602020104020603"/>
                <a:cs typeface="Tw Cen MT" panose="020B0602020104020603"/>
              </a:rPr>
              <a:t>ys</a:t>
            </a:r>
            <a:r>
              <a:rPr sz="2700" spc="125" dirty="0">
                <a:latin typeface="Tw Cen MT" panose="020B0602020104020603"/>
                <a:cs typeface="Tw Cen MT" panose="020B0602020104020603"/>
              </a:rPr>
              <a:t>ica</a:t>
            </a:r>
            <a:r>
              <a:rPr sz="2700" dirty="0">
                <a:latin typeface="Tw Cen MT" panose="020B0602020104020603"/>
                <a:cs typeface="Tw Cen MT" panose="020B0602020104020603"/>
              </a:rPr>
              <a:t>l</a:t>
            </a:r>
            <a:r>
              <a:rPr sz="2700" spc="260" dirty="0">
                <a:latin typeface="Tw Cen MT" panose="020B0602020104020603"/>
                <a:cs typeface="Tw Cen MT" panose="020B0602020104020603"/>
              </a:rPr>
              <a:t> </a:t>
            </a:r>
            <a:r>
              <a:rPr sz="2700" spc="135" dirty="0">
                <a:latin typeface="Tw Cen MT" panose="020B0602020104020603"/>
                <a:cs typeface="Tw Cen MT" panose="020B0602020104020603"/>
              </a:rPr>
              <a:t>reso</a:t>
            </a:r>
            <a:r>
              <a:rPr sz="2700" spc="130" dirty="0">
                <a:latin typeface="Tw Cen MT" panose="020B0602020104020603"/>
                <a:cs typeface="Tw Cen MT" panose="020B0602020104020603"/>
              </a:rPr>
              <a:t>u</a:t>
            </a:r>
            <a:r>
              <a:rPr sz="2700" spc="135" dirty="0">
                <a:latin typeface="Tw Cen MT" panose="020B0602020104020603"/>
                <a:cs typeface="Tw Cen MT" panose="020B0602020104020603"/>
              </a:rPr>
              <a:t>r</a:t>
            </a:r>
            <a:r>
              <a:rPr sz="2700" spc="125" dirty="0">
                <a:latin typeface="Tw Cen MT" panose="020B0602020104020603"/>
                <a:cs typeface="Tw Cen MT" panose="020B0602020104020603"/>
              </a:rPr>
              <a:t>c</a:t>
            </a:r>
            <a:r>
              <a:rPr sz="2700" dirty="0">
                <a:latin typeface="Tw Cen MT" panose="020B0602020104020603"/>
                <a:cs typeface="Tw Cen MT" panose="020B0602020104020603"/>
              </a:rPr>
              <a:t>e</a:t>
            </a:r>
            <a:r>
              <a:rPr sz="2700" spc="265" dirty="0">
                <a:latin typeface="Tw Cen MT" panose="020B0602020104020603"/>
                <a:cs typeface="Tw Cen MT" panose="020B0602020104020603"/>
              </a:rPr>
              <a:t> </a:t>
            </a:r>
            <a:r>
              <a:rPr sz="2700" spc="125" dirty="0">
                <a:latin typeface="Tw Cen MT" panose="020B0602020104020603"/>
                <a:cs typeface="Tw Cen MT" panose="020B0602020104020603"/>
              </a:rPr>
              <a:t>w</a:t>
            </a:r>
            <a:r>
              <a:rPr sz="2700" spc="130" dirty="0">
                <a:latin typeface="Tw Cen MT" panose="020B0602020104020603"/>
                <a:cs typeface="Tw Cen MT" panose="020B0602020104020603"/>
              </a:rPr>
              <a:t>h</a:t>
            </a:r>
            <a:r>
              <a:rPr sz="2700" spc="135" dirty="0">
                <a:latin typeface="Tw Cen MT" panose="020B0602020104020603"/>
                <a:cs typeface="Tw Cen MT" panose="020B0602020104020603"/>
              </a:rPr>
              <a:t>e</a:t>
            </a:r>
            <a:r>
              <a:rPr sz="2700" spc="-5" dirty="0">
                <a:latin typeface="Tw Cen MT" panose="020B0602020104020603"/>
                <a:cs typeface="Tw Cen MT" panose="020B0602020104020603"/>
              </a:rPr>
              <a:t>n d</a:t>
            </a:r>
            <a:r>
              <a:rPr sz="2700" dirty="0">
                <a:latin typeface="Tw Cen MT" panose="020B0602020104020603"/>
                <a:cs typeface="Tw Cen MT" panose="020B0602020104020603"/>
              </a:rPr>
              <a:t>e</a:t>
            </a:r>
            <a:r>
              <a:rPr sz="2700" spc="-5" dirty="0">
                <a:latin typeface="Tw Cen MT" panose="020B0602020104020603"/>
                <a:cs typeface="Tw Cen MT" panose="020B0602020104020603"/>
              </a:rPr>
              <a:t>ma</a:t>
            </a:r>
            <a:r>
              <a:rPr sz="2700" dirty="0">
                <a:latin typeface="Tw Cen MT" panose="020B0602020104020603"/>
                <a:cs typeface="Tw Cen MT" panose="020B0602020104020603"/>
              </a:rPr>
              <a:t>n</a:t>
            </a:r>
            <a:r>
              <a:rPr sz="2700" spc="-5" dirty="0">
                <a:latin typeface="Tw Cen MT" panose="020B0602020104020603"/>
                <a:cs typeface="Tw Cen MT" panose="020B0602020104020603"/>
              </a:rPr>
              <a:t>d</a:t>
            </a:r>
            <a:r>
              <a:rPr sz="2700" dirty="0">
                <a:latin typeface="Tw Cen MT" panose="020B0602020104020603"/>
                <a:cs typeface="Tw Cen MT" panose="020B0602020104020603"/>
              </a:rPr>
              <a:t>e</a:t>
            </a:r>
            <a:r>
              <a:rPr sz="2700" spc="-5" dirty="0">
                <a:latin typeface="Tw Cen MT" panose="020B0602020104020603"/>
                <a:cs typeface="Tw Cen MT" panose="020B0602020104020603"/>
              </a:rPr>
              <a:t>d</a:t>
            </a:r>
            <a:r>
              <a:rPr sz="2700" dirty="0">
                <a:latin typeface="Tw Cen MT" panose="020B0602020104020603"/>
                <a:cs typeface="Tw Cen MT" panose="020B0602020104020603"/>
              </a:rPr>
              <a:t>.</a:t>
            </a:r>
            <a:endParaRPr sz="2700">
              <a:latin typeface="Tw Cen MT" panose="020B0602020104020603"/>
              <a:cs typeface="Tw Cen MT" panose="020B0602020104020603"/>
            </a:endParaRPr>
          </a:p>
          <a:p>
            <a:pPr>
              <a:lnSpc>
                <a:spcPct val="100000"/>
              </a:lnSpc>
              <a:spcBef>
                <a:spcPts val="5"/>
              </a:spcBef>
              <a:buClr>
                <a:srgbClr val="DD8046"/>
              </a:buClr>
              <a:buFont typeface="Wingdings" panose="05000000000000000000"/>
              <a:buChar char=""/>
            </a:pPr>
            <a:endParaRPr sz="3750">
              <a:latin typeface="Times New Roman" panose="02020603050405020304"/>
              <a:cs typeface="Times New Roman" panose="02020603050405020304"/>
            </a:endParaRPr>
          </a:p>
          <a:p>
            <a:pPr marL="816610" marR="5080" indent="-320040" algn="just">
              <a:lnSpc>
                <a:spcPts val="2910"/>
              </a:lnSpc>
              <a:buClr>
                <a:srgbClr val="DD8046"/>
              </a:buClr>
              <a:buSzPct val="59000"/>
              <a:buFont typeface="Wingdings" panose="05000000000000000000"/>
              <a:buChar char=""/>
              <a:tabLst>
                <a:tab pos="816610" algn="l"/>
              </a:tabLst>
            </a:pPr>
            <a:r>
              <a:rPr sz="2700" spc="125" dirty="0">
                <a:latin typeface="Tw Cen MT" panose="020B0602020104020603"/>
                <a:cs typeface="Tw Cen MT" panose="020B0602020104020603"/>
              </a:rPr>
              <a:t>Vi</a:t>
            </a:r>
            <a:r>
              <a:rPr sz="2700" spc="180" dirty="0">
                <a:latin typeface="Tw Cen MT" panose="020B0602020104020603"/>
                <a:cs typeface="Tw Cen MT" panose="020B0602020104020603"/>
              </a:rPr>
              <a:t>r</a:t>
            </a:r>
            <a:r>
              <a:rPr sz="2700" spc="125" dirty="0">
                <a:latin typeface="Tw Cen MT" panose="020B0602020104020603"/>
                <a:cs typeface="Tw Cen MT" panose="020B0602020104020603"/>
              </a:rPr>
              <a:t>tualizati</a:t>
            </a:r>
            <a:r>
              <a:rPr sz="2700" spc="130" dirty="0">
                <a:latin typeface="Tw Cen MT" panose="020B0602020104020603"/>
                <a:cs typeface="Tw Cen MT" panose="020B0602020104020603"/>
              </a:rPr>
              <a:t>o</a:t>
            </a:r>
            <a:r>
              <a:rPr sz="2700" spc="-5" dirty="0">
                <a:latin typeface="Tw Cen MT" panose="020B0602020104020603"/>
                <a:cs typeface="Tw Cen MT" panose="020B0602020104020603"/>
              </a:rPr>
              <a:t>n</a:t>
            </a:r>
            <a:r>
              <a:rPr sz="2700" spc="260" dirty="0">
                <a:latin typeface="Tw Cen MT" panose="020B0602020104020603"/>
                <a:cs typeface="Tw Cen MT" panose="020B0602020104020603"/>
              </a:rPr>
              <a:t> </a:t>
            </a:r>
            <a:r>
              <a:rPr sz="2700" spc="125" dirty="0">
                <a:latin typeface="Tw Cen MT" panose="020B0602020104020603"/>
                <a:cs typeface="Tw Cen MT" panose="020B0602020104020603"/>
              </a:rPr>
              <a:t>i</a:t>
            </a:r>
            <a:r>
              <a:rPr sz="2700" spc="-5" dirty="0">
                <a:latin typeface="Tw Cen MT" panose="020B0602020104020603"/>
                <a:cs typeface="Tw Cen MT" panose="020B0602020104020603"/>
              </a:rPr>
              <a:t>n</a:t>
            </a:r>
            <a:r>
              <a:rPr sz="2700" spc="260" dirty="0">
                <a:latin typeface="Tw Cen MT" panose="020B0602020104020603"/>
                <a:cs typeface="Tw Cen MT" panose="020B0602020104020603"/>
              </a:rPr>
              <a:t> </a:t>
            </a:r>
            <a:r>
              <a:rPr sz="2700" spc="125" dirty="0">
                <a:latin typeface="Tw Cen MT" panose="020B0602020104020603"/>
                <a:cs typeface="Tw Cen MT" panose="020B0602020104020603"/>
              </a:rPr>
              <a:t>cl</a:t>
            </a:r>
            <a:r>
              <a:rPr sz="2700" spc="130" dirty="0">
                <a:latin typeface="Tw Cen MT" panose="020B0602020104020603"/>
                <a:cs typeface="Tw Cen MT" panose="020B0602020104020603"/>
              </a:rPr>
              <a:t>o</a:t>
            </a:r>
            <a:r>
              <a:rPr sz="2700" spc="125" dirty="0">
                <a:latin typeface="Tw Cen MT" panose="020B0602020104020603"/>
                <a:cs typeface="Tw Cen MT" panose="020B0602020104020603"/>
              </a:rPr>
              <a:t>u</a:t>
            </a:r>
            <a:r>
              <a:rPr sz="2700" spc="-5" dirty="0">
                <a:latin typeface="Tw Cen MT" panose="020B0602020104020603"/>
                <a:cs typeface="Tw Cen MT" panose="020B0602020104020603"/>
              </a:rPr>
              <a:t>d</a:t>
            </a:r>
            <a:r>
              <a:rPr sz="2700" spc="260" dirty="0">
                <a:latin typeface="Tw Cen MT" panose="020B0602020104020603"/>
                <a:cs typeface="Tw Cen MT" panose="020B0602020104020603"/>
              </a:rPr>
              <a:t> </a:t>
            </a:r>
            <a:r>
              <a:rPr sz="2700" spc="125" dirty="0">
                <a:latin typeface="Tw Cen MT" panose="020B0602020104020603"/>
                <a:cs typeface="Tw Cen MT" panose="020B0602020104020603"/>
              </a:rPr>
              <a:t>c</a:t>
            </a:r>
            <a:r>
              <a:rPr sz="2700" spc="130" dirty="0">
                <a:latin typeface="Tw Cen MT" panose="020B0602020104020603"/>
                <a:cs typeface="Tw Cen MT" panose="020B0602020104020603"/>
              </a:rPr>
              <a:t>o</a:t>
            </a:r>
            <a:r>
              <a:rPr sz="2700" spc="125" dirty="0">
                <a:latin typeface="Tw Cen MT" panose="020B0602020104020603"/>
                <a:cs typeface="Tw Cen MT" panose="020B0602020104020603"/>
              </a:rPr>
              <a:t>mp</a:t>
            </a:r>
            <a:r>
              <a:rPr sz="2700" spc="130" dirty="0">
                <a:latin typeface="Tw Cen MT" panose="020B0602020104020603"/>
                <a:cs typeface="Tw Cen MT" panose="020B0602020104020603"/>
              </a:rPr>
              <a:t>u</a:t>
            </a:r>
            <a:r>
              <a:rPr sz="2700" spc="125" dirty="0">
                <a:latin typeface="Tw Cen MT" panose="020B0602020104020603"/>
                <a:cs typeface="Tw Cen MT" panose="020B0602020104020603"/>
              </a:rPr>
              <a:t>t</a:t>
            </a:r>
            <a:r>
              <a:rPr sz="2700" spc="130" dirty="0">
                <a:latin typeface="Tw Cen MT" panose="020B0602020104020603"/>
                <a:cs typeface="Tw Cen MT" panose="020B0602020104020603"/>
              </a:rPr>
              <a:t>in</a:t>
            </a:r>
            <a:r>
              <a:rPr sz="2700" spc="-5" dirty="0">
                <a:latin typeface="Tw Cen MT" panose="020B0602020104020603"/>
                <a:cs typeface="Tw Cen MT" panose="020B0602020104020603"/>
              </a:rPr>
              <a:t>g</a:t>
            </a:r>
            <a:r>
              <a:rPr sz="2700" spc="270" dirty="0">
                <a:latin typeface="Tw Cen MT" panose="020B0602020104020603"/>
                <a:cs typeface="Tw Cen MT" panose="020B0602020104020603"/>
              </a:rPr>
              <a:t> </a:t>
            </a:r>
            <a:r>
              <a:rPr sz="2700" spc="125" dirty="0">
                <a:latin typeface="Tw Cen MT" panose="020B0602020104020603"/>
                <a:cs typeface="Tw Cen MT" panose="020B0602020104020603"/>
              </a:rPr>
              <a:t>a</a:t>
            </a:r>
            <a:r>
              <a:rPr sz="2700" spc="130" dirty="0">
                <a:latin typeface="Tw Cen MT" panose="020B0602020104020603"/>
                <a:cs typeface="Tw Cen MT" panose="020B0602020104020603"/>
              </a:rPr>
              <a:t>ll</a:t>
            </a:r>
            <a:r>
              <a:rPr sz="2700" spc="50" dirty="0">
                <a:latin typeface="Tw Cen MT" panose="020B0602020104020603"/>
                <a:cs typeface="Tw Cen MT" panose="020B0602020104020603"/>
              </a:rPr>
              <a:t>o</a:t>
            </a:r>
            <a:r>
              <a:rPr sz="2700" spc="125" dirty="0">
                <a:latin typeface="Tw Cen MT" panose="020B0602020104020603"/>
                <a:cs typeface="Tw Cen MT" panose="020B0602020104020603"/>
              </a:rPr>
              <a:t>w</a:t>
            </a:r>
            <a:r>
              <a:rPr sz="2700" dirty="0">
                <a:latin typeface="Tw Cen MT" panose="020B0602020104020603"/>
                <a:cs typeface="Tw Cen MT" panose="020B0602020104020603"/>
              </a:rPr>
              <a:t>s</a:t>
            </a:r>
            <a:r>
              <a:rPr sz="2700" spc="270" dirty="0">
                <a:latin typeface="Tw Cen MT" panose="020B0602020104020603"/>
                <a:cs typeface="Tw Cen MT" panose="020B0602020104020603"/>
              </a:rPr>
              <a:t> </a:t>
            </a:r>
            <a:r>
              <a:rPr sz="2700" spc="50" dirty="0">
                <a:latin typeface="Tw Cen MT" panose="020B0602020104020603"/>
                <a:cs typeface="Tw Cen MT" panose="020B0602020104020603"/>
              </a:rPr>
              <a:t>y</a:t>
            </a:r>
            <a:r>
              <a:rPr sz="2700" spc="135" dirty="0">
                <a:latin typeface="Tw Cen MT" panose="020B0602020104020603"/>
                <a:cs typeface="Tw Cen MT" panose="020B0602020104020603"/>
              </a:rPr>
              <a:t>o</a:t>
            </a:r>
            <a:r>
              <a:rPr sz="2700" spc="-5" dirty="0">
                <a:latin typeface="Tw Cen MT" panose="020B0602020104020603"/>
                <a:cs typeface="Tw Cen MT" panose="020B0602020104020603"/>
              </a:rPr>
              <a:t>u</a:t>
            </a:r>
            <a:r>
              <a:rPr sz="2700" spc="270" dirty="0">
                <a:latin typeface="Tw Cen MT" panose="020B0602020104020603"/>
                <a:cs typeface="Tw Cen MT" panose="020B0602020104020603"/>
              </a:rPr>
              <a:t> </a:t>
            </a:r>
            <a:r>
              <a:rPr sz="2700" spc="125" dirty="0">
                <a:latin typeface="Tw Cen MT" panose="020B0602020104020603"/>
                <a:cs typeface="Tw Cen MT" panose="020B0602020104020603"/>
              </a:rPr>
              <a:t>t</a:t>
            </a:r>
            <a:r>
              <a:rPr sz="2700" dirty="0">
                <a:latin typeface="Tw Cen MT" panose="020B0602020104020603"/>
                <a:cs typeface="Tw Cen MT" panose="020B0602020104020603"/>
              </a:rPr>
              <a:t>o</a:t>
            </a:r>
            <a:r>
              <a:rPr sz="2700" spc="265" dirty="0">
                <a:latin typeface="Tw Cen MT" panose="020B0602020104020603"/>
                <a:cs typeface="Tw Cen MT" panose="020B0602020104020603"/>
              </a:rPr>
              <a:t> </a:t>
            </a:r>
            <a:r>
              <a:rPr sz="2700" spc="185" dirty="0">
                <a:solidFill>
                  <a:srgbClr val="00B0F0"/>
                </a:solidFill>
                <a:latin typeface="Tw Cen MT" panose="020B0602020104020603"/>
                <a:cs typeface="Tw Cen MT" panose="020B0602020104020603"/>
              </a:rPr>
              <a:t>r</a:t>
            </a:r>
            <a:r>
              <a:rPr sz="2700" spc="130" dirty="0">
                <a:solidFill>
                  <a:srgbClr val="00B0F0"/>
                </a:solidFill>
                <a:latin typeface="Tw Cen MT" panose="020B0602020104020603"/>
                <a:cs typeface="Tw Cen MT" panose="020B0602020104020603"/>
              </a:rPr>
              <a:t>u</a:t>
            </a:r>
            <a:r>
              <a:rPr sz="2700" spc="-5" dirty="0">
                <a:solidFill>
                  <a:srgbClr val="00B0F0"/>
                </a:solidFill>
                <a:latin typeface="Tw Cen MT" panose="020B0602020104020603"/>
                <a:cs typeface="Tw Cen MT" panose="020B0602020104020603"/>
              </a:rPr>
              <a:t>n </a:t>
            </a:r>
            <a:r>
              <a:rPr sz="2700" spc="160" dirty="0">
                <a:solidFill>
                  <a:srgbClr val="00B0F0"/>
                </a:solidFill>
                <a:latin typeface="Tw Cen MT" panose="020B0602020104020603"/>
                <a:cs typeface="Tw Cen MT" panose="020B0602020104020603"/>
              </a:rPr>
              <a:t>m</a:t>
            </a:r>
            <a:r>
              <a:rPr sz="2700" spc="120" dirty="0">
                <a:solidFill>
                  <a:srgbClr val="00B0F0"/>
                </a:solidFill>
                <a:latin typeface="Tw Cen MT" panose="020B0602020104020603"/>
                <a:cs typeface="Tw Cen MT" panose="020B0602020104020603"/>
              </a:rPr>
              <a:t>u</a:t>
            </a:r>
            <a:r>
              <a:rPr sz="2700" spc="114" dirty="0">
                <a:solidFill>
                  <a:srgbClr val="00B0F0"/>
                </a:solidFill>
                <a:latin typeface="Tw Cen MT" panose="020B0602020104020603"/>
                <a:cs typeface="Tw Cen MT" panose="020B0602020104020603"/>
              </a:rPr>
              <a:t>l</a:t>
            </a:r>
            <a:r>
              <a:rPr sz="2700" spc="110" dirty="0">
                <a:solidFill>
                  <a:srgbClr val="00B0F0"/>
                </a:solidFill>
                <a:latin typeface="Tw Cen MT" panose="020B0602020104020603"/>
                <a:cs typeface="Tw Cen MT" panose="020B0602020104020603"/>
              </a:rPr>
              <a:t>t</a:t>
            </a:r>
            <a:r>
              <a:rPr sz="2700" spc="114" dirty="0">
                <a:solidFill>
                  <a:srgbClr val="00B0F0"/>
                </a:solidFill>
                <a:latin typeface="Tw Cen MT" panose="020B0602020104020603"/>
                <a:cs typeface="Tw Cen MT" panose="020B0602020104020603"/>
              </a:rPr>
              <a:t>i</a:t>
            </a:r>
            <a:r>
              <a:rPr sz="2700" spc="110" dirty="0">
                <a:solidFill>
                  <a:srgbClr val="00B0F0"/>
                </a:solidFill>
                <a:latin typeface="Tw Cen MT" panose="020B0602020104020603"/>
                <a:cs typeface="Tw Cen MT" panose="020B0602020104020603"/>
              </a:rPr>
              <a:t>p</a:t>
            </a:r>
            <a:r>
              <a:rPr sz="2700" spc="114" dirty="0">
                <a:solidFill>
                  <a:srgbClr val="00B0F0"/>
                </a:solidFill>
                <a:latin typeface="Tw Cen MT" panose="020B0602020104020603"/>
                <a:cs typeface="Tw Cen MT" panose="020B0602020104020603"/>
              </a:rPr>
              <a:t>l</a:t>
            </a:r>
            <a:r>
              <a:rPr sz="2700" dirty="0">
                <a:solidFill>
                  <a:srgbClr val="00B0F0"/>
                </a:solidFill>
                <a:latin typeface="Tw Cen MT" panose="020B0602020104020603"/>
                <a:cs typeface="Tw Cen MT" panose="020B0602020104020603"/>
              </a:rPr>
              <a:t>e</a:t>
            </a:r>
            <a:r>
              <a:rPr sz="2700" spc="235" dirty="0">
                <a:solidFill>
                  <a:srgbClr val="00B0F0"/>
                </a:solidFill>
                <a:latin typeface="Tw Cen MT" panose="020B0602020104020603"/>
                <a:cs typeface="Tw Cen MT" panose="020B0602020104020603"/>
              </a:rPr>
              <a:t> </a:t>
            </a:r>
            <a:r>
              <a:rPr sz="2700" spc="110" dirty="0">
                <a:solidFill>
                  <a:srgbClr val="00B0F0"/>
                </a:solidFill>
                <a:latin typeface="Tw Cen MT" panose="020B0602020104020603"/>
                <a:cs typeface="Tw Cen MT" panose="020B0602020104020603"/>
              </a:rPr>
              <a:t>app</a:t>
            </a:r>
            <a:r>
              <a:rPr sz="2700" spc="114" dirty="0">
                <a:solidFill>
                  <a:srgbClr val="00B0F0"/>
                </a:solidFill>
                <a:latin typeface="Tw Cen MT" panose="020B0602020104020603"/>
                <a:cs typeface="Tw Cen MT" panose="020B0602020104020603"/>
              </a:rPr>
              <a:t>li</a:t>
            </a:r>
            <a:r>
              <a:rPr sz="2700" spc="110" dirty="0">
                <a:solidFill>
                  <a:srgbClr val="00B0F0"/>
                </a:solidFill>
                <a:latin typeface="Tw Cen MT" panose="020B0602020104020603"/>
                <a:cs typeface="Tw Cen MT" panose="020B0602020104020603"/>
              </a:rPr>
              <a:t>cat</a:t>
            </a:r>
            <a:r>
              <a:rPr sz="2700" spc="114" dirty="0">
                <a:solidFill>
                  <a:srgbClr val="00B0F0"/>
                </a:solidFill>
                <a:latin typeface="Tw Cen MT" panose="020B0602020104020603"/>
                <a:cs typeface="Tw Cen MT" panose="020B0602020104020603"/>
              </a:rPr>
              <a:t>i</a:t>
            </a:r>
            <a:r>
              <a:rPr sz="2700" spc="120" dirty="0">
                <a:solidFill>
                  <a:srgbClr val="00B0F0"/>
                </a:solidFill>
                <a:latin typeface="Tw Cen MT" panose="020B0602020104020603"/>
                <a:cs typeface="Tw Cen MT" panose="020B0602020104020603"/>
              </a:rPr>
              <a:t>on</a:t>
            </a:r>
            <a:r>
              <a:rPr sz="2700" dirty="0">
                <a:solidFill>
                  <a:srgbClr val="00B0F0"/>
                </a:solidFill>
                <a:latin typeface="Tw Cen MT" panose="020B0602020104020603"/>
                <a:cs typeface="Tw Cen MT" panose="020B0602020104020603"/>
              </a:rPr>
              <a:t>s</a:t>
            </a:r>
            <a:r>
              <a:rPr sz="2700" spc="245" dirty="0">
                <a:solidFill>
                  <a:srgbClr val="00B0F0"/>
                </a:solidFill>
                <a:latin typeface="Tw Cen MT" panose="020B0602020104020603"/>
                <a:cs typeface="Tw Cen MT" panose="020B0602020104020603"/>
              </a:rPr>
              <a:t> </a:t>
            </a:r>
            <a:r>
              <a:rPr sz="2700" spc="120">
                <a:solidFill>
                  <a:srgbClr val="00B0F0"/>
                </a:solidFill>
                <a:latin typeface="Tw Cen MT" panose="020B0602020104020603"/>
                <a:cs typeface="Tw Cen MT" panose="020B0602020104020603"/>
              </a:rPr>
              <a:t>a</a:t>
            </a:r>
            <a:r>
              <a:rPr sz="2700" spc="125">
                <a:solidFill>
                  <a:srgbClr val="00B0F0"/>
                </a:solidFill>
                <a:latin typeface="Tw Cen MT" panose="020B0602020104020603"/>
                <a:cs typeface="Tw Cen MT" panose="020B0602020104020603"/>
              </a:rPr>
              <a:t>n</a:t>
            </a:r>
            <a:r>
              <a:rPr sz="2700" spc="-5">
                <a:solidFill>
                  <a:srgbClr val="00B0F0"/>
                </a:solidFill>
                <a:latin typeface="Tw Cen MT" panose="020B0602020104020603"/>
                <a:cs typeface="Tw Cen MT" panose="020B0602020104020603"/>
              </a:rPr>
              <a:t>d</a:t>
            </a:r>
            <a:r>
              <a:rPr sz="2700" spc="250">
                <a:solidFill>
                  <a:srgbClr val="00B0F0"/>
                </a:solidFill>
                <a:latin typeface="Tw Cen MT" panose="020B0602020104020603"/>
                <a:cs typeface="Tw Cen MT" panose="020B0602020104020603"/>
              </a:rPr>
              <a:t> </a:t>
            </a:r>
            <a:r>
              <a:rPr lang="en-US" sz="2700" spc="125" dirty="0">
                <a:solidFill>
                  <a:srgbClr val="00B0F0"/>
                </a:solidFill>
                <a:latin typeface="Tw Cen MT" panose="020B0602020104020603"/>
                <a:cs typeface="Tw Cen MT" panose="020B0602020104020603"/>
              </a:rPr>
              <a:t>OS </a:t>
            </a:r>
            <a:r>
              <a:rPr sz="2700" spc="125">
                <a:solidFill>
                  <a:srgbClr val="00B0F0"/>
                </a:solidFill>
                <a:latin typeface="Tw Cen MT" panose="020B0602020104020603"/>
                <a:cs typeface="Tw Cen MT" panose="020B0602020104020603"/>
              </a:rPr>
              <a:t>o</a:t>
            </a:r>
            <a:r>
              <a:rPr sz="2700" spc="-5">
                <a:solidFill>
                  <a:srgbClr val="00B0F0"/>
                </a:solidFill>
                <a:latin typeface="Tw Cen MT" panose="020B0602020104020603"/>
                <a:cs typeface="Tw Cen MT" panose="020B0602020104020603"/>
              </a:rPr>
              <a:t>n</a:t>
            </a:r>
            <a:r>
              <a:rPr sz="2700" spc="250">
                <a:solidFill>
                  <a:srgbClr val="00B0F0"/>
                </a:solidFill>
                <a:latin typeface="Tw Cen MT" panose="020B0602020104020603"/>
                <a:cs typeface="Tw Cen MT" panose="020B0602020104020603"/>
              </a:rPr>
              <a:t> </a:t>
            </a:r>
            <a:r>
              <a:rPr sz="2700" spc="120" dirty="0">
                <a:solidFill>
                  <a:srgbClr val="00B0F0"/>
                </a:solidFill>
                <a:latin typeface="Tw Cen MT" panose="020B0602020104020603"/>
                <a:cs typeface="Tw Cen MT" panose="020B0602020104020603"/>
              </a:rPr>
              <a:t>t</a:t>
            </a:r>
            <a:r>
              <a:rPr sz="2700" spc="125" dirty="0">
                <a:solidFill>
                  <a:srgbClr val="00B0F0"/>
                </a:solidFill>
                <a:latin typeface="Tw Cen MT" panose="020B0602020104020603"/>
                <a:cs typeface="Tw Cen MT" panose="020B0602020104020603"/>
              </a:rPr>
              <a:t>h</a:t>
            </a:r>
            <a:r>
              <a:rPr sz="2700" dirty="0">
                <a:solidFill>
                  <a:srgbClr val="00B0F0"/>
                </a:solidFill>
                <a:latin typeface="Tw Cen MT" panose="020B0602020104020603"/>
                <a:cs typeface="Tw Cen MT" panose="020B0602020104020603"/>
              </a:rPr>
              <a:t>e </a:t>
            </a:r>
            <a:r>
              <a:rPr sz="2700" spc="75" dirty="0">
                <a:solidFill>
                  <a:srgbClr val="00B0F0"/>
                </a:solidFill>
                <a:latin typeface="Tw Cen MT" panose="020B0602020104020603"/>
                <a:cs typeface="Tw Cen MT" panose="020B0602020104020603"/>
              </a:rPr>
              <a:t>s</a:t>
            </a:r>
            <a:r>
              <a:rPr sz="2700" spc="70" dirty="0">
                <a:solidFill>
                  <a:srgbClr val="00B0F0"/>
                </a:solidFill>
                <a:latin typeface="Tw Cen MT" panose="020B0602020104020603"/>
                <a:cs typeface="Tw Cen MT" panose="020B0602020104020603"/>
              </a:rPr>
              <a:t>am</a:t>
            </a:r>
            <a:r>
              <a:rPr sz="2700" dirty="0">
                <a:solidFill>
                  <a:srgbClr val="00B0F0"/>
                </a:solidFill>
                <a:latin typeface="Tw Cen MT" panose="020B0602020104020603"/>
                <a:cs typeface="Tw Cen MT" panose="020B0602020104020603"/>
              </a:rPr>
              <a:t>e</a:t>
            </a:r>
            <a:r>
              <a:rPr sz="2700" spc="145" dirty="0">
                <a:solidFill>
                  <a:srgbClr val="00B0F0"/>
                </a:solidFill>
                <a:latin typeface="Tw Cen MT" panose="020B0602020104020603"/>
                <a:cs typeface="Tw Cen MT" panose="020B0602020104020603"/>
              </a:rPr>
              <a:t> </a:t>
            </a:r>
            <a:r>
              <a:rPr sz="2700" spc="75" dirty="0">
                <a:solidFill>
                  <a:srgbClr val="00B0F0"/>
                </a:solidFill>
                <a:latin typeface="Tw Cen MT" panose="020B0602020104020603"/>
                <a:cs typeface="Tw Cen MT" panose="020B0602020104020603"/>
              </a:rPr>
              <a:t>se</a:t>
            </a:r>
            <a:r>
              <a:rPr sz="2700" spc="180" dirty="0">
                <a:solidFill>
                  <a:srgbClr val="00B0F0"/>
                </a:solidFill>
                <a:latin typeface="Tw Cen MT" panose="020B0602020104020603"/>
                <a:cs typeface="Tw Cen MT" panose="020B0602020104020603"/>
              </a:rPr>
              <a:t>r</a:t>
            </a:r>
            <a:r>
              <a:rPr sz="2700" spc="20" dirty="0">
                <a:solidFill>
                  <a:srgbClr val="00B0F0"/>
                </a:solidFill>
                <a:latin typeface="Tw Cen MT" panose="020B0602020104020603"/>
                <a:cs typeface="Tw Cen MT" panose="020B0602020104020603"/>
              </a:rPr>
              <a:t>v</a:t>
            </a:r>
            <a:r>
              <a:rPr sz="2700" spc="75" dirty="0">
                <a:solidFill>
                  <a:srgbClr val="00B0F0"/>
                </a:solidFill>
                <a:latin typeface="Tw Cen MT" panose="020B0602020104020603"/>
                <a:cs typeface="Tw Cen MT" panose="020B0602020104020603"/>
              </a:rPr>
              <a:t>e</a:t>
            </a:r>
            <a:r>
              <a:rPr sz="2700" spc="-110" dirty="0">
                <a:solidFill>
                  <a:srgbClr val="00B0F0"/>
                </a:solidFill>
                <a:latin typeface="Tw Cen MT" panose="020B0602020104020603"/>
                <a:cs typeface="Tw Cen MT" panose="020B0602020104020603"/>
              </a:rPr>
              <a:t>r</a:t>
            </a:r>
            <a:r>
              <a:rPr sz="2700" dirty="0">
                <a:latin typeface="Tw Cen MT" panose="020B0602020104020603"/>
                <a:cs typeface="Tw Cen MT" panose="020B0602020104020603"/>
              </a:rPr>
              <a:t>,</a:t>
            </a:r>
            <a:r>
              <a:rPr sz="2700" spc="155" dirty="0">
                <a:latin typeface="Tw Cen MT" panose="020B0602020104020603"/>
                <a:cs typeface="Tw Cen MT" panose="020B0602020104020603"/>
              </a:rPr>
              <a:t> </a:t>
            </a:r>
            <a:r>
              <a:rPr sz="2700" spc="75" dirty="0">
                <a:latin typeface="Tw Cen MT" panose="020B0602020104020603"/>
                <a:cs typeface="Tw Cen MT" panose="020B0602020104020603"/>
              </a:rPr>
              <a:t>th</a:t>
            </a:r>
            <a:r>
              <a:rPr sz="2700" spc="80" dirty="0">
                <a:latin typeface="Tw Cen MT" panose="020B0602020104020603"/>
                <a:cs typeface="Tw Cen MT" panose="020B0602020104020603"/>
              </a:rPr>
              <a:t>er</a:t>
            </a:r>
            <a:r>
              <a:rPr sz="2700" spc="25" dirty="0">
                <a:latin typeface="Tw Cen MT" panose="020B0602020104020603"/>
                <a:cs typeface="Tw Cen MT" panose="020B0602020104020603"/>
              </a:rPr>
              <a:t>e</a:t>
            </a:r>
            <a:r>
              <a:rPr sz="2700" spc="-60" dirty="0">
                <a:latin typeface="Tw Cen MT" panose="020B0602020104020603"/>
                <a:cs typeface="Tw Cen MT" panose="020B0602020104020603"/>
              </a:rPr>
              <a:t>b</a:t>
            </a:r>
            <a:r>
              <a:rPr sz="2700" dirty="0">
                <a:latin typeface="Tw Cen MT" panose="020B0602020104020603"/>
                <a:cs typeface="Tw Cen MT" panose="020B0602020104020603"/>
              </a:rPr>
              <a:t>y</a:t>
            </a:r>
            <a:r>
              <a:rPr sz="2700" spc="155" dirty="0">
                <a:latin typeface="Tw Cen MT" panose="020B0602020104020603"/>
                <a:cs typeface="Tw Cen MT" panose="020B0602020104020603"/>
              </a:rPr>
              <a:t> </a:t>
            </a:r>
            <a:r>
              <a:rPr sz="2700" spc="75" dirty="0">
                <a:latin typeface="Tw Cen MT" panose="020B0602020104020603"/>
                <a:cs typeface="Tw Cen MT" panose="020B0602020104020603"/>
              </a:rPr>
              <a:t>p</a:t>
            </a:r>
            <a:r>
              <a:rPr sz="2700" spc="25" dirty="0">
                <a:latin typeface="Tw Cen MT" panose="020B0602020104020603"/>
                <a:cs typeface="Tw Cen MT" panose="020B0602020104020603"/>
              </a:rPr>
              <a:t>r</a:t>
            </a:r>
            <a:r>
              <a:rPr sz="2700" spc="80" dirty="0">
                <a:latin typeface="Tw Cen MT" panose="020B0602020104020603"/>
                <a:cs typeface="Tw Cen MT" panose="020B0602020104020603"/>
              </a:rPr>
              <a:t>o</a:t>
            </a:r>
            <a:r>
              <a:rPr sz="2700" spc="75" dirty="0">
                <a:latin typeface="Tw Cen MT" panose="020B0602020104020603"/>
                <a:cs typeface="Tw Cen MT" panose="020B0602020104020603"/>
              </a:rPr>
              <a:t>vidin</a:t>
            </a:r>
            <a:r>
              <a:rPr sz="2700" spc="-5" dirty="0">
                <a:latin typeface="Tw Cen MT" panose="020B0602020104020603"/>
                <a:cs typeface="Tw Cen MT" panose="020B0602020104020603"/>
              </a:rPr>
              <a:t>g</a:t>
            </a:r>
            <a:r>
              <a:rPr sz="2700" spc="160" dirty="0">
                <a:latin typeface="Tw Cen MT" panose="020B0602020104020603"/>
                <a:cs typeface="Tw Cen MT" panose="020B0602020104020603"/>
              </a:rPr>
              <a:t> </a:t>
            </a:r>
            <a:r>
              <a:rPr sz="2700" spc="25" dirty="0">
                <a:latin typeface="Tw Cen MT" panose="020B0602020104020603"/>
                <a:cs typeface="Tw Cen MT" panose="020B0602020104020603"/>
              </a:rPr>
              <a:t>f</a:t>
            </a:r>
            <a:r>
              <a:rPr sz="2700" spc="80" dirty="0">
                <a:latin typeface="Tw Cen MT" panose="020B0602020104020603"/>
                <a:cs typeface="Tw Cen MT" panose="020B0602020104020603"/>
              </a:rPr>
              <a:t>o</a:t>
            </a:r>
            <a:r>
              <a:rPr sz="2700" dirty="0">
                <a:latin typeface="Tw Cen MT" panose="020B0602020104020603"/>
                <a:cs typeface="Tw Cen MT" panose="020B0602020104020603"/>
              </a:rPr>
              <a:t>r</a:t>
            </a:r>
            <a:r>
              <a:rPr sz="2700" spc="160" dirty="0">
                <a:latin typeface="Tw Cen MT" panose="020B0602020104020603"/>
                <a:cs typeface="Tw Cen MT" panose="020B0602020104020603"/>
              </a:rPr>
              <a:t> </a:t>
            </a:r>
            <a:r>
              <a:rPr sz="2700" spc="80" dirty="0">
                <a:solidFill>
                  <a:srgbClr val="FF0000"/>
                </a:solidFill>
                <a:latin typeface="Tw Cen MT" panose="020B0602020104020603"/>
                <a:cs typeface="Tw Cen MT" panose="020B0602020104020603"/>
              </a:rPr>
              <a:t>eff</a:t>
            </a:r>
            <a:r>
              <a:rPr sz="2700" spc="75" dirty="0">
                <a:solidFill>
                  <a:srgbClr val="FF0000"/>
                </a:solidFill>
                <a:latin typeface="Tw Cen MT" panose="020B0602020104020603"/>
                <a:cs typeface="Tw Cen MT" panose="020B0602020104020603"/>
              </a:rPr>
              <a:t>ici</a:t>
            </a:r>
            <a:r>
              <a:rPr sz="2700" spc="80" dirty="0">
                <a:solidFill>
                  <a:srgbClr val="FF0000"/>
                </a:solidFill>
                <a:latin typeface="Tw Cen MT" panose="020B0602020104020603"/>
                <a:cs typeface="Tw Cen MT" panose="020B0602020104020603"/>
              </a:rPr>
              <a:t>e</a:t>
            </a:r>
            <a:r>
              <a:rPr sz="2700" spc="75" dirty="0">
                <a:solidFill>
                  <a:srgbClr val="FF0000"/>
                </a:solidFill>
                <a:latin typeface="Tw Cen MT" panose="020B0602020104020603"/>
                <a:cs typeface="Tw Cen MT" panose="020B0602020104020603"/>
              </a:rPr>
              <a:t>n</a:t>
            </a:r>
            <a:r>
              <a:rPr sz="2700" spc="-5" dirty="0">
                <a:solidFill>
                  <a:srgbClr val="FF0000"/>
                </a:solidFill>
                <a:latin typeface="Tw Cen MT" panose="020B0602020104020603"/>
                <a:cs typeface="Tw Cen MT" panose="020B0602020104020603"/>
              </a:rPr>
              <a:t>t</a:t>
            </a:r>
            <a:r>
              <a:rPr sz="2700" spc="160" dirty="0">
                <a:solidFill>
                  <a:srgbClr val="FF0000"/>
                </a:solidFill>
                <a:latin typeface="Tw Cen MT" panose="020B0602020104020603"/>
                <a:cs typeface="Tw Cen MT" panose="020B0602020104020603"/>
              </a:rPr>
              <a:t> </a:t>
            </a:r>
            <a:r>
              <a:rPr sz="2700" spc="80" dirty="0">
                <a:solidFill>
                  <a:srgbClr val="FF0000"/>
                </a:solidFill>
                <a:latin typeface="Tw Cen MT" panose="020B0602020104020603"/>
                <a:cs typeface="Tw Cen MT" panose="020B0602020104020603"/>
              </a:rPr>
              <a:t>reso</a:t>
            </a:r>
            <a:r>
              <a:rPr sz="2700" spc="75" dirty="0">
                <a:solidFill>
                  <a:srgbClr val="FF0000"/>
                </a:solidFill>
                <a:latin typeface="Tw Cen MT" panose="020B0602020104020603"/>
                <a:cs typeface="Tw Cen MT" panose="020B0602020104020603"/>
              </a:rPr>
              <a:t>u</a:t>
            </a:r>
            <a:r>
              <a:rPr sz="2700" spc="80" dirty="0">
                <a:solidFill>
                  <a:srgbClr val="FF0000"/>
                </a:solidFill>
                <a:latin typeface="Tw Cen MT" panose="020B0602020104020603"/>
                <a:cs typeface="Tw Cen MT" panose="020B0602020104020603"/>
              </a:rPr>
              <a:t>r</a:t>
            </a:r>
            <a:r>
              <a:rPr sz="2700" spc="75" dirty="0">
                <a:solidFill>
                  <a:srgbClr val="FF0000"/>
                </a:solidFill>
                <a:latin typeface="Tw Cen MT" panose="020B0602020104020603"/>
                <a:cs typeface="Tw Cen MT" panose="020B0602020104020603"/>
              </a:rPr>
              <a:t>c</a:t>
            </a:r>
            <a:r>
              <a:rPr sz="2700" dirty="0">
                <a:solidFill>
                  <a:srgbClr val="FF0000"/>
                </a:solidFill>
                <a:latin typeface="Tw Cen MT" panose="020B0602020104020603"/>
                <a:cs typeface="Tw Cen MT" panose="020B0602020104020603"/>
              </a:rPr>
              <a:t>e u</a:t>
            </a:r>
            <a:r>
              <a:rPr sz="2700" spc="-5" dirty="0">
                <a:solidFill>
                  <a:srgbClr val="FF0000"/>
                </a:solidFill>
                <a:latin typeface="Tw Cen MT" panose="020B0602020104020603"/>
                <a:cs typeface="Tw Cen MT" panose="020B0602020104020603"/>
              </a:rPr>
              <a:t>tili</a:t>
            </a:r>
            <a:r>
              <a:rPr sz="2700" dirty="0">
                <a:solidFill>
                  <a:srgbClr val="FF0000"/>
                </a:solidFill>
                <a:latin typeface="Tw Cen MT" panose="020B0602020104020603"/>
                <a:cs typeface="Tw Cen MT" panose="020B0602020104020603"/>
              </a:rPr>
              <a:t>z</a:t>
            </a:r>
            <a:r>
              <a:rPr sz="2700" spc="-5" dirty="0">
                <a:solidFill>
                  <a:srgbClr val="FF0000"/>
                </a:solidFill>
                <a:latin typeface="Tw Cen MT" panose="020B0602020104020603"/>
                <a:cs typeface="Tw Cen MT" panose="020B0602020104020603"/>
              </a:rPr>
              <a:t>ati</a:t>
            </a:r>
            <a:r>
              <a:rPr sz="2700" dirty="0">
                <a:solidFill>
                  <a:srgbClr val="FF0000"/>
                </a:solidFill>
                <a:latin typeface="Tw Cen MT" panose="020B0602020104020603"/>
                <a:cs typeface="Tw Cen MT" panose="020B0602020104020603"/>
              </a:rPr>
              <a:t>o</a:t>
            </a:r>
            <a:r>
              <a:rPr sz="2700" spc="-5" dirty="0">
                <a:solidFill>
                  <a:srgbClr val="FF0000"/>
                </a:solidFill>
                <a:latin typeface="Tw Cen MT" panose="020B0602020104020603"/>
                <a:cs typeface="Tw Cen MT" panose="020B0602020104020603"/>
              </a:rPr>
              <a:t>n</a:t>
            </a:r>
            <a:r>
              <a:rPr sz="2700" dirty="0">
                <a:solidFill>
                  <a:srgbClr val="FF0000"/>
                </a:solidFill>
                <a:latin typeface="Tw Cen MT" panose="020B0602020104020603"/>
                <a:cs typeface="Tw Cen MT" panose="020B0602020104020603"/>
              </a:rPr>
              <a:t> </a:t>
            </a:r>
            <a:r>
              <a:rPr sz="2700" spc="-5" dirty="0">
                <a:solidFill>
                  <a:srgbClr val="FF0000"/>
                </a:solidFill>
                <a:latin typeface="Tw Cen MT" panose="020B0602020104020603"/>
                <a:cs typeface="Tw Cen MT" panose="020B0602020104020603"/>
              </a:rPr>
              <a:t>a</a:t>
            </a:r>
            <a:r>
              <a:rPr sz="2700" dirty="0">
                <a:solidFill>
                  <a:srgbClr val="FF0000"/>
                </a:solidFill>
                <a:latin typeface="Tw Cen MT" panose="020B0602020104020603"/>
                <a:cs typeface="Tw Cen MT" panose="020B0602020104020603"/>
              </a:rPr>
              <a:t>n</a:t>
            </a:r>
            <a:r>
              <a:rPr sz="2700" spc="-5" dirty="0">
                <a:solidFill>
                  <a:srgbClr val="FF0000"/>
                </a:solidFill>
                <a:latin typeface="Tw Cen MT" panose="020B0602020104020603"/>
                <a:cs typeface="Tw Cen MT" panose="020B0602020104020603"/>
              </a:rPr>
              <a:t>d</a:t>
            </a:r>
            <a:r>
              <a:rPr sz="2700" dirty="0">
                <a:solidFill>
                  <a:srgbClr val="FF0000"/>
                </a:solidFill>
                <a:latin typeface="Tw Cen MT" panose="020B0602020104020603"/>
                <a:cs typeface="Tw Cen MT" panose="020B0602020104020603"/>
              </a:rPr>
              <a:t> re</a:t>
            </a:r>
            <a:r>
              <a:rPr sz="2700" spc="-5" dirty="0">
                <a:solidFill>
                  <a:srgbClr val="FF0000"/>
                </a:solidFill>
                <a:latin typeface="Tw Cen MT" panose="020B0602020104020603"/>
                <a:cs typeface="Tw Cen MT" panose="020B0602020104020603"/>
              </a:rPr>
              <a:t>d</a:t>
            </a:r>
            <a:r>
              <a:rPr sz="2700" dirty="0">
                <a:solidFill>
                  <a:srgbClr val="FF0000"/>
                </a:solidFill>
                <a:latin typeface="Tw Cen MT" panose="020B0602020104020603"/>
                <a:cs typeface="Tw Cen MT" panose="020B0602020104020603"/>
              </a:rPr>
              <a:t>u</a:t>
            </a:r>
            <a:r>
              <a:rPr sz="2700" spc="-5" dirty="0">
                <a:solidFill>
                  <a:srgbClr val="FF0000"/>
                </a:solidFill>
                <a:latin typeface="Tw Cen MT" panose="020B0602020104020603"/>
                <a:cs typeface="Tw Cen MT" panose="020B0602020104020603"/>
              </a:rPr>
              <a:t>ci</a:t>
            </a:r>
            <a:r>
              <a:rPr sz="2700" dirty="0">
                <a:solidFill>
                  <a:srgbClr val="FF0000"/>
                </a:solidFill>
                <a:latin typeface="Tw Cen MT" panose="020B0602020104020603"/>
                <a:cs typeface="Tw Cen MT" panose="020B0602020104020603"/>
              </a:rPr>
              <a:t>n</a:t>
            </a:r>
            <a:r>
              <a:rPr sz="2700" spc="-5" dirty="0">
                <a:solidFill>
                  <a:srgbClr val="FF0000"/>
                </a:solidFill>
                <a:latin typeface="Tw Cen MT" panose="020B0602020104020603"/>
                <a:cs typeface="Tw Cen MT" panose="020B0602020104020603"/>
              </a:rPr>
              <a:t>g</a:t>
            </a:r>
            <a:r>
              <a:rPr sz="2700" dirty="0">
                <a:solidFill>
                  <a:srgbClr val="FF0000"/>
                </a:solidFill>
                <a:latin typeface="Tw Cen MT" panose="020B0602020104020603"/>
                <a:cs typeface="Tw Cen MT" panose="020B0602020104020603"/>
              </a:rPr>
              <a:t> </a:t>
            </a:r>
            <a:r>
              <a:rPr sz="2700" spc="-5" dirty="0">
                <a:solidFill>
                  <a:srgbClr val="FF0000"/>
                </a:solidFill>
                <a:latin typeface="Tw Cen MT" panose="020B0602020104020603"/>
                <a:cs typeface="Tw Cen MT" panose="020B0602020104020603"/>
              </a:rPr>
              <a:t>c</a:t>
            </a:r>
            <a:r>
              <a:rPr sz="2700" dirty="0">
                <a:solidFill>
                  <a:srgbClr val="FF0000"/>
                </a:solidFill>
                <a:latin typeface="Tw Cen MT" panose="020B0602020104020603"/>
                <a:cs typeface="Tw Cen MT" panose="020B0602020104020603"/>
              </a:rPr>
              <a:t>os</a:t>
            </a:r>
            <a:r>
              <a:rPr sz="2700" spc="-5" dirty="0">
                <a:solidFill>
                  <a:srgbClr val="FF0000"/>
                </a:solidFill>
                <a:latin typeface="Tw Cen MT" panose="020B0602020104020603"/>
                <a:cs typeface="Tw Cen MT" panose="020B0602020104020603"/>
              </a:rPr>
              <a:t>t</a:t>
            </a:r>
            <a:r>
              <a:rPr sz="2700" spc="-30" dirty="0">
                <a:solidFill>
                  <a:srgbClr val="FF0000"/>
                </a:solidFill>
                <a:latin typeface="Tw Cen MT" panose="020B0602020104020603"/>
                <a:cs typeface="Tw Cen MT" panose="020B0602020104020603"/>
              </a:rPr>
              <a:t>s</a:t>
            </a:r>
            <a:r>
              <a:rPr sz="2700" dirty="0">
                <a:solidFill>
                  <a:srgbClr val="FF0000"/>
                </a:solidFill>
                <a:latin typeface="Tw Cen MT" panose="020B0602020104020603"/>
                <a:cs typeface="Tw Cen MT" panose="020B0602020104020603"/>
              </a:rPr>
              <a:t>.</a:t>
            </a:r>
            <a:endParaRPr sz="2700">
              <a:solidFill>
                <a:srgbClr val="FF0000"/>
              </a:solidFill>
              <a:latin typeface="Tw Cen MT" panose="020B0602020104020603"/>
              <a:cs typeface="Tw Cen MT" panose="020B0602020104020603"/>
            </a:endParaRPr>
          </a:p>
        </p:txBody>
      </p:sp>
      <p:sp>
        <p:nvSpPr>
          <p:cNvPr id="4" name="object 4"/>
          <p:cNvSpPr/>
          <p:nvPr/>
        </p:nvSpPr>
        <p:spPr>
          <a:xfrm>
            <a:off x="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7"/>
          <p:cNvPicPr>
            <a:picLocks noGrp="1" noChangeAspect="1"/>
          </p:cNvPicPr>
          <p:nvPr>
            <p:ph idx="1"/>
          </p:nvPr>
        </p:nvPicPr>
        <p:blipFill>
          <a:blip r:embed="rId3"/>
          <a:stretch>
            <a:fillRect/>
          </a:stretch>
        </p:blipFill>
        <p:spPr>
          <a:xfrm>
            <a:off x="34717" y="1269125"/>
            <a:ext cx="1485476" cy="946757"/>
          </a:xfrm>
          <a:prstGeom prst="rect">
            <a:avLst/>
          </a:prstGeom>
        </p:spPr>
      </p:pic>
      <p:pic>
        <p:nvPicPr>
          <p:cNvPr id="30" name="Picture 29"/>
          <p:cNvPicPr>
            <a:picLocks noChangeAspect="1"/>
          </p:cNvPicPr>
          <p:nvPr/>
        </p:nvPicPr>
        <p:blipFill rotWithShape="1">
          <a:blip r:embed="rId4"/>
          <a:srcRect l="8646" t="12924" r="16013" b="9596"/>
          <a:stretch/>
        </p:blipFill>
        <p:spPr>
          <a:xfrm>
            <a:off x="261669" y="2565858"/>
            <a:ext cx="907401" cy="933163"/>
          </a:xfrm>
          <a:prstGeom prst="rect">
            <a:avLst/>
          </a:prstGeom>
          <a:ln>
            <a:noFill/>
          </a:ln>
          <a:effectLst>
            <a:softEdge rad="112500"/>
          </a:effectLst>
        </p:spPr>
      </p:pic>
      <p:pic>
        <p:nvPicPr>
          <p:cNvPr id="31" name="Picture 30"/>
          <p:cNvPicPr>
            <a:picLocks noChangeAspect="1"/>
          </p:cNvPicPr>
          <p:nvPr/>
        </p:nvPicPr>
        <p:blipFill rotWithShape="1">
          <a:blip r:embed="rId5"/>
          <a:srcRect t="31519" b="32047"/>
          <a:stretch/>
        </p:blipFill>
        <p:spPr>
          <a:xfrm>
            <a:off x="358741" y="3035586"/>
            <a:ext cx="764069" cy="242958"/>
          </a:xfrm>
          <a:prstGeom prst="rect">
            <a:avLst/>
          </a:prstGeom>
          <a:ln>
            <a:noFill/>
          </a:ln>
          <a:effectLst>
            <a:softEdge rad="112500"/>
          </a:effectLst>
        </p:spPr>
      </p:pic>
      <p:pic>
        <p:nvPicPr>
          <p:cNvPr id="6" name="Picture 5"/>
          <p:cNvPicPr>
            <a:picLocks noChangeAspect="1"/>
          </p:cNvPicPr>
          <p:nvPr/>
        </p:nvPicPr>
        <p:blipFill>
          <a:blip r:embed="rId6"/>
          <a:stretch>
            <a:fillRect/>
          </a:stretch>
        </p:blipFill>
        <p:spPr>
          <a:xfrm>
            <a:off x="229553" y="2054958"/>
            <a:ext cx="1422052" cy="159992"/>
          </a:xfrm>
          <a:prstGeom prst="rect">
            <a:avLst/>
          </a:prstGeom>
        </p:spPr>
      </p:pic>
      <p:grpSp>
        <p:nvGrpSpPr>
          <p:cNvPr id="8" name="Group 7">
            <a:extLst>
              <a:ext uri="{FF2B5EF4-FFF2-40B4-BE49-F238E27FC236}">
                <a16:creationId xmlns:a16="http://schemas.microsoft.com/office/drawing/2014/main" id="{2AABCB87-2ECC-4C03-B5BB-6EE11C8A4485}"/>
              </a:ext>
            </a:extLst>
          </p:cNvPr>
          <p:cNvGrpSpPr/>
          <p:nvPr/>
        </p:nvGrpSpPr>
        <p:grpSpPr>
          <a:xfrm>
            <a:off x="358126" y="1795701"/>
            <a:ext cx="732725" cy="276964"/>
            <a:chOff x="4853562" y="1589418"/>
            <a:chExt cx="2609520" cy="1291565"/>
          </a:xfrm>
        </p:grpSpPr>
        <p:sp>
          <p:nvSpPr>
            <p:cNvPr id="13" name="Freeform 12">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1280" tIns="40640" rIns="81280" bIns="40640" numCol="1" spcCol="0" rtlCol="0" fromWordArt="0" anchor="ctr" anchorCtr="0" forceAA="0" compatLnSpc="1">
              <a:prstTxWarp prst="textNoShape">
                <a:avLst/>
              </a:prstTxWarp>
              <a:noAutofit/>
            </a:bodyPr>
            <a:lstStyle/>
            <a:p>
              <a:pPr algn="ctr"/>
              <a:endParaRPr lang="ko-KR" altLang="en-US" sz="2401">
                <a:solidFill>
                  <a:schemeClr val="tx1"/>
                </a:solidFill>
              </a:endParaRPr>
            </a:p>
          </p:txBody>
        </p:sp>
        <p:sp>
          <p:nvSpPr>
            <p:cNvPr id="14" name="Freeform 13">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1280" tIns="40640" rIns="81280" bIns="40640" numCol="1" spcCol="0" rtlCol="0" fromWordArt="0" anchor="ctr" anchorCtr="0" forceAA="0" compatLnSpc="1">
              <a:prstTxWarp prst="textNoShape">
                <a:avLst/>
              </a:prstTxWarp>
              <a:noAutofit/>
            </a:bodyPr>
            <a:lstStyle/>
            <a:p>
              <a:pPr algn="ctr"/>
              <a:endParaRPr lang="ko-KR" altLang="en-US" sz="2401" dirty="0">
                <a:solidFill>
                  <a:schemeClr val="tx1"/>
                </a:solidFill>
              </a:endParaRPr>
            </a:p>
          </p:txBody>
        </p:sp>
      </p:grpSp>
      <p:grpSp>
        <p:nvGrpSpPr>
          <p:cNvPr id="9" name="Group 8">
            <a:extLst>
              <a:ext uri="{FF2B5EF4-FFF2-40B4-BE49-F238E27FC236}">
                <a16:creationId xmlns:a16="http://schemas.microsoft.com/office/drawing/2014/main" id="{AB8BC7BC-BF58-402E-9A69-AA9226DE7CAA}"/>
              </a:ext>
            </a:extLst>
          </p:cNvPr>
          <p:cNvGrpSpPr/>
          <p:nvPr/>
        </p:nvGrpSpPr>
        <p:grpSpPr>
          <a:xfrm>
            <a:off x="323409" y="1776645"/>
            <a:ext cx="252370" cy="128636"/>
            <a:chOff x="7439031" y="1585639"/>
            <a:chExt cx="2143740" cy="996849"/>
          </a:xfrm>
          <a:solidFill>
            <a:schemeClr val="accent6"/>
          </a:solidFill>
        </p:grpSpPr>
        <p:sp>
          <p:nvSpPr>
            <p:cNvPr id="11"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dirty="0"/>
            </a:p>
          </p:txBody>
        </p:sp>
        <p:sp>
          <p:nvSpPr>
            <p:cNvPr id="12"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sp>
        <p:nvSpPr>
          <p:cNvPr id="10" name="Subtitle 2">
            <a:extLst>
              <a:ext uri="{FF2B5EF4-FFF2-40B4-BE49-F238E27FC236}">
                <a16:creationId xmlns:a16="http://schemas.microsoft.com/office/drawing/2014/main" id="{53858C97-DA2F-8866-47CC-CDF4077BBF9D}"/>
              </a:ext>
            </a:extLst>
          </p:cNvPr>
          <p:cNvSpPr txBox="1">
            <a:spLocks/>
          </p:cNvSpPr>
          <p:nvPr/>
        </p:nvSpPr>
        <p:spPr>
          <a:xfrm>
            <a:off x="352482" y="1799547"/>
            <a:ext cx="274351" cy="93913"/>
          </a:xfrm>
          <a:prstGeom prst="rect">
            <a:avLst/>
          </a:prstGeom>
        </p:spPr>
        <p:txBody>
          <a:bodyPr vert="horz" lIns="60960" tIns="30480" rIns="60960" bIns="30480" rtlCol="0">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67" dirty="0">
                <a:solidFill>
                  <a:srgbClr val="7030A0"/>
                </a:solidFill>
              </a:rPr>
              <a:t>PDS</a:t>
            </a:r>
          </a:p>
        </p:txBody>
      </p:sp>
      <p:pic>
        <p:nvPicPr>
          <p:cNvPr id="18" name="Picture 17"/>
          <p:cNvPicPr>
            <a:picLocks noChangeAspect="1"/>
          </p:cNvPicPr>
          <p:nvPr/>
        </p:nvPicPr>
        <p:blipFill>
          <a:blip r:embed="rId7"/>
          <a:stretch>
            <a:fillRect/>
          </a:stretch>
        </p:blipFill>
        <p:spPr>
          <a:xfrm>
            <a:off x="1117269" y="1883940"/>
            <a:ext cx="146662" cy="209056"/>
          </a:xfrm>
          <a:prstGeom prst="rect">
            <a:avLst/>
          </a:prstGeom>
        </p:spPr>
      </p:pic>
      <p:pic>
        <p:nvPicPr>
          <p:cNvPr id="19" name="Picture 18"/>
          <p:cNvPicPr>
            <a:picLocks noChangeAspect="1"/>
          </p:cNvPicPr>
          <p:nvPr/>
        </p:nvPicPr>
        <p:blipFill>
          <a:blip r:embed="rId8"/>
          <a:stretch>
            <a:fillRect/>
          </a:stretch>
        </p:blipFill>
        <p:spPr>
          <a:xfrm>
            <a:off x="696723" y="1867589"/>
            <a:ext cx="201668" cy="191584"/>
          </a:xfrm>
          <a:prstGeom prst="rect">
            <a:avLst/>
          </a:prstGeom>
        </p:spPr>
      </p:pic>
      <p:pic>
        <p:nvPicPr>
          <p:cNvPr id="20" name="Picture 19"/>
          <p:cNvPicPr>
            <a:picLocks noChangeAspect="1"/>
          </p:cNvPicPr>
          <p:nvPr/>
        </p:nvPicPr>
        <p:blipFill>
          <a:blip r:embed="rId9"/>
          <a:stretch>
            <a:fillRect/>
          </a:stretch>
        </p:blipFill>
        <p:spPr>
          <a:xfrm>
            <a:off x="501437" y="1892307"/>
            <a:ext cx="197154" cy="189886"/>
          </a:xfrm>
          <a:prstGeom prst="rect">
            <a:avLst/>
          </a:prstGeom>
        </p:spPr>
      </p:pic>
      <p:sp>
        <p:nvSpPr>
          <p:cNvPr id="7" name="Title 4">
            <a:extLst>
              <a:ext uri="{FF2B5EF4-FFF2-40B4-BE49-F238E27FC236}">
                <a16:creationId xmlns:a16="http://schemas.microsoft.com/office/drawing/2014/main" id="{27228BAE-048B-681E-DD8D-BD96B22560E0}"/>
              </a:ext>
            </a:extLst>
          </p:cNvPr>
          <p:cNvSpPr txBox="1">
            <a:spLocks/>
          </p:cNvSpPr>
          <p:nvPr/>
        </p:nvSpPr>
        <p:spPr>
          <a:xfrm>
            <a:off x="193710" y="1949643"/>
            <a:ext cx="1378085" cy="195838"/>
          </a:xfrm>
          <a:prstGeom prst="rect">
            <a:avLst/>
          </a:prstGeom>
        </p:spPr>
        <p:txBody>
          <a:bodyPr vert="horz" lIns="60960" tIns="30480" rIns="60960" bIns="30480" rtlCol="0" anchor="b">
            <a:normAutofit fontScale="8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1400" dirty="0">
                <a:solidFill>
                  <a:schemeClr val="accent1">
                    <a:lumMod val="75000"/>
                  </a:schemeClr>
                </a:solidFill>
              </a:rPr>
              <a:t>Computer </a:t>
            </a:r>
            <a:r>
              <a:rPr lang="en-US" sz="1400" dirty="0">
                <a:solidFill>
                  <a:srgbClr val="00B0F0"/>
                </a:solidFill>
              </a:rPr>
              <a:t>Vision</a:t>
            </a:r>
          </a:p>
        </p:txBody>
      </p:sp>
      <p:sp>
        <p:nvSpPr>
          <p:cNvPr id="28" name="Title 1"/>
          <p:cNvSpPr txBox="1">
            <a:spLocks/>
          </p:cNvSpPr>
          <p:nvPr/>
        </p:nvSpPr>
        <p:spPr>
          <a:xfrm>
            <a:off x="-637105" y="3352086"/>
            <a:ext cx="2869324" cy="338401"/>
          </a:xfrm>
          <a:prstGeom prst="rect">
            <a:avLst/>
          </a:prstGeom>
        </p:spPr>
        <p:txBody>
          <a:bodyPr vert="horz" lIns="60960" tIns="30480" rIns="60960" bIns="3048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1600" b="1" dirty="0">
                <a:solidFill>
                  <a:schemeClr val="bg1">
                    <a:lumMod val="75000"/>
                  </a:schemeClr>
                </a:solidFill>
              </a:rPr>
              <a:t>@ P. </a:t>
            </a:r>
            <a:r>
              <a:rPr lang="en-US" sz="1600" b="1" dirty="0" err="1">
                <a:solidFill>
                  <a:schemeClr val="bg1">
                    <a:lumMod val="75000"/>
                  </a:schemeClr>
                </a:solidFill>
              </a:rPr>
              <a:t>Siagian</a:t>
            </a:r>
            <a:endParaRPr lang="en-US" sz="1600" b="1" dirty="0">
              <a:solidFill>
                <a:schemeClr val="bg1">
                  <a:lumMod val="75000"/>
                </a:schemeClr>
              </a:solidFill>
            </a:endParaRPr>
          </a:p>
        </p:txBody>
      </p:sp>
      <p:sp>
        <p:nvSpPr>
          <p:cNvPr id="23" name="Title 1"/>
          <p:cNvSpPr txBox="1">
            <a:spLocks/>
          </p:cNvSpPr>
          <p:nvPr/>
        </p:nvSpPr>
        <p:spPr>
          <a:xfrm>
            <a:off x="2711008" y="3120479"/>
            <a:ext cx="7010400" cy="578784"/>
          </a:xfrm>
          <a:prstGeom prst="rect">
            <a:avLst/>
          </a:prstGeom>
        </p:spPr>
        <p:txBody>
          <a:bodyPr vert="horz" lIns="60960" tIns="30480" rIns="60960" bIns="3048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9525" algn="just">
              <a:lnSpc>
                <a:spcPct val="100000"/>
              </a:lnSpc>
            </a:pPr>
            <a:r>
              <a:rPr lang="en-US" sz="4500" b="1" dirty="0">
                <a:solidFill>
                  <a:srgbClr val="0070C0"/>
                </a:solidFill>
                <a:latin typeface="Cambria" panose="02040503050406030204"/>
                <a:cs typeface="Cambria" panose="02040503050406030204"/>
              </a:rPr>
              <a:t>C</a:t>
            </a:r>
            <a:r>
              <a:rPr lang="en-US" sz="4500" b="1" spc="-8" dirty="0">
                <a:solidFill>
                  <a:srgbClr val="0070C0"/>
                </a:solidFill>
                <a:latin typeface="Cambria" panose="02040503050406030204"/>
                <a:cs typeface="Cambria" panose="02040503050406030204"/>
              </a:rPr>
              <a:t>l</a:t>
            </a:r>
            <a:r>
              <a:rPr lang="en-US" sz="4500" b="1" spc="-4" dirty="0">
                <a:solidFill>
                  <a:srgbClr val="0070C0"/>
                </a:solidFill>
                <a:latin typeface="Cambria" panose="02040503050406030204"/>
                <a:cs typeface="Cambria" panose="02040503050406030204"/>
              </a:rPr>
              <a:t>o</a:t>
            </a:r>
            <a:r>
              <a:rPr lang="en-US" sz="4500" b="1" dirty="0">
                <a:solidFill>
                  <a:srgbClr val="0070C0"/>
                </a:solidFill>
                <a:latin typeface="Cambria" panose="02040503050406030204"/>
                <a:cs typeface="Cambria" panose="02040503050406030204"/>
              </a:rPr>
              <a:t>u</a:t>
            </a:r>
            <a:r>
              <a:rPr lang="en-US" sz="4500" b="1" spc="-4" dirty="0">
                <a:solidFill>
                  <a:srgbClr val="0070C0"/>
                </a:solidFill>
                <a:latin typeface="Cambria" panose="02040503050406030204"/>
                <a:cs typeface="Cambria" panose="02040503050406030204"/>
              </a:rPr>
              <a:t>d</a:t>
            </a:r>
            <a:r>
              <a:rPr lang="en-US" sz="4500" b="1" spc="4" dirty="0">
                <a:solidFill>
                  <a:srgbClr val="0070C0"/>
                </a:solidFill>
                <a:latin typeface="Cambria" panose="02040503050406030204"/>
                <a:cs typeface="Cambria" panose="02040503050406030204"/>
              </a:rPr>
              <a:t> </a:t>
            </a:r>
            <a:r>
              <a:rPr lang="en-US" sz="4500" b="1" spc="-23" dirty="0">
                <a:solidFill>
                  <a:srgbClr val="0070C0"/>
                </a:solidFill>
                <a:latin typeface="Cambria" panose="02040503050406030204"/>
                <a:cs typeface="Cambria" panose="02040503050406030204"/>
              </a:rPr>
              <a:t>C</a:t>
            </a:r>
            <a:r>
              <a:rPr lang="en-US" sz="4500" b="1" spc="-4" dirty="0">
                <a:solidFill>
                  <a:srgbClr val="0070C0"/>
                </a:solidFill>
                <a:latin typeface="Cambria" panose="02040503050406030204"/>
                <a:cs typeface="Cambria" panose="02040503050406030204"/>
              </a:rPr>
              <a:t>om</a:t>
            </a:r>
            <a:r>
              <a:rPr lang="en-US" sz="4500" b="1" dirty="0">
                <a:solidFill>
                  <a:srgbClr val="0070C0"/>
                </a:solidFill>
                <a:latin typeface="Cambria" panose="02040503050406030204"/>
                <a:cs typeface="Cambria" panose="02040503050406030204"/>
              </a:rPr>
              <a:t>pu</a:t>
            </a:r>
            <a:r>
              <a:rPr lang="en-US" sz="4500" b="1" spc="-4" dirty="0">
                <a:solidFill>
                  <a:srgbClr val="0070C0"/>
                </a:solidFill>
                <a:latin typeface="Cambria" panose="02040503050406030204"/>
                <a:cs typeface="Cambria" panose="02040503050406030204"/>
              </a:rPr>
              <a:t>t</a:t>
            </a:r>
            <a:r>
              <a:rPr lang="en-US" sz="4500" b="1" dirty="0">
                <a:solidFill>
                  <a:srgbClr val="0070C0"/>
                </a:solidFill>
                <a:latin typeface="Cambria" panose="02040503050406030204"/>
                <a:cs typeface="Cambria" panose="02040503050406030204"/>
              </a:rPr>
              <a:t>i</a:t>
            </a:r>
            <a:r>
              <a:rPr lang="en-US" sz="4500" b="1" spc="-4" dirty="0">
                <a:solidFill>
                  <a:srgbClr val="0070C0"/>
                </a:solidFill>
                <a:latin typeface="Cambria" panose="02040503050406030204"/>
                <a:cs typeface="Cambria" panose="02040503050406030204"/>
              </a:rPr>
              <a:t>ng</a:t>
            </a:r>
            <a:endParaRPr lang="en-US" sz="4500" dirty="0">
              <a:solidFill>
                <a:srgbClr val="0070C0"/>
              </a:solidFill>
              <a:latin typeface="Cambria" panose="02040503050406030204"/>
              <a:cs typeface="Cambria" panose="02040503050406030204"/>
            </a:endParaRPr>
          </a:p>
        </p:txBody>
      </p:sp>
      <p:sp>
        <p:nvSpPr>
          <p:cNvPr id="26" name="Rectangle 25"/>
          <p:cNvSpPr/>
          <p:nvPr/>
        </p:nvSpPr>
        <p:spPr>
          <a:xfrm>
            <a:off x="7198917" y="5140486"/>
            <a:ext cx="1865873" cy="184666"/>
          </a:xfrm>
          <a:prstGeom prst="rect">
            <a:avLst/>
          </a:prstGeom>
        </p:spPr>
        <p:txBody>
          <a:bodyPr wrap="square">
            <a:spAutoFit/>
          </a:bodyPr>
          <a:lstStyle/>
          <a:p>
            <a:r>
              <a:rPr lang="en-US" sz="600" dirty="0"/>
              <a:t>https://www.youtube.com/@AmelOline/videos</a:t>
            </a:r>
          </a:p>
        </p:txBody>
      </p:sp>
      <p:sp>
        <p:nvSpPr>
          <p:cNvPr id="27" name="Rectangle 26"/>
          <p:cNvSpPr/>
          <p:nvPr/>
        </p:nvSpPr>
        <p:spPr>
          <a:xfrm>
            <a:off x="7790813" y="5036611"/>
            <a:ext cx="1158923" cy="184666"/>
          </a:xfrm>
          <a:prstGeom prst="rect">
            <a:avLst/>
          </a:prstGeom>
        </p:spPr>
        <p:txBody>
          <a:bodyPr wrap="square">
            <a:spAutoFit/>
          </a:bodyPr>
          <a:lstStyle/>
          <a:p>
            <a:r>
              <a:rPr lang="en-US" sz="600" dirty="0"/>
              <a:t>https://github.com/siagianp</a:t>
            </a:r>
          </a:p>
        </p:txBody>
      </p:sp>
      <p:sp>
        <p:nvSpPr>
          <p:cNvPr id="29" name="Rectangle 28"/>
          <p:cNvSpPr/>
          <p:nvPr/>
        </p:nvSpPr>
        <p:spPr>
          <a:xfrm>
            <a:off x="6504687" y="5244361"/>
            <a:ext cx="2617882" cy="184666"/>
          </a:xfrm>
          <a:prstGeom prst="rect">
            <a:avLst/>
          </a:prstGeom>
        </p:spPr>
        <p:txBody>
          <a:bodyPr wrap="square">
            <a:spAutoFit/>
          </a:bodyPr>
          <a:lstStyle/>
          <a:p>
            <a:r>
              <a:rPr lang="en-US" sz="600" dirty="0"/>
              <a:t>https://github.com/amelcharolinesgn2/IoT_simulator-mqtt-NodeRed</a:t>
            </a:r>
          </a:p>
        </p:txBody>
      </p:sp>
      <p:sp>
        <p:nvSpPr>
          <p:cNvPr id="32" name="Rectangle 31"/>
          <p:cNvSpPr/>
          <p:nvPr/>
        </p:nvSpPr>
        <p:spPr>
          <a:xfrm>
            <a:off x="6810717" y="5348235"/>
            <a:ext cx="2060019" cy="276999"/>
          </a:xfrm>
          <a:prstGeom prst="rect">
            <a:avLst/>
          </a:prstGeom>
        </p:spPr>
        <p:txBody>
          <a:bodyPr wrap="square">
            <a:spAutoFit/>
          </a:bodyPr>
          <a:lstStyle/>
          <a:p>
            <a:r>
              <a:rPr lang="en-US" sz="600" dirty="0"/>
              <a:t>https://github.com/amelcharolinesgn2/Cloud-Infrastructures</a:t>
            </a:r>
          </a:p>
        </p:txBody>
      </p:sp>
      <p:sp>
        <p:nvSpPr>
          <p:cNvPr id="33" name="Rectangle 32"/>
          <p:cNvSpPr/>
          <p:nvPr/>
        </p:nvSpPr>
        <p:spPr>
          <a:xfrm>
            <a:off x="6432336" y="5434797"/>
            <a:ext cx="2465111" cy="184666"/>
          </a:xfrm>
          <a:prstGeom prst="rect">
            <a:avLst/>
          </a:prstGeom>
        </p:spPr>
        <p:txBody>
          <a:bodyPr wrap="square">
            <a:spAutoFit/>
          </a:bodyPr>
          <a:lstStyle/>
          <a:p>
            <a:r>
              <a:rPr lang="en-US" sz="600" dirty="0"/>
              <a:t>https://github.com/amelcharolinesgn2/ClouD-Infrastructure-SISKA-2025</a:t>
            </a:r>
          </a:p>
        </p:txBody>
      </p:sp>
      <p:sp>
        <p:nvSpPr>
          <p:cNvPr id="34" name="Rectangle 33"/>
          <p:cNvSpPr/>
          <p:nvPr/>
        </p:nvSpPr>
        <p:spPr>
          <a:xfrm>
            <a:off x="6248225" y="5525791"/>
            <a:ext cx="2652888" cy="184666"/>
          </a:xfrm>
          <a:prstGeom prst="rect">
            <a:avLst/>
          </a:prstGeom>
        </p:spPr>
        <p:txBody>
          <a:bodyPr wrap="square">
            <a:spAutoFit/>
          </a:bodyPr>
          <a:lstStyle/>
          <a:p>
            <a:r>
              <a:rPr lang="en-US" sz="600" dirty="0"/>
              <a:t>https://github.com/amelcharolinesgn2/Gyroscope-Sensor-Data-Accelerometer</a:t>
            </a:r>
          </a:p>
        </p:txBody>
      </p:sp>
      <p:sp>
        <p:nvSpPr>
          <p:cNvPr id="35" name="Title 1"/>
          <p:cNvSpPr txBox="1">
            <a:spLocks/>
          </p:cNvSpPr>
          <p:nvPr/>
        </p:nvSpPr>
        <p:spPr>
          <a:xfrm>
            <a:off x="2718891" y="2513507"/>
            <a:ext cx="7010400" cy="578784"/>
          </a:xfrm>
          <a:prstGeom prst="rect">
            <a:avLst/>
          </a:prstGeom>
        </p:spPr>
        <p:txBody>
          <a:bodyPr vert="horz" lIns="60960" tIns="30480" rIns="60960" bIns="3048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9525" algn="just">
              <a:lnSpc>
                <a:spcPct val="100000"/>
              </a:lnSpc>
            </a:pPr>
            <a:r>
              <a:rPr lang="en-US" sz="4500" b="1" dirty="0">
                <a:solidFill>
                  <a:srgbClr val="0070C0"/>
                </a:solidFill>
                <a:latin typeface="Cambria" panose="02040503050406030204"/>
                <a:cs typeface="Cambria" panose="02040503050406030204"/>
              </a:rPr>
              <a:t>Virtualization</a:t>
            </a:r>
            <a:endParaRPr lang="en-US" sz="4500" dirty="0">
              <a:solidFill>
                <a:srgbClr val="0070C0"/>
              </a:solidFill>
              <a:latin typeface="Cambria" panose="02040503050406030204"/>
              <a:cs typeface="Cambria" panose="02040503050406030204"/>
            </a:endParaRPr>
          </a:p>
        </p:txBody>
      </p:sp>
      <p:sp>
        <p:nvSpPr>
          <p:cNvPr id="36" name="Title 1"/>
          <p:cNvSpPr txBox="1">
            <a:spLocks/>
          </p:cNvSpPr>
          <p:nvPr/>
        </p:nvSpPr>
        <p:spPr>
          <a:xfrm>
            <a:off x="2711008" y="1938065"/>
            <a:ext cx="7010400" cy="578784"/>
          </a:xfrm>
          <a:prstGeom prst="rect">
            <a:avLst/>
          </a:prstGeom>
        </p:spPr>
        <p:txBody>
          <a:bodyPr vert="horz" lIns="60960" tIns="30480" rIns="60960" bIns="3048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9525" algn="just">
              <a:lnSpc>
                <a:spcPct val="100000"/>
              </a:lnSpc>
            </a:pPr>
            <a:endParaRPr lang="en-US" sz="4500" dirty="0">
              <a:solidFill>
                <a:srgbClr val="0070C0"/>
              </a:solidFill>
              <a:latin typeface="Cambria" panose="02040503050406030204"/>
              <a:cs typeface="Cambria" panose="02040503050406030204"/>
            </a:endParaRPr>
          </a:p>
        </p:txBody>
      </p:sp>
      <p:sp>
        <p:nvSpPr>
          <p:cNvPr id="37" name="Rectangle 36"/>
          <p:cNvSpPr/>
          <p:nvPr/>
        </p:nvSpPr>
        <p:spPr>
          <a:xfrm>
            <a:off x="7195129" y="5617711"/>
            <a:ext cx="1948871" cy="184666"/>
          </a:xfrm>
          <a:prstGeom prst="rect">
            <a:avLst/>
          </a:prstGeom>
        </p:spPr>
        <p:txBody>
          <a:bodyPr wrap="square">
            <a:spAutoFit/>
          </a:bodyPr>
          <a:lstStyle/>
          <a:p>
            <a:r>
              <a:rPr lang="en-US" sz="600" dirty="0"/>
              <a:t>https://github.com/amelcharolinesgn2/cloudSim</a:t>
            </a:r>
          </a:p>
        </p:txBody>
      </p:sp>
      <p:sp>
        <p:nvSpPr>
          <p:cNvPr id="38" name="Rectangle 37"/>
          <p:cNvSpPr/>
          <p:nvPr/>
        </p:nvSpPr>
        <p:spPr>
          <a:xfrm>
            <a:off x="7245136" y="5689148"/>
            <a:ext cx="1948871" cy="184666"/>
          </a:xfrm>
          <a:prstGeom prst="rect">
            <a:avLst/>
          </a:prstGeom>
        </p:spPr>
        <p:txBody>
          <a:bodyPr wrap="square">
            <a:spAutoFit/>
          </a:bodyPr>
          <a:lstStyle/>
          <a:p>
            <a:r>
              <a:rPr lang="en-US" sz="600" dirty="0">
                <a:hlinkClick r:id="rId10"/>
              </a:rPr>
              <a:t>https://github.com/amelcharolinesgn2/CCNA 1</a:t>
            </a:r>
            <a:r>
              <a:rPr lang="en-US" sz="600" dirty="0"/>
              <a:t>    </a:t>
            </a:r>
          </a:p>
        </p:txBody>
      </p:sp>
    </p:spTree>
    <p:extLst>
      <p:ext uri="{BB962C8B-B14F-4D97-AF65-F5344CB8AC3E}">
        <p14:creationId xmlns:p14="http://schemas.microsoft.com/office/powerpoint/2010/main" val="259744677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150620">
              <a:lnSpc>
                <a:spcPct val="100000"/>
              </a:lnSpc>
            </a:pPr>
            <a:r>
              <a:rPr spc="-50" dirty="0"/>
              <a:t>V</a:t>
            </a:r>
            <a:r>
              <a:rPr spc="-5" dirty="0"/>
              <a:t>i</a:t>
            </a:r>
            <a:r>
              <a:rPr spc="204" dirty="0"/>
              <a:t>r</a:t>
            </a:r>
            <a:r>
              <a:rPr spc="-5" dirty="0"/>
              <a:t>tu</a:t>
            </a:r>
            <a:r>
              <a:rPr spc="-10" dirty="0"/>
              <a:t>a</a:t>
            </a:r>
            <a:r>
              <a:rPr spc="-5" dirty="0"/>
              <a:t>li</a:t>
            </a:r>
            <a:r>
              <a:rPr dirty="0"/>
              <a:t>z</a:t>
            </a:r>
            <a:r>
              <a:rPr spc="75" dirty="0"/>
              <a:t>a</a:t>
            </a:r>
            <a:r>
              <a:rPr spc="-5" dirty="0"/>
              <a:t>tion</a:t>
            </a:r>
            <a:r>
              <a:rPr b="0" spc="65" dirty="0">
                <a:latin typeface="Times New Roman" panose="02020603050405020304"/>
                <a:cs typeface="Times New Roman" panose="02020603050405020304"/>
              </a:rPr>
              <a:t> </a:t>
            </a:r>
            <a:r>
              <a:rPr spc="-10" dirty="0"/>
              <a:t>A</a:t>
            </a:r>
            <a:r>
              <a:rPr spc="-5" dirty="0"/>
              <a:t>r</a:t>
            </a:r>
            <a:r>
              <a:rPr spc="-10" dirty="0"/>
              <a:t>c</a:t>
            </a:r>
            <a:r>
              <a:rPr spc="-5" dirty="0"/>
              <a:t>hit</a:t>
            </a:r>
            <a:r>
              <a:rPr dirty="0"/>
              <a:t>e</a:t>
            </a:r>
            <a:r>
              <a:rPr spc="-10" dirty="0"/>
              <a:t>c</a:t>
            </a:r>
            <a:r>
              <a:rPr spc="-5" dirty="0"/>
              <a:t>tu</a:t>
            </a:r>
            <a:r>
              <a:rPr spc="75" dirty="0"/>
              <a:t>r</a:t>
            </a:r>
            <a:r>
              <a:rPr dirty="0"/>
              <a:t>e</a:t>
            </a:r>
          </a:p>
        </p:txBody>
      </p:sp>
      <p:sp>
        <p:nvSpPr>
          <p:cNvPr id="3" name="object 3"/>
          <p:cNvSpPr/>
          <p:nvPr/>
        </p:nvSpPr>
        <p:spPr>
          <a:xfrm>
            <a:off x="539495" y="1700783"/>
            <a:ext cx="8353044" cy="4320540"/>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207645" y="1289496"/>
            <a:ext cx="118745" cy="177800"/>
          </a:xfrm>
          <a:prstGeom prst="rect">
            <a:avLst/>
          </a:prstGeom>
        </p:spPr>
        <p:txBody>
          <a:bodyPr vert="horz" wrap="square" lIns="0" tIns="0" rIns="0" bIns="0" rtlCol="0">
            <a:spAutoFit/>
          </a:bodyPr>
          <a:lstStyle/>
          <a:p>
            <a:pPr marL="12700">
              <a:lnSpc>
                <a:spcPct val="100000"/>
              </a:lnSpc>
            </a:pPr>
            <a:r>
              <a:rPr sz="1200" b="1" dirty="0">
                <a:solidFill>
                  <a:srgbClr val="FFFFFF"/>
                </a:solidFill>
                <a:latin typeface="Comic Sans MS" panose="030F0702030302020204"/>
                <a:cs typeface="Comic Sans MS" panose="030F0702030302020204"/>
              </a:rPr>
              <a:t>4</a:t>
            </a:r>
            <a:endParaRPr sz="1200">
              <a:latin typeface="Comic Sans MS" panose="030F0702030302020204"/>
              <a:cs typeface="Comic Sans MS" panose="030F0702030302020204"/>
            </a:endParaRPr>
          </a:p>
        </p:txBody>
      </p:sp>
      <p:sp>
        <p:nvSpPr>
          <p:cNvPr id="5" name="object 5"/>
          <p:cNvSpPr/>
          <p:nvPr/>
        </p:nvSpPr>
        <p:spPr>
          <a:xfrm>
            <a:off x="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81000" y="1600200"/>
            <a:ext cx="8457565" cy="3569970"/>
          </a:xfrm>
        </p:spPr>
        <p:txBody>
          <a:bodyPr wrap="square"/>
          <a:lstStyle/>
          <a:p>
            <a:r>
              <a:rPr lang="en-US"/>
              <a:t>With the help of Virtualization multiple operating systems and applications can run on same Machine and its same hardware at the same time increasing the utilization and flexibility of hardware.</a:t>
            </a:r>
          </a:p>
          <a:p>
            <a:endParaRPr lang="en-US"/>
          </a:p>
          <a:p>
            <a:r>
              <a:rPr lang="en-US" b="1">
                <a:solidFill>
                  <a:srgbClr val="FF0000"/>
                </a:solidFill>
              </a:rPr>
              <a:t>The machine on which the virtual machine is going to be build is known as Host Machine and that virtual machine is referred as a Guest Machine.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2919095">
              <a:lnSpc>
                <a:spcPct val="100000"/>
              </a:lnSpc>
            </a:pPr>
            <a:r>
              <a:rPr spc="-5" dirty="0"/>
              <a:t>Hyp</a:t>
            </a:r>
            <a:r>
              <a:rPr dirty="0"/>
              <a:t>e</a:t>
            </a:r>
            <a:r>
              <a:rPr spc="75" dirty="0"/>
              <a:t>r</a:t>
            </a:r>
            <a:r>
              <a:rPr spc="-5" dirty="0"/>
              <a:t>visor</a:t>
            </a:r>
          </a:p>
        </p:txBody>
      </p:sp>
      <p:sp>
        <p:nvSpPr>
          <p:cNvPr id="3" name="object 3"/>
          <p:cNvSpPr txBox="1"/>
          <p:nvPr/>
        </p:nvSpPr>
        <p:spPr>
          <a:xfrm>
            <a:off x="207645" y="1289496"/>
            <a:ext cx="8480425" cy="5170805"/>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Comic Sans MS" panose="030F0702030302020204"/>
                <a:cs typeface="Comic Sans MS" panose="030F0702030302020204"/>
              </a:rPr>
              <a:t>5</a:t>
            </a:r>
            <a:endParaRPr sz="2400">
              <a:latin typeface="Times New Roman" panose="02020603050405020304"/>
              <a:cs typeface="Times New Roman" panose="02020603050405020304"/>
            </a:endParaRPr>
          </a:p>
          <a:p>
            <a:pPr marL="815340" marR="5080" indent="-319405" algn="just">
              <a:lnSpc>
                <a:spcPct val="100000"/>
              </a:lnSpc>
              <a:buClr>
                <a:srgbClr val="DD8046"/>
              </a:buClr>
              <a:buSzPct val="60000"/>
              <a:buFont typeface="Wingdings" panose="05000000000000000000"/>
              <a:buChar char=""/>
              <a:tabLst>
                <a:tab pos="815975" algn="l"/>
              </a:tabLst>
            </a:pPr>
            <a:r>
              <a:rPr sz="2400" spc="25" dirty="0">
                <a:latin typeface="Tw Cen MT" panose="020B0602020104020603"/>
                <a:cs typeface="Tw Cen MT" panose="020B0602020104020603"/>
              </a:rPr>
              <a:t>Th</a:t>
            </a:r>
            <a:r>
              <a:rPr sz="2400" dirty="0">
                <a:latin typeface="Tw Cen MT" panose="020B0602020104020603"/>
                <a:cs typeface="Tw Cen MT" panose="020B0602020104020603"/>
              </a:rPr>
              <a:t>e</a:t>
            </a:r>
            <a:r>
              <a:rPr sz="2400" spc="55" dirty="0">
                <a:latin typeface="Tw Cen MT" panose="020B0602020104020603"/>
                <a:cs typeface="Tw Cen MT" panose="020B0602020104020603"/>
              </a:rPr>
              <a:t> </a:t>
            </a:r>
            <a:r>
              <a:rPr sz="2400" b="1" spc="-35" dirty="0">
                <a:latin typeface="Tw Cen MT" panose="020B0602020104020603"/>
                <a:cs typeface="Tw Cen MT" panose="020B0602020104020603"/>
              </a:rPr>
              <a:t>h</a:t>
            </a:r>
            <a:r>
              <a:rPr sz="2400" b="1" spc="25" dirty="0">
                <a:latin typeface="Tw Cen MT" panose="020B0602020104020603"/>
                <a:cs typeface="Tw Cen MT" panose="020B0602020104020603"/>
              </a:rPr>
              <a:t>ype</a:t>
            </a:r>
            <a:r>
              <a:rPr sz="2400" b="1" spc="75" dirty="0">
                <a:latin typeface="Tw Cen MT" panose="020B0602020104020603"/>
                <a:cs typeface="Tw Cen MT" panose="020B0602020104020603"/>
              </a:rPr>
              <a:t>r</a:t>
            </a:r>
            <a:r>
              <a:rPr sz="2400" b="1" spc="25" dirty="0">
                <a:latin typeface="Tw Cen MT" panose="020B0602020104020603"/>
                <a:cs typeface="Tw Cen MT" panose="020B0602020104020603"/>
              </a:rPr>
              <a:t>viso</a:t>
            </a:r>
            <a:r>
              <a:rPr sz="2400" b="1" spc="-5" dirty="0">
                <a:latin typeface="Tw Cen MT" panose="020B0602020104020603"/>
                <a:cs typeface="Tw Cen MT" panose="020B0602020104020603"/>
              </a:rPr>
              <a:t>r</a:t>
            </a:r>
            <a:r>
              <a:rPr sz="2400" b="1" spc="90" dirty="0">
                <a:latin typeface="Tw Cen MT" panose="020B0602020104020603"/>
                <a:cs typeface="Tw Cen MT" panose="020B0602020104020603"/>
              </a:rPr>
              <a:t> </a:t>
            </a:r>
            <a:r>
              <a:rPr sz="2400" spc="25" dirty="0">
                <a:latin typeface="Tw Cen MT" panose="020B0602020104020603"/>
                <a:cs typeface="Tw Cen MT" panose="020B0602020104020603"/>
              </a:rPr>
              <a:t>i</a:t>
            </a:r>
            <a:r>
              <a:rPr sz="2400" dirty="0">
                <a:latin typeface="Tw Cen MT" panose="020B0602020104020603"/>
                <a:cs typeface="Tw Cen MT" panose="020B0602020104020603"/>
              </a:rPr>
              <a:t>s</a:t>
            </a:r>
            <a:r>
              <a:rPr sz="2400" spc="55" dirty="0">
                <a:latin typeface="Tw Cen MT" panose="020B0602020104020603"/>
                <a:cs typeface="Tw Cen MT" panose="020B0602020104020603"/>
              </a:rPr>
              <a:t> </a:t>
            </a:r>
            <a:r>
              <a:rPr sz="2400" dirty="0">
                <a:latin typeface="Tw Cen MT" panose="020B0602020104020603"/>
                <a:cs typeface="Tw Cen MT" panose="020B0602020104020603"/>
              </a:rPr>
              <a:t>a</a:t>
            </a:r>
            <a:r>
              <a:rPr sz="2400" spc="55" dirty="0">
                <a:latin typeface="Tw Cen MT" panose="020B0602020104020603"/>
                <a:cs typeface="Tw Cen MT" panose="020B0602020104020603"/>
              </a:rPr>
              <a:t> </a:t>
            </a:r>
            <a:r>
              <a:rPr sz="2400" spc="25" dirty="0">
                <a:solidFill>
                  <a:srgbClr val="FF0000"/>
                </a:solidFill>
                <a:latin typeface="Tw Cen MT" panose="020B0602020104020603"/>
                <a:cs typeface="Tw Cen MT" panose="020B0602020104020603"/>
              </a:rPr>
              <a:t>fi</a:t>
            </a:r>
            <a:r>
              <a:rPr sz="2400" spc="80" dirty="0">
                <a:solidFill>
                  <a:srgbClr val="FF0000"/>
                </a:solidFill>
                <a:latin typeface="Tw Cen MT" panose="020B0602020104020603"/>
                <a:cs typeface="Tw Cen MT" panose="020B0602020104020603"/>
              </a:rPr>
              <a:t>r</a:t>
            </a:r>
            <a:r>
              <a:rPr sz="2400" spc="30" dirty="0">
                <a:solidFill>
                  <a:srgbClr val="FF0000"/>
                </a:solidFill>
                <a:latin typeface="Tw Cen MT" panose="020B0602020104020603"/>
                <a:cs typeface="Tw Cen MT" panose="020B0602020104020603"/>
              </a:rPr>
              <a:t>m</a:t>
            </a:r>
            <a:r>
              <a:rPr sz="2400" spc="-90" dirty="0">
                <a:solidFill>
                  <a:srgbClr val="FF0000"/>
                </a:solidFill>
                <a:latin typeface="Tw Cen MT" panose="020B0602020104020603"/>
                <a:cs typeface="Tw Cen MT" panose="020B0602020104020603"/>
              </a:rPr>
              <a:t>w</a:t>
            </a:r>
            <a:r>
              <a:rPr sz="2400" spc="20" dirty="0">
                <a:solidFill>
                  <a:srgbClr val="FF0000"/>
                </a:solidFill>
                <a:latin typeface="Tw Cen MT" panose="020B0602020104020603"/>
                <a:cs typeface="Tw Cen MT" panose="020B0602020104020603"/>
              </a:rPr>
              <a:t>a</a:t>
            </a:r>
            <a:r>
              <a:rPr sz="2400" spc="25" dirty="0">
                <a:solidFill>
                  <a:srgbClr val="FF0000"/>
                </a:solidFill>
                <a:latin typeface="Tw Cen MT" panose="020B0602020104020603"/>
                <a:cs typeface="Tw Cen MT" panose="020B0602020104020603"/>
              </a:rPr>
              <a:t>r</a:t>
            </a:r>
            <a:r>
              <a:rPr sz="2400" dirty="0">
                <a:solidFill>
                  <a:srgbClr val="FF0000"/>
                </a:solidFill>
                <a:latin typeface="Tw Cen MT" panose="020B0602020104020603"/>
                <a:cs typeface="Tw Cen MT" panose="020B0602020104020603"/>
              </a:rPr>
              <a:t>e</a:t>
            </a:r>
            <a:r>
              <a:rPr sz="2400" spc="55" dirty="0">
                <a:latin typeface="Tw Cen MT" panose="020B0602020104020603"/>
                <a:cs typeface="Tw Cen MT" panose="020B0602020104020603"/>
              </a:rPr>
              <a:t> </a:t>
            </a:r>
            <a:r>
              <a:rPr sz="2400" spc="25" dirty="0">
                <a:latin typeface="Tw Cen MT" panose="020B0602020104020603"/>
                <a:cs typeface="Tw Cen MT" panose="020B0602020104020603"/>
              </a:rPr>
              <a:t>o</a:t>
            </a:r>
            <a:r>
              <a:rPr sz="2400" dirty="0">
                <a:latin typeface="Tw Cen MT" panose="020B0602020104020603"/>
                <a:cs typeface="Tw Cen MT" panose="020B0602020104020603"/>
              </a:rPr>
              <a:t>r</a:t>
            </a:r>
            <a:r>
              <a:rPr sz="2400" spc="55" dirty="0">
                <a:latin typeface="Tw Cen MT" panose="020B0602020104020603"/>
                <a:cs typeface="Tw Cen MT" panose="020B0602020104020603"/>
              </a:rPr>
              <a:t> </a:t>
            </a:r>
            <a:r>
              <a:rPr sz="2400" spc="25" dirty="0">
                <a:latin typeface="Tw Cen MT" panose="020B0602020104020603"/>
                <a:cs typeface="Tw Cen MT" panose="020B0602020104020603"/>
              </a:rPr>
              <a:t>l</a:t>
            </a:r>
            <a:r>
              <a:rPr sz="2400" spc="-65" dirty="0">
                <a:latin typeface="Tw Cen MT" panose="020B0602020104020603"/>
                <a:cs typeface="Tw Cen MT" panose="020B0602020104020603"/>
              </a:rPr>
              <a:t>o</a:t>
            </a:r>
            <a:r>
              <a:rPr sz="2400" spc="30" dirty="0">
                <a:latin typeface="Tw Cen MT" panose="020B0602020104020603"/>
                <a:cs typeface="Tw Cen MT" panose="020B0602020104020603"/>
              </a:rPr>
              <a:t>w</a:t>
            </a:r>
            <a:r>
              <a:rPr sz="2400" spc="25" dirty="0">
                <a:latin typeface="Tw Cen MT" panose="020B0602020104020603"/>
                <a:cs typeface="Tw Cen MT" panose="020B0602020104020603"/>
              </a:rPr>
              <a:t>-le</a:t>
            </a:r>
            <a:r>
              <a:rPr sz="2400" spc="-35" dirty="0">
                <a:latin typeface="Tw Cen MT" panose="020B0602020104020603"/>
                <a:cs typeface="Tw Cen MT" panose="020B0602020104020603"/>
              </a:rPr>
              <a:t>v</a:t>
            </a:r>
            <a:r>
              <a:rPr sz="2400" spc="25" dirty="0">
                <a:latin typeface="Tw Cen MT" panose="020B0602020104020603"/>
                <a:cs typeface="Tw Cen MT" panose="020B0602020104020603"/>
              </a:rPr>
              <a:t>e</a:t>
            </a:r>
            <a:r>
              <a:rPr sz="2400" dirty="0">
                <a:latin typeface="Tw Cen MT" panose="020B0602020104020603"/>
                <a:cs typeface="Tw Cen MT" panose="020B0602020104020603"/>
              </a:rPr>
              <a:t>l</a:t>
            </a:r>
            <a:r>
              <a:rPr sz="2400" spc="55" dirty="0">
                <a:latin typeface="Tw Cen MT" panose="020B0602020104020603"/>
                <a:cs typeface="Tw Cen MT" panose="020B0602020104020603"/>
              </a:rPr>
              <a:t> </a:t>
            </a:r>
            <a:r>
              <a:rPr sz="2400" spc="25" dirty="0">
                <a:latin typeface="Tw Cen MT" panose="020B0602020104020603"/>
                <a:cs typeface="Tw Cen MT" panose="020B0602020104020603"/>
              </a:rPr>
              <a:t>p</a:t>
            </a:r>
            <a:r>
              <a:rPr sz="2400" spc="-35" dirty="0">
                <a:latin typeface="Tw Cen MT" panose="020B0602020104020603"/>
                <a:cs typeface="Tw Cen MT" panose="020B0602020104020603"/>
              </a:rPr>
              <a:t>r</a:t>
            </a:r>
            <a:r>
              <a:rPr sz="2400" spc="25" dirty="0">
                <a:latin typeface="Tw Cen MT" panose="020B0602020104020603"/>
                <a:cs typeface="Tw Cen MT" panose="020B0602020104020603"/>
              </a:rPr>
              <a:t>og</a:t>
            </a:r>
            <a:r>
              <a:rPr sz="2400" dirty="0">
                <a:latin typeface="Tw Cen MT" panose="020B0602020104020603"/>
                <a:cs typeface="Tw Cen MT" panose="020B0602020104020603"/>
              </a:rPr>
              <a:t>r</a:t>
            </a:r>
            <a:r>
              <a:rPr sz="2400" spc="25" dirty="0">
                <a:latin typeface="Tw Cen MT" panose="020B0602020104020603"/>
                <a:cs typeface="Tw Cen MT" panose="020B0602020104020603"/>
              </a:rPr>
              <a:t>a</a:t>
            </a:r>
            <a:r>
              <a:rPr sz="2400" dirty="0">
                <a:latin typeface="Tw Cen MT" panose="020B0602020104020603"/>
                <a:cs typeface="Tw Cen MT" panose="020B0602020104020603"/>
              </a:rPr>
              <a:t>m </a:t>
            </a:r>
            <a:r>
              <a:rPr sz="2400" spc="25" dirty="0">
                <a:latin typeface="Tw Cen MT" panose="020B0602020104020603"/>
                <a:cs typeface="Tw Cen MT" panose="020B0602020104020603"/>
              </a:rPr>
              <a:t>tha</a:t>
            </a:r>
            <a:r>
              <a:rPr sz="2400" spc="-5" dirty="0">
                <a:latin typeface="Tw Cen MT" panose="020B0602020104020603"/>
                <a:cs typeface="Tw Cen MT" panose="020B0602020104020603"/>
              </a:rPr>
              <a:t>t</a:t>
            </a:r>
            <a:r>
              <a:rPr sz="2400" spc="70" dirty="0">
                <a:latin typeface="Tw Cen MT" panose="020B0602020104020603"/>
                <a:cs typeface="Tw Cen MT" panose="020B0602020104020603"/>
              </a:rPr>
              <a:t> </a:t>
            </a:r>
            <a:r>
              <a:rPr sz="2400" spc="30" dirty="0">
                <a:latin typeface="Tw Cen MT" panose="020B0602020104020603"/>
                <a:cs typeface="Tw Cen MT" panose="020B0602020104020603"/>
              </a:rPr>
              <a:t>a</a:t>
            </a:r>
            <a:r>
              <a:rPr sz="2400" spc="25" dirty="0">
                <a:latin typeface="Tw Cen MT" panose="020B0602020104020603"/>
                <a:cs typeface="Tw Cen MT" panose="020B0602020104020603"/>
              </a:rPr>
              <a:t>ct</a:t>
            </a:r>
            <a:r>
              <a:rPr sz="2400" dirty="0">
                <a:latin typeface="Tw Cen MT" panose="020B0602020104020603"/>
                <a:cs typeface="Tw Cen MT" panose="020B0602020104020603"/>
              </a:rPr>
              <a:t>s</a:t>
            </a:r>
            <a:r>
              <a:rPr sz="2400" spc="75" dirty="0">
                <a:latin typeface="Tw Cen MT" panose="020B0602020104020603"/>
                <a:cs typeface="Tw Cen MT" panose="020B0602020104020603"/>
              </a:rPr>
              <a:t> </a:t>
            </a:r>
            <a:r>
              <a:rPr sz="2400" spc="35" dirty="0">
                <a:latin typeface="Tw Cen MT" panose="020B0602020104020603"/>
                <a:cs typeface="Tw Cen MT" panose="020B0602020104020603"/>
              </a:rPr>
              <a:t>a</a:t>
            </a:r>
            <a:r>
              <a:rPr sz="2400" dirty="0">
                <a:latin typeface="Tw Cen MT" panose="020B0602020104020603"/>
                <a:cs typeface="Tw Cen MT" panose="020B0602020104020603"/>
              </a:rPr>
              <a:t>s</a:t>
            </a:r>
            <a:r>
              <a:rPr sz="2400" spc="75" dirty="0">
                <a:latin typeface="Tw Cen MT" panose="020B0602020104020603"/>
                <a:cs typeface="Tw Cen MT" panose="020B0602020104020603"/>
              </a:rPr>
              <a:t> </a:t>
            </a:r>
            <a:r>
              <a:rPr sz="2400" dirty="0">
                <a:latin typeface="Tw Cen MT" panose="020B0602020104020603"/>
                <a:cs typeface="Tw Cen MT" panose="020B0602020104020603"/>
              </a:rPr>
              <a:t>a</a:t>
            </a:r>
            <a:r>
              <a:rPr sz="2400" spc="75" dirty="0">
                <a:latin typeface="Tw Cen MT" panose="020B0602020104020603"/>
                <a:cs typeface="Tw Cen MT" panose="020B0602020104020603"/>
              </a:rPr>
              <a:t> </a:t>
            </a:r>
            <a:r>
              <a:rPr sz="2400" spc="35" dirty="0">
                <a:solidFill>
                  <a:srgbClr val="00B050"/>
                </a:solidFill>
                <a:latin typeface="Tw Cen MT" panose="020B0602020104020603"/>
                <a:cs typeface="Tw Cen MT" panose="020B0602020104020603"/>
              </a:rPr>
              <a:t>Vi</a:t>
            </a:r>
            <a:r>
              <a:rPr sz="2400" spc="90" dirty="0">
                <a:solidFill>
                  <a:srgbClr val="00B050"/>
                </a:solidFill>
                <a:latin typeface="Tw Cen MT" panose="020B0602020104020603"/>
                <a:cs typeface="Tw Cen MT" panose="020B0602020104020603"/>
              </a:rPr>
              <a:t>r</a:t>
            </a:r>
            <a:r>
              <a:rPr sz="2400" spc="30" dirty="0">
                <a:solidFill>
                  <a:srgbClr val="00B050"/>
                </a:solidFill>
                <a:latin typeface="Tw Cen MT" panose="020B0602020104020603"/>
                <a:cs typeface="Tw Cen MT" panose="020B0602020104020603"/>
              </a:rPr>
              <a:t>tu</a:t>
            </a:r>
            <a:r>
              <a:rPr sz="2400" spc="25" dirty="0">
                <a:solidFill>
                  <a:srgbClr val="00B050"/>
                </a:solidFill>
                <a:latin typeface="Tw Cen MT" panose="020B0602020104020603"/>
                <a:cs typeface="Tw Cen MT" panose="020B0602020104020603"/>
              </a:rPr>
              <a:t>a</a:t>
            </a:r>
            <a:r>
              <a:rPr sz="2400" dirty="0">
                <a:solidFill>
                  <a:srgbClr val="00B050"/>
                </a:solidFill>
                <a:latin typeface="Tw Cen MT" panose="020B0602020104020603"/>
                <a:cs typeface="Tw Cen MT" panose="020B0602020104020603"/>
              </a:rPr>
              <a:t>l</a:t>
            </a:r>
            <a:r>
              <a:rPr sz="2400" spc="75" dirty="0">
                <a:solidFill>
                  <a:srgbClr val="00B050"/>
                </a:solidFill>
                <a:latin typeface="Tw Cen MT" panose="020B0602020104020603"/>
                <a:cs typeface="Tw Cen MT" panose="020B0602020104020603"/>
              </a:rPr>
              <a:t> </a:t>
            </a:r>
            <a:r>
              <a:rPr sz="2400" spc="35" dirty="0">
                <a:solidFill>
                  <a:srgbClr val="00B050"/>
                </a:solidFill>
                <a:latin typeface="Tw Cen MT" panose="020B0602020104020603"/>
                <a:cs typeface="Tw Cen MT" panose="020B0602020104020603"/>
              </a:rPr>
              <a:t>M</a:t>
            </a:r>
            <a:r>
              <a:rPr sz="2400" spc="25" dirty="0">
                <a:solidFill>
                  <a:srgbClr val="00B050"/>
                </a:solidFill>
                <a:latin typeface="Tw Cen MT" panose="020B0602020104020603"/>
                <a:cs typeface="Tw Cen MT" panose="020B0602020104020603"/>
              </a:rPr>
              <a:t>a</a:t>
            </a:r>
            <a:r>
              <a:rPr sz="2400" spc="145" dirty="0">
                <a:solidFill>
                  <a:srgbClr val="00B050"/>
                </a:solidFill>
                <a:latin typeface="Tw Cen MT" panose="020B0602020104020603"/>
                <a:cs typeface="Tw Cen MT" panose="020B0602020104020603"/>
              </a:rPr>
              <a:t>c</a:t>
            </a:r>
            <a:r>
              <a:rPr sz="2400" spc="30" dirty="0">
                <a:solidFill>
                  <a:srgbClr val="00B050"/>
                </a:solidFill>
                <a:latin typeface="Tw Cen MT" panose="020B0602020104020603"/>
                <a:cs typeface="Tw Cen MT" panose="020B0602020104020603"/>
              </a:rPr>
              <a:t>h</a:t>
            </a:r>
            <a:r>
              <a:rPr sz="2400" spc="35" dirty="0">
                <a:solidFill>
                  <a:srgbClr val="00B050"/>
                </a:solidFill>
                <a:latin typeface="Tw Cen MT" panose="020B0602020104020603"/>
                <a:cs typeface="Tw Cen MT" panose="020B0602020104020603"/>
              </a:rPr>
              <a:t>i</a:t>
            </a:r>
            <a:r>
              <a:rPr sz="2400" spc="30" dirty="0">
                <a:solidFill>
                  <a:srgbClr val="00B050"/>
                </a:solidFill>
                <a:latin typeface="Tw Cen MT" panose="020B0602020104020603"/>
                <a:cs typeface="Tw Cen MT" panose="020B0602020104020603"/>
              </a:rPr>
              <a:t>n</a:t>
            </a:r>
            <a:r>
              <a:rPr sz="2400" dirty="0">
                <a:solidFill>
                  <a:srgbClr val="00B050"/>
                </a:solidFill>
                <a:latin typeface="Tw Cen MT" panose="020B0602020104020603"/>
                <a:cs typeface="Tw Cen MT" panose="020B0602020104020603"/>
              </a:rPr>
              <a:t>e</a:t>
            </a:r>
            <a:r>
              <a:rPr sz="2400" spc="75" dirty="0">
                <a:solidFill>
                  <a:srgbClr val="00B050"/>
                </a:solidFill>
                <a:latin typeface="Tw Cen MT" panose="020B0602020104020603"/>
                <a:cs typeface="Tw Cen MT" panose="020B0602020104020603"/>
              </a:rPr>
              <a:t> </a:t>
            </a:r>
            <a:r>
              <a:rPr sz="2400" spc="35" dirty="0">
                <a:solidFill>
                  <a:srgbClr val="00B050"/>
                </a:solidFill>
                <a:latin typeface="Tw Cen MT" panose="020B0602020104020603"/>
                <a:cs typeface="Tw Cen MT" panose="020B0602020104020603"/>
              </a:rPr>
              <a:t>M</a:t>
            </a:r>
            <a:r>
              <a:rPr sz="2400" spc="25" dirty="0">
                <a:solidFill>
                  <a:srgbClr val="00B050"/>
                </a:solidFill>
                <a:latin typeface="Tw Cen MT" panose="020B0602020104020603"/>
                <a:cs typeface="Tw Cen MT" panose="020B0602020104020603"/>
              </a:rPr>
              <a:t>a</a:t>
            </a:r>
            <a:r>
              <a:rPr sz="2400" spc="30" dirty="0">
                <a:solidFill>
                  <a:srgbClr val="00B050"/>
                </a:solidFill>
                <a:latin typeface="Tw Cen MT" panose="020B0602020104020603"/>
                <a:cs typeface="Tw Cen MT" panose="020B0602020104020603"/>
              </a:rPr>
              <a:t>n</a:t>
            </a:r>
            <a:r>
              <a:rPr sz="2400" spc="25" dirty="0">
                <a:solidFill>
                  <a:srgbClr val="00B050"/>
                </a:solidFill>
                <a:latin typeface="Tw Cen MT" panose="020B0602020104020603"/>
                <a:cs typeface="Tw Cen MT" panose="020B0602020104020603"/>
              </a:rPr>
              <a:t>a</a:t>
            </a:r>
            <a:r>
              <a:rPr sz="2400" spc="-30" dirty="0">
                <a:solidFill>
                  <a:srgbClr val="00B050"/>
                </a:solidFill>
                <a:latin typeface="Tw Cen MT" panose="020B0602020104020603"/>
                <a:cs typeface="Tw Cen MT" panose="020B0602020104020603"/>
              </a:rPr>
              <a:t>g</a:t>
            </a:r>
            <a:r>
              <a:rPr sz="2400" spc="35" dirty="0">
                <a:solidFill>
                  <a:srgbClr val="00B050"/>
                </a:solidFill>
                <a:latin typeface="Tw Cen MT" panose="020B0602020104020603"/>
                <a:cs typeface="Tw Cen MT" panose="020B0602020104020603"/>
              </a:rPr>
              <a:t>e</a:t>
            </a:r>
            <a:r>
              <a:rPr sz="2400" spc="-170" dirty="0">
                <a:solidFill>
                  <a:srgbClr val="00B050"/>
                </a:solidFill>
                <a:latin typeface="Tw Cen MT" panose="020B0602020104020603"/>
                <a:cs typeface="Tw Cen MT" panose="020B0602020104020603"/>
              </a:rPr>
              <a:t>r</a:t>
            </a:r>
            <a:r>
              <a:rPr sz="2400">
                <a:solidFill>
                  <a:srgbClr val="00B050"/>
                </a:solidFill>
                <a:latin typeface="Tw Cen MT" panose="020B0602020104020603"/>
                <a:cs typeface="Tw Cen MT" panose="020B0602020104020603"/>
              </a:rPr>
              <a:t>.</a:t>
            </a:r>
            <a:r>
              <a:rPr sz="2400" spc="75">
                <a:solidFill>
                  <a:srgbClr val="00B050"/>
                </a:solidFill>
                <a:latin typeface="Tw Cen MT" panose="020B0602020104020603"/>
                <a:cs typeface="Tw Cen MT" panose="020B0602020104020603"/>
              </a:rPr>
              <a:t> </a:t>
            </a:r>
          </a:p>
          <a:p>
            <a:pPr marL="815340" marR="5080" indent="-319405" algn="just">
              <a:lnSpc>
                <a:spcPct val="100000"/>
              </a:lnSpc>
              <a:buClr>
                <a:srgbClr val="DD8046"/>
              </a:buClr>
              <a:buSzPct val="60000"/>
              <a:buFont typeface="Wingdings" panose="05000000000000000000"/>
              <a:buChar char=""/>
              <a:tabLst>
                <a:tab pos="815975" algn="l"/>
              </a:tabLst>
            </a:pPr>
            <a:r>
              <a:rPr lang="en-US" sz="2400" spc="75" dirty="0">
                <a:solidFill>
                  <a:schemeClr val="tx1"/>
                </a:solidFill>
                <a:latin typeface="Tw Cen MT" panose="020B0602020104020603"/>
                <a:cs typeface="Tw Cen MT" panose="020B0602020104020603"/>
              </a:rPr>
              <a:t>Hypervisor is a form of virtualization software used in Cloud hosting to </a:t>
            </a:r>
            <a:r>
              <a:rPr lang="en-US" sz="2400" b="1" spc="75" dirty="0">
                <a:solidFill>
                  <a:schemeClr val="tx1"/>
                </a:solidFill>
                <a:latin typeface="Tw Cen MT" panose="020B0602020104020603"/>
                <a:cs typeface="Tw Cen MT" panose="020B0602020104020603"/>
              </a:rPr>
              <a:t>divide and allocate the resources on various pieces of hardware</a:t>
            </a:r>
            <a:r>
              <a:rPr lang="en-US" sz="2400" spc="75" dirty="0">
                <a:solidFill>
                  <a:schemeClr val="tx1"/>
                </a:solidFill>
                <a:latin typeface="Tw Cen MT" panose="020B0602020104020603"/>
                <a:cs typeface="Tw Cen MT" panose="020B0602020104020603"/>
              </a:rPr>
              <a:t>.The program which provide partitioning, isolation or abstraction is called virtualization hypervisor. </a:t>
            </a:r>
          </a:p>
          <a:p>
            <a:pPr marL="815340" marR="5080" indent="-319405" algn="just">
              <a:lnSpc>
                <a:spcPct val="100000"/>
              </a:lnSpc>
              <a:buClr>
                <a:srgbClr val="DD8046"/>
              </a:buClr>
              <a:buSzPct val="60000"/>
              <a:buFont typeface="Wingdings" panose="05000000000000000000"/>
              <a:buChar char=""/>
              <a:tabLst>
                <a:tab pos="815975" algn="l"/>
              </a:tabLst>
            </a:pPr>
            <a:r>
              <a:rPr lang="en-US" sz="2400" spc="75" dirty="0">
                <a:solidFill>
                  <a:schemeClr val="tx1"/>
                </a:solidFill>
                <a:latin typeface="Tw Cen MT" panose="020B0602020104020603"/>
                <a:cs typeface="Tw Cen MT" panose="020B0602020104020603"/>
              </a:rPr>
              <a:t>Hypervisor is a hardware virtualization technique that allows multiple guest operating systems (OS) to run on a single host system at the same time. A hypervisor is sometimes also called a virtual machine manager(VMM).</a:t>
            </a:r>
          </a:p>
          <a:p>
            <a:pPr marL="815340" marR="5080" indent="-319405" algn="just">
              <a:lnSpc>
                <a:spcPct val="100000"/>
              </a:lnSpc>
              <a:buClr>
                <a:srgbClr val="DD8046"/>
              </a:buClr>
              <a:buSzPct val="60000"/>
              <a:buFont typeface="Wingdings" panose="05000000000000000000"/>
              <a:buChar char=""/>
              <a:tabLst>
                <a:tab pos="815975" algn="l"/>
              </a:tabLst>
            </a:pPr>
            <a:r>
              <a:rPr sz="2400" spc="30">
                <a:latin typeface="Tw Cen MT" panose="020B0602020104020603"/>
                <a:cs typeface="Tw Cen MT" panose="020B0602020104020603"/>
              </a:rPr>
              <a:t>Th</a:t>
            </a:r>
            <a:r>
              <a:rPr sz="2400" spc="35">
                <a:latin typeface="Tw Cen MT" panose="020B0602020104020603"/>
                <a:cs typeface="Tw Cen MT" panose="020B0602020104020603"/>
              </a:rPr>
              <a:t>er</a:t>
            </a:r>
            <a:r>
              <a:rPr sz="2400">
                <a:latin typeface="Tw Cen MT" panose="020B0602020104020603"/>
                <a:cs typeface="Tw Cen MT" panose="020B0602020104020603"/>
              </a:rPr>
              <a:t>e</a:t>
            </a:r>
            <a:r>
              <a:rPr sz="2400" spc="75">
                <a:latin typeface="Tw Cen MT" panose="020B0602020104020603"/>
                <a:cs typeface="Tw Cen MT" panose="020B0602020104020603"/>
              </a:rPr>
              <a:t> </a:t>
            </a:r>
            <a:r>
              <a:rPr sz="2400" spc="35" dirty="0">
                <a:latin typeface="Tw Cen MT" panose="020B0602020104020603"/>
                <a:cs typeface="Tw Cen MT" panose="020B0602020104020603"/>
              </a:rPr>
              <a:t>ar</a:t>
            </a:r>
            <a:r>
              <a:rPr sz="2400" dirty="0">
                <a:latin typeface="Tw Cen MT" panose="020B0602020104020603"/>
                <a:cs typeface="Tw Cen MT" panose="020B0602020104020603"/>
              </a:rPr>
              <a:t>e </a:t>
            </a:r>
            <a:r>
              <a:rPr sz="2400" spc="-5" dirty="0">
                <a:latin typeface="Tw Cen MT" panose="020B0602020104020603"/>
                <a:cs typeface="Tw Cen MT" panose="020B0602020104020603"/>
              </a:rPr>
              <a:t>t</a:t>
            </a:r>
            <a:r>
              <a:rPr sz="2400" spc="-60" dirty="0">
                <a:latin typeface="Tw Cen MT" panose="020B0602020104020603"/>
                <a:cs typeface="Tw Cen MT" panose="020B0602020104020603"/>
              </a:rPr>
              <a:t>w</a:t>
            </a:r>
            <a:r>
              <a:rPr sz="2400" dirty="0">
                <a:latin typeface="Tw Cen MT" panose="020B0602020104020603"/>
                <a:cs typeface="Tw Cen MT" panose="020B0602020104020603"/>
              </a:rPr>
              <a:t>o</a:t>
            </a:r>
            <a:r>
              <a:rPr sz="2400" spc="-5" dirty="0">
                <a:latin typeface="Tw Cen MT" panose="020B0602020104020603"/>
                <a:cs typeface="Tw Cen MT" panose="020B0602020104020603"/>
              </a:rPr>
              <a:t> ty</a:t>
            </a:r>
            <a:r>
              <a:rPr sz="2400" spc="-10" dirty="0">
                <a:latin typeface="Tw Cen MT" panose="020B0602020104020603"/>
                <a:cs typeface="Tw Cen MT" panose="020B0602020104020603"/>
              </a:rPr>
              <a:t>p</a:t>
            </a:r>
            <a:r>
              <a:rPr sz="2400" spc="-5" dirty="0">
                <a:latin typeface="Tw Cen MT" panose="020B0602020104020603"/>
                <a:cs typeface="Tw Cen MT" panose="020B0602020104020603"/>
              </a:rPr>
              <a:t>e</a:t>
            </a:r>
            <a:r>
              <a:rPr sz="2400" dirty="0">
                <a:latin typeface="Tw Cen MT" panose="020B0602020104020603"/>
                <a:cs typeface="Tw Cen MT" panose="020B0602020104020603"/>
              </a:rPr>
              <a:t>s</a:t>
            </a:r>
            <a:r>
              <a:rPr sz="2400" spc="-5" dirty="0">
                <a:latin typeface="Tw Cen MT" panose="020B0602020104020603"/>
                <a:cs typeface="Tw Cen MT" panose="020B0602020104020603"/>
              </a:rPr>
              <a:t> o</a:t>
            </a:r>
            <a:r>
              <a:rPr sz="2400" dirty="0">
                <a:latin typeface="Tw Cen MT" panose="020B0602020104020603"/>
                <a:cs typeface="Tw Cen MT" panose="020B0602020104020603"/>
              </a:rPr>
              <a:t>f</a:t>
            </a:r>
            <a:r>
              <a:rPr sz="2400" spc="80" dirty="0">
                <a:latin typeface="Tw Cen MT" panose="020B0602020104020603"/>
                <a:cs typeface="Tw Cen MT" panose="020B0602020104020603"/>
              </a:rPr>
              <a:t> </a:t>
            </a:r>
            <a:r>
              <a:rPr sz="2400" spc="-65">
                <a:latin typeface="Tw Cen MT" panose="020B0602020104020603"/>
                <a:cs typeface="Tw Cen MT" panose="020B0602020104020603"/>
              </a:rPr>
              <a:t>h</a:t>
            </a:r>
            <a:r>
              <a:rPr sz="2400" spc="-5">
                <a:latin typeface="Tw Cen MT" panose="020B0602020104020603"/>
                <a:cs typeface="Tw Cen MT" panose="020B0602020104020603"/>
              </a:rPr>
              <a:t>y</a:t>
            </a:r>
            <a:r>
              <a:rPr sz="2400" spc="-10">
                <a:latin typeface="Tw Cen MT" panose="020B0602020104020603"/>
                <a:cs typeface="Tw Cen MT" panose="020B0602020104020603"/>
              </a:rPr>
              <a:t>p</a:t>
            </a:r>
            <a:r>
              <a:rPr sz="2400" spc="-5">
                <a:latin typeface="Tw Cen MT" panose="020B0602020104020603"/>
                <a:cs typeface="Tw Cen MT" panose="020B0602020104020603"/>
              </a:rPr>
              <a:t>e</a:t>
            </a:r>
            <a:r>
              <a:rPr sz="2400" spc="110">
                <a:latin typeface="Tw Cen MT" panose="020B0602020104020603"/>
                <a:cs typeface="Tw Cen MT" panose="020B0602020104020603"/>
              </a:rPr>
              <a:t>r</a:t>
            </a:r>
            <a:r>
              <a:rPr sz="2400" spc="-5">
                <a:latin typeface="Tw Cen MT" panose="020B0602020104020603"/>
                <a:cs typeface="Tw Cen MT" panose="020B0602020104020603"/>
              </a:rPr>
              <a:t>visor</a:t>
            </a:r>
            <a:r>
              <a:rPr sz="2400">
                <a:latin typeface="Tw Cen MT" panose="020B0602020104020603"/>
                <a:cs typeface="Tw Cen MT" panose="020B0602020104020603"/>
              </a:rPr>
              <a:t>:</a:t>
            </a:r>
            <a:endParaRPr lang="en-US" sz="2400" dirty="0">
              <a:latin typeface="Tw Cen MT" panose="020B0602020104020603"/>
              <a:cs typeface="Tw Cen MT" panose="020B0602020104020603"/>
            </a:endParaRPr>
          </a:p>
          <a:p>
            <a:pPr marL="815340" marR="5080" indent="-319405" algn="just">
              <a:lnSpc>
                <a:spcPct val="100000"/>
              </a:lnSpc>
              <a:buClr>
                <a:srgbClr val="DD8046"/>
              </a:buClr>
              <a:buSzPct val="60000"/>
              <a:tabLst>
                <a:tab pos="815975" algn="l"/>
              </a:tabLst>
            </a:pPr>
            <a:r>
              <a:rPr lang="en-US" sz="2400" dirty="0">
                <a:latin typeface="Tw Cen MT" panose="020B0602020104020603"/>
                <a:cs typeface="Tw Cen MT" panose="020B0602020104020603"/>
              </a:rPr>
              <a:t>							</a:t>
            </a:r>
            <a:r>
              <a:rPr lang="en-US" sz="2400" dirty="0">
                <a:solidFill>
                  <a:srgbClr val="0070C0"/>
                </a:solidFill>
                <a:latin typeface="Tw Cen MT" panose="020B0602020104020603"/>
                <a:cs typeface="Tw Cen MT" panose="020B0602020104020603"/>
              </a:rPr>
              <a:t>Type 1 and Type 2</a:t>
            </a:r>
            <a:endParaRPr sz="2400">
              <a:solidFill>
                <a:srgbClr val="0070C0"/>
              </a:solidFill>
              <a:latin typeface="Tw Cen MT" panose="020B0602020104020603"/>
              <a:cs typeface="Tw Cen MT" panose="020B0602020104020603"/>
            </a:endParaRPr>
          </a:p>
        </p:txBody>
      </p:sp>
      <p:sp>
        <p:nvSpPr>
          <p:cNvPr id="4" name="object 4"/>
          <p:cNvSpPr/>
          <p:nvPr/>
        </p:nvSpPr>
        <p:spPr>
          <a:xfrm>
            <a:off x="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726565">
              <a:lnSpc>
                <a:spcPct val="100000"/>
              </a:lnSpc>
            </a:pPr>
            <a:r>
              <a:rPr spc="-220" dirty="0"/>
              <a:t>T</a:t>
            </a:r>
            <a:r>
              <a:rPr spc="-5" dirty="0"/>
              <a:t>yp</a:t>
            </a:r>
            <a:r>
              <a:rPr dirty="0"/>
              <a:t>e</a:t>
            </a:r>
            <a:r>
              <a:rPr spc="-5" dirty="0"/>
              <a:t>s</a:t>
            </a:r>
            <a:r>
              <a:rPr b="0" spc="70" dirty="0">
                <a:latin typeface="Times New Roman" panose="02020603050405020304"/>
                <a:cs typeface="Times New Roman" panose="02020603050405020304"/>
              </a:rPr>
              <a:t> </a:t>
            </a:r>
            <a:r>
              <a:rPr spc="-5" dirty="0"/>
              <a:t>of</a:t>
            </a:r>
            <a:r>
              <a:rPr b="0" spc="370" dirty="0">
                <a:latin typeface="Times New Roman" panose="02020603050405020304"/>
                <a:cs typeface="Times New Roman" panose="02020603050405020304"/>
              </a:rPr>
              <a:t> </a:t>
            </a:r>
            <a:r>
              <a:rPr spc="-5" dirty="0"/>
              <a:t>Hyp</a:t>
            </a:r>
            <a:r>
              <a:rPr dirty="0"/>
              <a:t>e</a:t>
            </a:r>
            <a:r>
              <a:rPr spc="75" dirty="0"/>
              <a:t>r</a:t>
            </a:r>
            <a:r>
              <a:rPr spc="-5" dirty="0"/>
              <a:t>visors</a:t>
            </a:r>
          </a:p>
        </p:txBody>
      </p:sp>
      <p:sp>
        <p:nvSpPr>
          <p:cNvPr id="3" name="object 3"/>
          <p:cNvSpPr txBox="1"/>
          <p:nvPr/>
        </p:nvSpPr>
        <p:spPr>
          <a:xfrm>
            <a:off x="207645" y="1289496"/>
            <a:ext cx="8480425" cy="4616450"/>
          </a:xfrm>
          <a:prstGeom prst="rect">
            <a:avLst/>
          </a:prstGeom>
        </p:spPr>
        <p:txBody>
          <a:bodyPr vert="horz" wrap="square" lIns="0" tIns="0" rIns="0" bIns="0" rtlCol="0">
            <a:spAutoFit/>
          </a:bodyPr>
          <a:lstStyle/>
          <a:p>
            <a:pPr marL="12700">
              <a:lnSpc>
                <a:spcPct val="100000"/>
              </a:lnSpc>
            </a:pPr>
            <a:r>
              <a:rPr sz="1200" b="1" dirty="0">
                <a:solidFill>
                  <a:srgbClr val="FFFFFF"/>
                </a:solidFill>
                <a:latin typeface="Comic Sans MS" panose="030F0702030302020204"/>
                <a:cs typeface="Comic Sans MS" panose="030F0702030302020204"/>
              </a:rPr>
              <a:t>6</a:t>
            </a:r>
            <a:endParaRPr sz="1200">
              <a:latin typeface="Comic Sans MS" panose="030F0702030302020204"/>
              <a:cs typeface="Comic Sans MS" panose="030F0702030302020204"/>
            </a:endParaRPr>
          </a:p>
          <a:p>
            <a:pPr>
              <a:lnSpc>
                <a:spcPct val="100000"/>
              </a:lnSpc>
              <a:spcBef>
                <a:spcPts val="0"/>
              </a:spcBef>
            </a:pPr>
            <a:endParaRPr sz="2400">
              <a:latin typeface="Times New Roman" panose="02020603050405020304"/>
              <a:cs typeface="Times New Roman" panose="02020603050405020304"/>
            </a:endParaRPr>
          </a:p>
          <a:p>
            <a:pPr marL="815340" marR="5080" indent="-319405" algn="just">
              <a:lnSpc>
                <a:spcPct val="100000"/>
              </a:lnSpc>
              <a:buClr>
                <a:srgbClr val="DD8046"/>
              </a:buClr>
              <a:buSzPct val="60000"/>
              <a:buFont typeface="Wingdings" panose="05000000000000000000"/>
              <a:buChar char=""/>
              <a:tabLst>
                <a:tab pos="815975" algn="l"/>
              </a:tabLst>
            </a:pPr>
            <a:r>
              <a:rPr sz="2400" spc="60">
                <a:latin typeface="Tw Cen MT" panose="020B0602020104020603"/>
                <a:cs typeface="Tw Cen MT" panose="020B0602020104020603"/>
              </a:rPr>
              <a:t>T</a:t>
            </a:r>
            <a:r>
              <a:rPr sz="2400" spc="185">
                <a:latin typeface="Tw Cen MT" panose="020B0602020104020603"/>
                <a:cs typeface="Tw Cen MT" panose="020B0602020104020603"/>
              </a:rPr>
              <a:t>y</a:t>
            </a:r>
            <a:r>
              <a:rPr sz="2400" spc="175">
                <a:latin typeface="Tw Cen MT" panose="020B0602020104020603"/>
                <a:cs typeface="Tw Cen MT" panose="020B0602020104020603"/>
              </a:rPr>
              <a:t>p</a:t>
            </a:r>
            <a:r>
              <a:rPr sz="2400">
                <a:latin typeface="Tw Cen MT" panose="020B0602020104020603"/>
                <a:cs typeface="Tw Cen MT" panose="020B0602020104020603"/>
              </a:rPr>
              <a:t>e</a:t>
            </a:r>
            <a:r>
              <a:rPr sz="2400" spc="375">
                <a:latin typeface="Tw Cen MT" panose="020B0602020104020603"/>
                <a:cs typeface="Tw Cen MT" panose="020B0602020104020603"/>
              </a:rPr>
              <a:t> </a:t>
            </a:r>
            <a:r>
              <a:rPr sz="2400">
                <a:latin typeface="Tw Cen MT" panose="020B0602020104020603"/>
                <a:cs typeface="Tw Cen MT" panose="020B0602020104020603"/>
              </a:rPr>
              <a:t>1</a:t>
            </a:r>
            <a:r>
              <a:rPr sz="2400" spc="375">
                <a:latin typeface="Tw Cen MT" panose="020B0602020104020603"/>
                <a:cs typeface="Tw Cen MT" panose="020B0602020104020603"/>
              </a:rPr>
              <a:t> </a:t>
            </a:r>
            <a:r>
              <a:rPr sz="2400" spc="125">
                <a:latin typeface="Tw Cen MT" panose="020B0602020104020603"/>
                <a:cs typeface="Tw Cen MT" panose="020B0602020104020603"/>
              </a:rPr>
              <a:t>h</a:t>
            </a:r>
            <a:r>
              <a:rPr sz="2400" spc="185">
                <a:latin typeface="Tw Cen MT" panose="020B0602020104020603"/>
                <a:cs typeface="Tw Cen MT" panose="020B0602020104020603"/>
              </a:rPr>
              <a:t>y</a:t>
            </a:r>
            <a:r>
              <a:rPr sz="2400" spc="175">
                <a:latin typeface="Tw Cen MT" panose="020B0602020104020603"/>
                <a:cs typeface="Tw Cen MT" panose="020B0602020104020603"/>
              </a:rPr>
              <a:t>p</a:t>
            </a:r>
            <a:r>
              <a:rPr sz="2400" spc="185">
                <a:latin typeface="Tw Cen MT" panose="020B0602020104020603"/>
                <a:cs typeface="Tw Cen MT" panose="020B0602020104020603"/>
              </a:rPr>
              <a:t>e</a:t>
            </a:r>
            <a:r>
              <a:rPr sz="2400" spc="300">
                <a:latin typeface="Tw Cen MT" panose="020B0602020104020603"/>
                <a:cs typeface="Tw Cen MT" panose="020B0602020104020603"/>
              </a:rPr>
              <a:t>r</a:t>
            </a:r>
            <a:r>
              <a:rPr sz="2400" spc="180">
                <a:latin typeface="Tw Cen MT" panose="020B0602020104020603"/>
                <a:cs typeface="Tw Cen MT" panose="020B0602020104020603"/>
              </a:rPr>
              <a:t>v</a:t>
            </a:r>
            <a:r>
              <a:rPr sz="2400" spc="185">
                <a:latin typeface="Tw Cen MT" panose="020B0602020104020603"/>
                <a:cs typeface="Tw Cen MT" panose="020B0602020104020603"/>
              </a:rPr>
              <a:t>isor</a:t>
            </a:r>
            <a:r>
              <a:rPr sz="2400">
                <a:latin typeface="Tw Cen MT" panose="020B0602020104020603"/>
                <a:cs typeface="Tw Cen MT" panose="020B0602020104020603"/>
              </a:rPr>
              <a:t>s</a:t>
            </a:r>
            <a:r>
              <a:rPr sz="2400" spc="375">
                <a:latin typeface="Tw Cen MT" panose="020B0602020104020603"/>
                <a:cs typeface="Tw Cen MT" panose="020B0602020104020603"/>
              </a:rPr>
              <a:t> </a:t>
            </a:r>
            <a:r>
              <a:rPr sz="2400" spc="240">
                <a:solidFill>
                  <a:srgbClr val="FF0000"/>
                </a:solidFill>
                <a:latin typeface="Tw Cen MT" panose="020B0602020104020603"/>
                <a:cs typeface="Tw Cen MT" panose="020B0602020104020603"/>
              </a:rPr>
              <a:t>r</a:t>
            </a:r>
            <a:r>
              <a:rPr sz="2400" spc="180">
                <a:solidFill>
                  <a:srgbClr val="FF0000"/>
                </a:solidFill>
                <a:latin typeface="Tw Cen MT" panose="020B0602020104020603"/>
                <a:cs typeface="Tw Cen MT" panose="020B0602020104020603"/>
              </a:rPr>
              <a:t>u</a:t>
            </a:r>
            <a:r>
              <a:rPr sz="2400" spc="-5">
                <a:solidFill>
                  <a:srgbClr val="FF0000"/>
                </a:solidFill>
                <a:latin typeface="Tw Cen MT" panose="020B0602020104020603"/>
                <a:cs typeface="Tw Cen MT" panose="020B0602020104020603"/>
              </a:rPr>
              <a:t>n</a:t>
            </a:r>
            <a:r>
              <a:rPr sz="2400" spc="380">
                <a:solidFill>
                  <a:srgbClr val="FF0000"/>
                </a:solidFill>
                <a:latin typeface="Tw Cen MT" panose="020B0602020104020603"/>
                <a:cs typeface="Tw Cen MT" panose="020B0602020104020603"/>
              </a:rPr>
              <a:t> </a:t>
            </a:r>
            <a:r>
              <a:rPr sz="2400" spc="185">
                <a:solidFill>
                  <a:srgbClr val="FF0000"/>
                </a:solidFill>
                <a:latin typeface="Tw Cen MT" panose="020B0602020104020603"/>
                <a:cs typeface="Tw Cen MT" panose="020B0602020104020603"/>
              </a:rPr>
              <a:t>dire</a:t>
            </a:r>
            <a:r>
              <a:rPr sz="2400" spc="175">
                <a:solidFill>
                  <a:srgbClr val="FF0000"/>
                </a:solidFill>
                <a:latin typeface="Tw Cen MT" panose="020B0602020104020603"/>
                <a:cs typeface="Tw Cen MT" panose="020B0602020104020603"/>
              </a:rPr>
              <a:t>c</a:t>
            </a:r>
            <a:r>
              <a:rPr sz="2400" spc="180">
                <a:solidFill>
                  <a:srgbClr val="FF0000"/>
                </a:solidFill>
                <a:latin typeface="Tw Cen MT" panose="020B0602020104020603"/>
                <a:cs typeface="Tw Cen MT" panose="020B0602020104020603"/>
              </a:rPr>
              <a:t>t</a:t>
            </a:r>
            <a:r>
              <a:rPr sz="2400" spc="185">
                <a:solidFill>
                  <a:srgbClr val="FF0000"/>
                </a:solidFill>
                <a:latin typeface="Tw Cen MT" panose="020B0602020104020603"/>
                <a:cs typeface="Tw Cen MT" panose="020B0602020104020603"/>
              </a:rPr>
              <a:t>l</a:t>
            </a:r>
            <a:r>
              <a:rPr sz="2400">
                <a:solidFill>
                  <a:srgbClr val="FF0000"/>
                </a:solidFill>
                <a:latin typeface="Tw Cen MT" panose="020B0602020104020603"/>
                <a:cs typeface="Tw Cen MT" panose="020B0602020104020603"/>
              </a:rPr>
              <a:t>y</a:t>
            </a:r>
            <a:r>
              <a:rPr sz="2400" spc="375">
                <a:solidFill>
                  <a:srgbClr val="FF0000"/>
                </a:solidFill>
                <a:latin typeface="Tw Cen MT" panose="020B0602020104020603"/>
                <a:cs typeface="Tw Cen MT" panose="020B0602020104020603"/>
              </a:rPr>
              <a:t> </a:t>
            </a:r>
            <a:r>
              <a:rPr sz="2400" spc="185">
                <a:latin typeface="Tw Cen MT" panose="020B0602020104020603"/>
                <a:cs typeface="Tw Cen MT" panose="020B0602020104020603"/>
              </a:rPr>
              <a:t>o</a:t>
            </a:r>
            <a:r>
              <a:rPr sz="2400" spc="-5">
                <a:latin typeface="Tw Cen MT" panose="020B0602020104020603"/>
                <a:cs typeface="Tw Cen MT" panose="020B0602020104020603"/>
              </a:rPr>
              <a:t>n</a:t>
            </a:r>
            <a:r>
              <a:rPr sz="2400" spc="380">
                <a:latin typeface="Tw Cen MT" panose="020B0602020104020603"/>
                <a:cs typeface="Tw Cen MT" panose="020B0602020104020603"/>
              </a:rPr>
              <a:t> </a:t>
            </a:r>
            <a:r>
              <a:rPr sz="2400" spc="180">
                <a:latin typeface="Tw Cen MT" panose="020B0602020104020603"/>
                <a:cs typeface="Tw Cen MT" panose="020B0602020104020603"/>
              </a:rPr>
              <a:t>th</a:t>
            </a:r>
            <a:r>
              <a:rPr sz="2400">
                <a:latin typeface="Tw Cen MT" panose="020B0602020104020603"/>
                <a:cs typeface="Tw Cen MT" panose="020B0602020104020603"/>
              </a:rPr>
              <a:t>e</a:t>
            </a:r>
            <a:r>
              <a:rPr sz="2400" spc="375">
                <a:latin typeface="Tw Cen MT" panose="020B0602020104020603"/>
                <a:cs typeface="Tw Cen MT" panose="020B0602020104020603"/>
              </a:rPr>
              <a:t> </a:t>
            </a:r>
            <a:r>
              <a:rPr sz="2400" spc="190">
                <a:solidFill>
                  <a:srgbClr val="00B050"/>
                </a:solidFill>
                <a:latin typeface="Tw Cen MT" panose="020B0602020104020603"/>
                <a:cs typeface="Tw Cen MT" panose="020B0602020104020603"/>
              </a:rPr>
              <a:t>sys</a:t>
            </a:r>
            <a:r>
              <a:rPr sz="2400" spc="185">
                <a:solidFill>
                  <a:srgbClr val="00B050"/>
                </a:solidFill>
                <a:latin typeface="Tw Cen MT" panose="020B0602020104020603"/>
                <a:cs typeface="Tw Cen MT" panose="020B0602020104020603"/>
              </a:rPr>
              <a:t>t</a:t>
            </a:r>
            <a:r>
              <a:rPr sz="2400" spc="190">
                <a:solidFill>
                  <a:srgbClr val="00B050"/>
                </a:solidFill>
                <a:latin typeface="Tw Cen MT" panose="020B0602020104020603"/>
                <a:cs typeface="Tw Cen MT" panose="020B0602020104020603"/>
              </a:rPr>
              <a:t>e</a:t>
            </a:r>
            <a:r>
              <a:rPr sz="2400">
                <a:solidFill>
                  <a:srgbClr val="00B050"/>
                </a:solidFill>
                <a:latin typeface="Tw Cen MT" panose="020B0602020104020603"/>
                <a:cs typeface="Tw Cen MT" panose="020B0602020104020603"/>
              </a:rPr>
              <a:t>m </a:t>
            </a:r>
            <a:r>
              <a:rPr sz="2400" spc="25">
                <a:solidFill>
                  <a:srgbClr val="00B050"/>
                </a:solidFill>
                <a:latin typeface="Tw Cen MT" panose="020B0602020104020603"/>
                <a:cs typeface="Tw Cen MT" panose="020B0602020104020603"/>
              </a:rPr>
              <a:t>h</a:t>
            </a:r>
            <a:r>
              <a:rPr sz="2400" spc="20">
                <a:solidFill>
                  <a:srgbClr val="00B050"/>
                </a:solidFill>
                <a:latin typeface="Tw Cen MT" panose="020B0602020104020603"/>
                <a:cs typeface="Tw Cen MT" panose="020B0602020104020603"/>
              </a:rPr>
              <a:t>a</a:t>
            </a:r>
            <a:r>
              <a:rPr sz="2400" spc="25">
                <a:solidFill>
                  <a:srgbClr val="00B050"/>
                </a:solidFill>
                <a:latin typeface="Tw Cen MT" panose="020B0602020104020603"/>
                <a:cs typeface="Tw Cen MT" panose="020B0602020104020603"/>
              </a:rPr>
              <a:t>r</a:t>
            </a:r>
            <a:r>
              <a:rPr sz="2400" spc="-40">
                <a:solidFill>
                  <a:srgbClr val="00B050"/>
                </a:solidFill>
                <a:latin typeface="Tw Cen MT" panose="020B0602020104020603"/>
                <a:cs typeface="Tw Cen MT" panose="020B0602020104020603"/>
              </a:rPr>
              <a:t>d</a:t>
            </a:r>
            <a:r>
              <a:rPr sz="2400" spc="-90">
                <a:solidFill>
                  <a:srgbClr val="00B050"/>
                </a:solidFill>
                <a:latin typeface="Tw Cen MT" panose="020B0602020104020603"/>
                <a:cs typeface="Tw Cen MT" panose="020B0602020104020603"/>
              </a:rPr>
              <a:t>w</a:t>
            </a:r>
            <a:r>
              <a:rPr sz="2400" spc="20">
                <a:solidFill>
                  <a:srgbClr val="00B050"/>
                </a:solidFill>
                <a:latin typeface="Tw Cen MT" panose="020B0602020104020603"/>
                <a:cs typeface="Tw Cen MT" panose="020B0602020104020603"/>
              </a:rPr>
              <a:t>a</a:t>
            </a:r>
            <a:r>
              <a:rPr sz="2400" spc="25">
                <a:solidFill>
                  <a:srgbClr val="00B050"/>
                </a:solidFill>
                <a:latin typeface="Tw Cen MT" panose="020B0602020104020603"/>
                <a:cs typeface="Tw Cen MT" panose="020B0602020104020603"/>
              </a:rPr>
              <a:t>r</a:t>
            </a:r>
            <a:r>
              <a:rPr sz="2400" spc="-5">
                <a:solidFill>
                  <a:srgbClr val="00B050"/>
                </a:solidFill>
                <a:latin typeface="Tw Cen MT" panose="020B0602020104020603"/>
                <a:cs typeface="Tw Cen MT" panose="020B0602020104020603"/>
              </a:rPr>
              <a:t>e</a:t>
            </a:r>
            <a:r>
              <a:rPr sz="2400">
                <a:latin typeface="Tw Cen MT" panose="020B0602020104020603"/>
                <a:cs typeface="Tw Cen MT" panose="020B0602020104020603"/>
              </a:rPr>
              <a:t>.</a:t>
            </a:r>
            <a:r>
              <a:rPr sz="2400" spc="55">
                <a:latin typeface="Tw Cen MT" panose="020B0602020104020603"/>
                <a:cs typeface="Tw Cen MT" panose="020B0602020104020603"/>
              </a:rPr>
              <a:t> </a:t>
            </a:r>
            <a:r>
              <a:rPr sz="2400" spc="25">
                <a:latin typeface="Tw Cen MT" panose="020B0602020104020603"/>
                <a:cs typeface="Tw Cen MT" panose="020B0602020104020603"/>
              </a:rPr>
              <a:t>Th</a:t>
            </a:r>
            <a:r>
              <a:rPr sz="2400" spc="-95">
                <a:latin typeface="Tw Cen MT" panose="020B0602020104020603"/>
                <a:cs typeface="Tw Cen MT" panose="020B0602020104020603"/>
              </a:rPr>
              <a:t>e</a:t>
            </a:r>
            <a:r>
              <a:rPr sz="2400">
                <a:latin typeface="Tw Cen MT" panose="020B0602020104020603"/>
                <a:cs typeface="Tw Cen MT" panose="020B0602020104020603"/>
              </a:rPr>
              <a:t>y</a:t>
            </a:r>
            <a:r>
              <a:rPr sz="2400" spc="55">
                <a:latin typeface="Tw Cen MT" panose="020B0602020104020603"/>
                <a:cs typeface="Tw Cen MT" panose="020B0602020104020603"/>
              </a:rPr>
              <a:t> </a:t>
            </a:r>
            <a:r>
              <a:rPr sz="2400" spc="25">
                <a:latin typeface="Tw Cen MT" panose="020B0602020104020603"/>
                <a:cs typeface="Tw Cen MT" panose="020B0602020104020603"/>
              </a:rPr>
              <a:t>ar</a:t>
            </a:r>
            <a:r>
              <a:rPr sz="2400">
                <a:latin typeface="Tw Cen MT" panose="020B0602020104020603"/>
                <a:cs typeface="Tw Cen MT" panose="020B0602020104020603"/>
              </a:rPr>
              <a:t>e</a:t>
            </a:r>
            <a:r>
              <a:rPr sz="2400" spc="55">
                <a:latin typeface="Tw Cen MT" panose="020B0602020104020603"/>
                <a:cs typeface="Tw Cen MT" panose="020B0602020104020603"/>
              </a:rPr>
              <a:t> </a:t>
            </a:r>
            <a:r>
              <a:rPr sz="2400" spc="25">
                <a:latin typeface="Tw Cen MT" panose="020B0602020104020603"/>
                <a:cs typeface="Tw Cen MT" panose="020B0602020104020603"/>
              </a:rPr>
              <a:t>ofte</a:t>
            </a:r>
            <a:r>
              <a:rPr sz="2400" spc="-5">
                <a:latin typeface="Tw Cen MT" panose="020B0602020104020603"/>
                <a:cs typeface="Tw Cen MT" panose="020B0602020104020603"/>
              </a:rPr>
              <a:t>n</a:t>
            </a:r>
            <a:r>
              <a:rPr sz="2400" spc="60">
                <a:latin typeface="Tw Cen MT" panose="020B0602020104020603"/>
                <a:cs typeface="Tw Cen MT" panose="020B0602020104020603"/>
              </a:rPr>
              <a:t> </a:t>
            </a:r>
            <a:r>
              <a:rPr sz="2400" spc="25">
                <a:latin typeface="Tw Cen MT" panose="020B0602020104020603"/>
                <a:cs typeface="Tw Cen MT" panose="020B0602020104020603"/>
              </a:rPr>
              <a:t>referr</a:t>
            </a:r>
            <a:r>
              <a:rPr sz="2400" spc="30">
                <a:latin typeface="Tw Cen MT" panose="020B0602020104020603"/>
                <a:cs typeface="Tw Cen MT" panose="020B0602020104020603"/>
              </a:rPr>
              <a:t>e</a:t>
            </a:r>
            <a:r>
              <a:rPr sz="2400" spc="-5">
                <a:latin typeface="Tw Cen MT" panose="020B0602020104020603"/>
                <a:cs typeface="Tw Cen MT" panose="020B0602020104020603"/>
              </a:rPr>
              <a:t>d</a:t>
            </a:r>
            <a:r>
              <a:rPr sz="2400" spc="65">
                <a:latin typeface="Tw Cen MT" panose="020B0602020104020603"/>
                <a:cs typeface="Tw Cen MT" panose="020B0602020104020603"/>
              </a:rPr>
              <a:t> </a:t>
            </a:r>
            <a:r>
              <a:rPr sz="2400" spc="25">
                <a:latin typeface="Tw Cen MT" panose="020B0602020104020603"/>
                <a:cs typeface="Tw Cen MT" panose="020B0602020104020603"/>
              </a:rPr>
              <a:t>t</a:t>
            </a:r>
            <a:r>
              <a:rPr sz="2400">
                <a:latin typeface="Tw Cen MT" panose="020B0602020104020603"/>
                <a:cs typeface="Tw Cen MT" panose="020B0602020104020603"/>
              </a:rPr>
              <a:t>o</a:t>
            </a:r>
            <a:r>
              <a:rPr sz="2400" spc="65">
                <a:latin typeface="Tw Cen MT" panose="020B0602020104020603"/>
                <a:cs typeface="Tw Cen MT" panose="020B0602020104020603"/>
              </a:rPr>
              <a:t> </a:t>
            </a:r>
            <a:r>
              <a:rPr sz="2400" spc="30">
                <a:latin typeface="Tw Cen MT" panose="020B0602020104020603"/>
                <a:cs typeface="Tw Cen MT" panose="020B0602020104020603"/>
              </a:rPr>
              <a:t>a</a:t>
            </a:r>
            <a:r>
              <a:rPr sz="2400">
                <a:latin typeface="Tw Cen MT" panose="020B0602020104020603"/>
                <a:cs typeface="Tw Cen MT" panose="020B0602020104020603"/>
              </a:rPr>
              <a:t>s</a:t>
            </a:r>
            <a:r>
              <a:rPr sz="2400" spc="65">
                <a:latin typeface="Tw Cen MT" panose="020B0602020104020603"/>
                <a:cs typeface="Tw Cen MT" panose="020B0602020104020603"/>
              </a:rPr>
              <a:t> </a:t>
            </a:r>
            <a:r>
              <a:rPr sz="2400">
                <a:latin typeface="Tw Cen MT" panose="020B0602020104020603"/>
                <a:cs typeface="Tw Cen MT" panose="020B0602020104020603"/>
              </a:rPr>
              <a:t>a</a:t>
            </a:r>
            <a:r>
              <a:rPr sz="2400" spc="65">
                <a:latin typeface="Tw Cen MT" panose="020B0602020104020603"/>
                <a:cs typeface="Tw Cen MT" panose="020B0602020104020603"/>
              </a:rPr>
              <a:t> </a:t>
            </a:r>
            <a:r>
              <a:rPr sz="2400" spc="25">
                <a:latin typeface="Tw Cen MT" panose="020B0602020104020603"/>
                <a:cs typeface="Tw Cen MT" panose="020B0602020104020603"/>
              </a:rPr>
              <a:t>"</a:t>
            </a:r>
            <a:r>
              <a:rPr sz="2400" spc="25">
                <a:solidFill>
                  <a:srgbClr val="0070C0"/>
                </a:solidFill>
                <a:latin typeface="Tw Cen MT" panose="020B0602020104020603"/>
                <a:cs typeface="Tw Cen MT" panose="020B0602020104020603"/>
              </a:rPr>
              <a:t>nat</a:t>
            </a:r>
            <a:r>
              <a:rPr sz="2400" spc="30">
                <a:solidFill>
                  <a:srgbClr val="0070C0"/>
                </a:solidFill>
                <a:latin typeface="Tw Cen MT" panose="020B0602020104020603"/>
                <a:cs typeface="Tw Cen MT" panose="020B0602020104020603"/>
              </a:rPr>
              <a:t>i</a:t>
            </a:r>
            <a:r>
              <a:rPr sz="2400" spc="-30">
                <a:solidFill>
                  <a:srgbClr val="0070C0"/>
                </a:solidFill>
                <a:latin typeface="Tw Cen MT" panose="020B0602020104020603"/>
                <a:cs typeface="Tw Cen MT" panose="020B0602020104020603"/>
              </a:rPr>
              <a:t>v</a:t>
            </a:r>
            <a:r>
              <a:rPr sz="2400" spc="30">
                <a:solidFill>
                  <a:srgbClr val="0070C0"/>
                </a:solidFill>
                <a:latin typeface="Tw Cen MT" panose="020B0602020104020603"/>
                <a:cs typeface="Tw Cen MT" panose="020B0602020104020603"/>
              </a:rPr>
              <a:t>e</a:t>
            </a:r>
            <a:r>
              <a:rPr sz="2400" spc="-5">
                <a:solidFill>
                  <a:srgbClr val="0070C0"/>
                </a:solidFill>
                <a:latin typeface="Tw Cen MT" panose="020B0602020104020603"/>
                <a:cs typeface="Tw Cen MT" panose="020B0602020104020603"/>
              </a:rPr>
              <a:t>" </a:t>
            </a:r>
            <a:r>
              <a:rPr sz="2400" spc="150">
                <a:solidFill>
                  <a:srgbClr val="0070C0"/>
                </a:solidFill>
                <a:latin typeface="Tw Cen MT" panose="020B0602020104020603"/>
                <a:cs typeface="Tw Cen MT" panose="020B0602020104020603"/>
              </a:rPr>
              <a:t>o</a:t>
            </a:r>
            <a:r>
              <a:rPr sz="2400">
                <a:solidFill>
                  <a:srgbClr val="0070C0"/>
                </a:solidFill>
                <a:latin typeface="Tw Cen MT" panose="020B0602020104020603"/>
                <a:cs typeface="Tw Cen MT" panose="020B0602020104020603"/>
              </a:rPr>
              <a:t>r</a:t>
            </a:r>
            <a:r>
              <a:rPr sz="2400" spc="305">
                <a:solidFill>
                  <a:srgbClr val="0070C0"/>
                </a:solidFill>
                <a:latin typeface="Tw Cen MT" panose="020B0602020104020603"/>
                <a:cs typeface="Tw Cen MT" panose="020B0602020104020603"/>
              </a:rPr>
              <a:t> </a:t>
            </a:r>
            <a:r>
              <a:rPr sz="2400" spc="150">
                <a:solidFill>
                  <a:srgbClr val="0070C0"/>
                </a:solidFill>
                <a:latin typeface="Tw Cen MT" panose="020B0602020104020603"/>
                <a:cs typeface="Tw Cen MT" panose="020B0602020104020603"/>
              </a:rPr>
              <a:t>"</a:t>
            </a:r>
            <a:r>
              <a:rPr sz="2400" spc="145">
                <a:solidFill>
                  <a:srgbClr val="0070C0"/>
                </a:solidFill>
                <a:latin typeface="Tw Cen MT" panose="020B0602020104020603"/>
                <a:cs typeface="Tw Cen MT" panose="020B0602020104020603"/>
              </a:rPr>
              <a:t>ba</a:t>
            </a:r>
            <a:r>
              <a:rPr sz="2400" spc="150">
                <a:solidFill>
                  <a:srgbClr val="0070C0"/>
                </a:solidFill>
                <a:latin typeface="Tw Cen MT" panose="020B0602020104020603"/>
                <a:cs typeface="Tw Cen MT" panose="020B0602020104020603"/>
              </a:rPr>
              <a:t>r</a:t>
            </a:r>
            <a:r>
              <a:rPr sz="2400">
                <a:solidFill>
                  <a:srgbClr val="0070C0"/>
                </a:solidFill>
                <a:latin typeface="Tw Cen MT" panose="020B0602020104020603"/>
                <a:cs typeface="Tw Cen MT" panose="020B0602020104020603"/>
              </a:rPr>
              <a:t>e</a:t>
            </a:r>
            <a:r>
              <a:rPr sz="2400" spc="315">
                <a:solidFill>
                  <a:srgbClr val="0070C0"/>
                </a:solidFill>
                <a:latin typeface="Tw Cen MT" panose="020B0602020104020603"/>
                <a:cs typeface="Tw Cen MT" panose="020B0602020104020603"/>
              </a:rPr>
              <a:t> </a:t>
            </a:r>
            <a:r>
              <a:rPr sz="2400" spc="160">
                <a:solidFill>
                  <a:srgbClr val="0070C0"/>
                </a:solidFill>
                <a:latin typeface="Tw Cen MT" panose="020B0602020104020603"/>
                <a:cs typeface="Tw Cen MT" panose="020B0602020104020603"/>
              </a:rPr>
              <a:t>m</a:t>
            </a:r>
            <a:r>
              <a:rPr sz="2400" spc="155">
                <a:solidFill>
                  <a:srgbClr val="0070C0"/>
                </a:solidFill>
                <a:latin typeface="Tw Cen MT" panose="020B0602020104020603"/>
                <a:cs typeface="Tw Cen MT" panose="020B0602020104020603"/>
              </a:rPr>
              <a:t>e</a:t>
            </a:r>
            <a:r>
              <a:rPr sz="2400" spc="150">
                <a:solidFill>
                  <a:srgbClr val="0070C0"/>
                </a:solidFill>
                <a:latin typeface="Tw Cen MT" panose="020B0602020104020603"/>
                <a:cs typeface="Tw Cen MT" panose="020B0602020104020603"/>
              </a:rPr>
              <a:t>ta</a:t>
            </a:r>
            <a:r>
              <a:rPr sz="2400" spc="155">
                <a:solidFill>
                  <a:srgbClr val="0070C0"/>
                </a:solidFill>
                <a:latin typeface="Tw Cen MT" panose="020B0602020104020603"/>
                <a:cs typeface="Tw Cen MT" panose="020B0602020104020603"/>
              </a:rPr>
              <a:t>l</a:t>
            </a:r>
            <a:r>
              <a:rPr sz="2400" spc="-5">
                <a:solidFill>
                  <a:srgbClr val="0070C0"/>
                </a:solidFill>
                <a:latin typeface="Tw Cen MT" panose="020B0602020104020603"/>
                <a:cs typeface="Tw Cen MT" panose="020B0602020104020603"/>
              </a:rPr>
              <a:t>"</a:t>
            </a:r>
            <a:r>
              <a:rPr sz="2400" spc="320">
                <a:solidFill>
                  <a:srgbClr val="0070C0"/>
                </a:solidFill>
                <a:latin typeface="Tw Cen MT" panose="020B0602020104020603"/>
                <a:cs typeface="Tw Cen MT" panose="020B0602020104020603"/>
              </a:rPr>
              <a:t> </a:t>
            </a:r>
            <a:r>
              <a:rPr sz="2400" spc="155">
                <a:solidFill>
                  <a:srgbClr val="0070C0"/>
                </a:solidFill>
                <a:latin typeface="Tw Cen MT" panose="020B0602020104020603"/>
                <a:cs typeface="Tw Cen MT" panose="020B0602020104020603"/>
              </a:rPr>
              <a:t>o</a:t>
            </a:r>
            <a:r>
              <a:rPr sz="2400">
                <a:solidFill>
                  <a:srgbClr val="0070C0"/>
                </a:solidFill>
                <a:latin typeface="Tw Cen MT" panose="020B0602020104020603"/>
                <a:cs typeface="Tw Cen MT" panose="020B0602020104020603"/>
              </a:rPr>
              <a:t>r</a:t>
            </a:r>
            <a:r>
              <a:rPr sz="2400" spc="315">
                <a:solidFill>
                  <a:srgbClr val="0070C0"/>
                </a:solidFill>
                <a:latin typeface="Tw Cen MT" panose="020B0602020104020603"/>
                <a:cs typeface="Tw Cen MT" panose="020B0602020104020603"/>
              </a:rPr>
              <a:t> </a:t>
            </a:r>
            <a:r>
              <a:rPr sz="2400" spc="150">
                <a:solidFill>
                  <a:srgbClr val="0070C0"/>
                </a:solidFill>
                <a:latin typeface="Tw Cen MT" panose="020B0602020104020603"/>
                <a:cs typeface="Tw Cen MT" panose="020B0602020104020603"/>
              </a:rPr>
              <a:t>"</a:t>
            </a:r>
            <a:r>
              <a:rPr sz="2400" spc="155">
                <a:solidFill>
                  <a:srgbClr val="0070C0"/>
                </a:solidFill>
                <a:latin typeface="Tw Cen MT" panose="020B0602020104020603"/>
                <a:cs typeface="Tw Cen MT" panose="020B0602020104020603"/>
              </a:rPr>
              <a:t>e</a:t>
            </a:r>
            <a:r>
              <a:rPr sz="2400" spc="160">
                <a:solidFill>
                  <a:srgbClr val="0070C0"/>
                </a:solidFill>
                <a:latin typeface="Tw Cen MT" panose="020B0602020104020603"/>
                <a:cs typeface="Tw Cen MT" panose="020B0602020104020603"/>
              </a:rPr>
              <a:t>m</a:t>
            </a:r>
            <a:r>
              <a:rPr sz="2400" spc="150">
                <a:solidFill>
                  <a:srgbClr val="0070C0"/>
                </a:solidFill>
                <a:latin typeface="Tw Cen MT" panose="020B0602020104020603"/>
                <a:cs typeface="Tw Cen MT" panose="020B0602020104020603"/>
              </a:rPr>
              <a:t>b</a:t>
            </a:r>
            <a:r>
              <a:rPr sz="2400" spc="155">
                <a:solidFill>
                  <a:srgbClr val="0070C0"/>
                </a:solidFill>
                <a:latin typeface="Tw Cen MT" panose="020B0602020104020603"/>
                <a:cs typeface="Tw Cen MT" panose="020B0602020104020603"/>
              </a:rPr>
              <a:t>e</a:t>
            </a:r>
            <a:r>
              <a:rPr sz="2400" spc="150">
                <a:solidFill>
                  <a:srgbClr val="0070C0"/>
                </a:solidFill>
                <a:latin typeface="Tw Cen MT" panose="020B0602020104020603"/>
                <a:cs typeface="Tw Cen MT" panose="020B0602020104020603"/>
              </a:rPr>
              <a:t>dd</a:t>
            </a:r>
            <a:r>
              <a:rPr sz="2400" spc="155">
                <a:solidFill>
                  <a:srgbClr val="0070C0"/>
                </a:solidFill>
                <a:latin typeface="Tw Cen MT" panose="020B0602020104020603"/>
                <a:cs typeface="Tw Cen MT" panose="020B0602020104020603"/>
              </a:rPr>
              <a:t>e</a:t>
            </a:r>
            <a:r>
              <a:rPr sz="2400" spc="150">
                <a:solidFill>
                  <a:srgbClr val="0070C0"/>
                </a:solidFill>
                <a:latin typeface="Tw Cen MT" panose="020B0602020104020603"/>
                <a:cs typeface="Tw Cen MT" panose="020B0602020104020603"/>
              </a:rPr>
              <a:t>d</a:t>
            </a:r>
            <a:r>
              <a:rPr sz="2400" spc="-5">
                <a:solidFill>
                  <a:srgbClr val="0070C0"/>
                </a:solidFill>
                <a:latin typeface="Tw Cen MT" panose="020B0602020104020603"/>
                <a:cs typeface="Tw Cen MT" panose="020B0602020104020603"/>
              </a:rPr>
              <a:t>"</a:t>
            </a:r>
            <a:r>
              <a:rPr sz="2400" spc="320">
                <a:solidFill>
                  <a:srgbClr val="0070C0"/>
                </a:solidFill>
                <a:latin typeface="Tw Cen MT" panose="020B0602020104020603"/>
                <a:cs typeface="Tw Cen MT" panose="020B0602020104020603"/>
              </a:rPr>
              <a:t> </a:t>
            </a:r>
            <a:r>
              <a:rPr sz="2400" spc="95">
                <a:solidFill>
                  <a:srgbClr val="0070C0"/>
                </a:solidFill>
                <a:latin typeface="Tw Cen MT" panose="020B0602020104020603"/>
                <a:cs typeface="Tw Cen MT" panose="020B0602020104020603"/>
              </a:rPr>
              <a:t>h</a:t>
            </a:r>
            <a:r>
              <a:rPr sz="2400" spc="155">
                <a:solidFill>
                  <a:srgbClr val="0070C0"/>
                </a:solidFill>
                <a:latin typeface="Tw Cen MT" panose="020B0602020104020603"/>
                <a:cs typeface="Tw Cen MT" panose="020B0602020104020603"/>
              </a:rPr>
              <a:t>y</a:t>
            </a:r>
            <a:r>
              <a:rPr sz="2400" spc="150">
                <a:solidFill>
                  <a:srgbClr val="0070C0"/>
                </a:solidFill>
                <a:latin typeface="Tw Cen MT" panose="020B0602020104020603"/>
                <a:cs typeface="Tw Cen MT" panose="020B0602020104020603"/>
              </a:rPr>
              <a:t>p</a:t>
            </a:r>
            <a:r>
              <a:rPr sz="2400" spc="155">
                <a:solidFill>
                  <a:srgbClr val="0070C0"/>
                </a:solidFill>
                <a:latin typeface="Tw Cen MT" panose="020B0602020104020603"/>
                <a:cs typeface="Tw Cen MT" panose="020B0602020104020603"/>
              </a:rPr>
              <a:t>e</a:t>
            </a:r>
            <a:r>
              <a:rPr sz="2400" spc="270">
                <a:solidFill>
                  <a:srgbClr val="0070C0"/>
                </a:solidFill>
                <a:latin typeface="Tw Cen MT" panose="020B0602020104020603"/>
                <a:cs typeface="Tw Cen MT" panose="020B0602020104020603"/>
              </a:rPr>
              <a:t>r</a:t>
            </a:r>
            <a:r>
              <a:rPr sz="2400" spc="150">
                <a:solidFill>
                  <a:srgbClr val="0070C0"/>
                </a:solidFill>
                <a:latin typeface="Tw Cen MT" panose="020B0602020104020603"/>
                <a:cs typeface="Tw Cen MT" panose="020B0602020104020603"/>
              </a:rPr>
              <a:t>v</a:t>
            </a:r>
            <a:r>
              <a:rPr sz="2400" spc="155">
                <a:solidFill>
                  <a:srgbClr val="0070C0"/>
                </a:solidFill>
                <a:latin typeface="Tw Cen MT" panose="020B0602020104020603"/>
                <a:cs typeface="Tw Cen MT" panose="020B0602020104020603"/>
              </a:rPr>
              <a:t>isor</a:t>
            </a:r>
            <a:r>
              <a:rPr sz="2400">
                <a:solidFill>
                  <a:srgbClr val="0070C0"/>
                </a:solidFill>
                <a:latin typeface="Tw Cen MT" panose="020B0602020104020603"/>
                <a:cs typeface="Tw Cen MT" panose="020B0602020104020603"/>
              </a:rPr>
              <a:t>s</a:t>
            </a:r>
            <a:r>
              <a:rPr sz="2400" spc="315">
                <a:solidFill>
                  <a:srgbClr val="0070C0"/>
                </a:solidFill>
                <a:latin typeface="Tw Cen MT" panose="020B0602020104020603"/>
                <a:cs typeface="Tw Cen MT" panose="020B0602020104020603"/>
              </a:rPr>
              <a:t> </a:t>
            </a:r>
            <a:r>
              <a:rPr sz="2400" spc="155">
                <a:latin typeface="Tw Cen MT" panose="020B0602020104020603"/>
                <a:cs typeface="Tw Cen MT" panose="020B0602020104020603"/>
              </a:rPr>
              <a:t>i</a:t>
            </a:r>
            <a:r>
              <a:rPr sz="2400" spc="-5">
                <a:latin typeface="Tw Cen MT" panose="020B0602020104020603"/>
                <a:cs typeface="Tw Cen MT" panose="020B0602020104020603"/>
              </a:rPr>
              <a:t>n </a:t>
            </a:r>
            <a:r>
              <a:rPr sz="2400" spc="-65">
                <a:latin typeface="Tw Cen MT" panose="020B0602020104020603"/>
                <a:cs typeface="Tw Cen MT" panose="020B0602020104020603"/>
              </a:rPr>
              <a:t>v</a:t>
            </a:r>
            <a:r>
              <a:rPr sz="2400" spc="-5">
                <a:latin typeface="Tw Cen MT" panose="020B0602020104020603"/>
                <a:cs typeface="Tw Cen MT" panose="020B0602020104020603"/>
              </a:rPr>
              <a:t>en</a:t>
            </a:r>
            <a:r>
              <a:rPr sz="2400" spc="-10">
                <a:latin typeface="Tw Cen MT" panose="020B0602020104020603"/>
                <a:cs typeface="Tw Cen MT" panose="020B0602020104020603"/>
              </a:rPr>
              <a:t>d</a:t>
            </a:r>
            <a:r>
              <a:rPr sz="2400" spc="-5">
                <a:latin typeface="Tw Cen MT" panose="020B0602020104020603"/>
                <a:cs typeface="Tw Cen MT" panose="020B0602020104020603"/>
              </a:rPr>
              <a:t>o</a:t>
            </a:r>
            <a:r>
              <a:rPr sz="2400">
                <a:latin typeface="Tw Cen MT" panose="020B0602020104020603"/>
                <a:cs typeface="Tw Cen MT" panose="020B0602020104020603"/>
              </a:rPr>
              <a:t>r</a:t>
            </a:r>
            <a:r>
              <a:rPr sz="2400" spc="-5">
                <a:latin typeface="Tw Cen MT" panose="020B0602020104020603"/>
                <a:cs typeface="Tw Cen MT" panose="020B0602020104020603"/>
              </a:rPr>
              <a:t> lite</a:t>
            </a:r>
            <a:r>
              <a:rPr sz="2400" spc="-35">
                <a:latin typeface="Tw Cen MT" panose="020B0602020104020603"/>
                <a:cs typeface="Tw Cen MT" panose="020B0602020104020603"/>
              </a:rPr>
              <a:t>r</a:t>
            </a:r>
            <a:r>
              <a:rPr sz="2400" spc="-10">
                <a:latin typeface="Tw Cen MT" panose="020B0602020104020603"/>
                <a:cs typeface="Tw Cen MT" panose="020B0602020104020603"/>
              </a:rPr>
              <a:t>a</a:t>
            </a:r>
            <a:r>
              <a:rPr sz="2400" spc="-5">
                <a:latin typeface="Tw Cen MT" panose="020B0602020104020603"/>
                <a:cs typeface="Tw Cen MT" panose="020B0602020104020603"/>
              </a:rPr>
              <a:t>tur</a:t>
            </a:r>
            <a:r>
              <a:rPr sz="2400" spc="-35">
                <a:latin typeface="Tw Cen MT" panose="020B0602020104020603"/>
                <a:cs typeface="Tw Cen MT" panose="020B0602020104020603"/>
              </a:rPr>
              <a:t>e</a:t>
            </a:r>
            <a:r>
              <a:rPr sz="2400">
                <a:latin typeface="Tw Cen MT" panose="020B0602020104020603"/>
                <a:cs typeface="Tw Cen MT" panose="020B0602020104020603"/>
              </a:rPr>
              <a:t>.</a:t>
            </a:r>
            <a:r>
              <a:rPr lang="en-US" sz="2400">
                <a:latin typeface="Tw Cen MT" panose="020B0602020104020603"/>
                <a:cs typeface="Tw Cen MT" panose="020B0602020104020603"/>
              </a:rPr>
              <a:t> It dose not require any base server operating system.It has direct access to hardware resources</a:t>
            </a:r>
          </a:p>
          <a:p>
            <a:pPr marL="495935" marR="5080" indent="0" algn="just">
              <a:lnSpc>
                <a:spcPct val="100000"/>
              </a:lnSpc>
              <a:buClr>
                <a:srgbClr val="DD8046"/>
              </a:buClr>
              <a:buSzPct val="60000"/>
              <a:buFont typeface="Wingdings" panose="05000000000000000000"/>
              <a:buNone/>
              <a:tabLst>
                <a:tab pos="815975" algn="l"/>
              </a:tabLst>
            </a:pPr>
            <a:endParaRPr sz="2400">
              <a:latin typeface="Times New Roman" panose="02020603050405020304"/>
              <a:cs typeface="Times New Roman" panose="02020603050405020304"/>
            </a:endParaRPr>
          </a:p>
          <a:p>
            <a:pPr marL="815340" marR="5080" indent="-319405" algn="just">
              <a:lnSpc>
                <a:spcPct val="100000"/>
              </a:lnSpc>
              <a:buClr>
                <a:srgbClr val="DD8046"/>
              </a:buClr>
              <a:buSzPct val="60000"/>
              <a:buFont typeface="Wingdings" panose="05000000000000000000"/>
              <a:buChar char=""/>
              <a:tabLst>
                <a:tab pos="815975" algn="l"/>
              </a:tabLst>
            </a:pPr>
            <a:r>
              <a:rPr sz="2400" spc="-80" dirty="0">
                <a:latin typeface="Tw Cen MT" panose="020B0602020104020603"/>
                <a:cs typeface="Tw Cen MT" panose="020B0602020104020603"/>
              </a:rPr>
              <a:t>T</a:t>
            </a:r>
            <a:r>
              <a:rPr sz="2400" spc="40" dirty="0">
                <a:latin typeface="Tw Cen MT" panose="020B0602020104020603"/>
                <a:cs typeface="Tw Cen MT" panose="020B0602020104020603"/>
              </a:rPr>
              <a:t>y</a:t>
            </a:r>
            <a:r>
              <a:rPr sz="2400" spc="30" dirty="0">
                <a:latin typeface="Tw Cen MT" panose="020B0602020104020603"/>
                <a:cs typeface="Tw Cen MT" panose="020B0602020104020603"/>
              </a:rPr>
              <a:t>p</a:t>
            </a:r>
            <a:r>
              <a:rPr sz="2400" dirty="0">
                <a:latin typeface="Tw Cen MT" panose="020B0602020104020603"/>
                <a:cs typeface="Tw Cen MT" panose="020B0602020104020603"/>
              </a:rPr>
              <a:t>e</a:t>
            </a:r>
            <a:r>
              <a:rPr sz="2400" spc="85" dirty="0">
                <a:latin typeface="Tw Cen MT" panose="020B0602020104020603"/>
                <a:cs typeface="Tw Cen MT" panose="020B0602020104020603"/>
              </a:rPr>
              <a:t> </a:t>
            </a:r>
            <a:r>
              <a:rPr sz="2400" dirty="0">
                <a:latin typeface="Tw Cen MT" panose="020B0602020104020603"/>
                <a:cs typeface="Tw Cen MT" panose="020B0602020104020603"/>
              </a:rPr>
              <a:t>2</a:t>
            </a:r>
            <a:r>
              <a:rPr sz="2400" spc="85" dirty="0">
                <a:latin typeface="Tw Cen MT" panose="020B0602020104020603"/>
                <a:cs typeface="Tw Cen MT" panose="020B0602020104020603"/>
              </a:rPr>
              <a:t> </a:t>
            </a:r>
            <a:r>
              <a:rPr sz="2400" spc="-20" dirty="0">
                <a:latin typeface="Tw Cen MT" panose="020B0602020104020603"/>
                <a:cs typeface="Tw Cen MT" panose="020B0602020104020603"/>
              </a:rPr>
              <a:t>h</a:t>
            </a:r>
            <a:r>
              <a:rPr sz="2400" spc="40" dirty="0">
                <a:latin typeface="Tw Cen MT" panose="020B0602020104020603"/>
                <a:cs typeface="Tw Cen MT" panose="020B0602020104020603"/>
              </a:rPr>
              <a:t>y</a:t>
            </a:r>
            <a:r>
              <a:rPr sz="2400" spc="30" dirty="0">
                <a:latin typeface="Tw Cen MT" panose="020B0602020104020603"/>
                <a:cs typeface="Tw Cen MT" panose="020B0602020104020603"/>
              </a:rPr>
              <a:t>p</a:t>
            </a:r>
            <a:r>
              <a:rPr sz="2400" spc="40" dirty="0">
                <a:latin typeface="Tw Cen MT" panose="020B0602020104020603"/>
                <a:cs typeface="Tw Cen MT" panose="020B0602020104020603"/>
              </a:rPr>
              <a:t>e</a:t>
            </a:r>
            <a:r>
              <a:rPr sz="2400" spc="155" dirty="0">
                <a:latin typeface="Tw Cen MT" panose="020B0602020104020603"/>
                <a:cs typeface="Tw Cen MT" panose="020B0602020104020603"/>
              </a:rPr>
              <a:t>r</a:t>
            </a:r>
            <a:r>
              <a:rPr sz="2400" spc="35" dirty="0">
                <a:latin typeface="Tw Cen MT" panose="020B0602020104020603"/>
                <a:cs typeface="Tw Cen MT" panose="020B0602020104020603"/>
              </a:rPr>
              <a:t>v</a:t>
            </a:r>
            <a:r>
              <a:rPr sz="2400" spc="40" dirty="0">
                <a:latin typeface="Tw Cen MT" panose="020B0602020104020603"/>
                <a:cs typeface="Tw Cen MT" panose="020B0602020104020603"/>
              </a:rPr>
              <a:t>i</a:t>
            </a:r>
            <a:r>
              <a:rPr sz="2400" spc="45" dirty="0">
                <a:latin typeface="Tw Cen MT" panose="020B0602020104020603"/>
                <a:cs typeface="Tw Cen MT" panose="020B0602020104020603"/>
              </a:rPr>
              <a:t>sor</a:t>
            </a:r>
            <a:r>
              <a:rPr sz="2400" dirty="0">
                <a:latin typeface="Tw Cen MT" panose="020B0602020104020603"/>
                <a:cs typeface="Tw Cen MT" panose="020B0602020104020603"/>
              </a:rPr>
              <a:t>s</a:t>
            </a:r>
            <a:r>
              <a:rPr sz="2400" spc="95" dirty="0">
                <a:latin typeface="Tw Cen MT" panose="020B0602020104020603"/>
                <a:cs typeface="Tw Cen MT" panose="020B0602020104020603"/>
              </a:rPr>
              <a:t> </a:t>
            </a:r>
            <a:r>
              <a:rPr sz="2400" spc="100" dirty="0">
                <a:solidFill>
                  <a:srgbClr val="FF0000"/>
                </a:solidFill>
                <a:latin typeface="Tw Cen MT" panose="020B0602020104020603"/>
                <a:cs typeface="Tw Cen MT" panose="020B0602020104020603"/>
              </a:rPr>
              <a:t>r</a:t>
            </a:r>
            <a:r>
              <a:rPr sz="2400" spc="45" dirty="0">
                <a:solidFill>
                  <a:srgbClr val="FF0000"/>
                </a:solidFill>
                <a:latin typeface="Tw Cen MT" panose="020B0602020104020603"/>
                <a:cs typeface="Tw Cen MT" panose="020B0602020104020603"/>
              </a:rPr>
              <a:t>u</a:t>
            </a:r>
            <a:r>
              <a:rPr sz="2400" spc="-5" dirty="0">
                <a:solidFill>
                  <a:srgbClr val="FF0000"/>
                </a:solidFill>
                <a:latin typeface="Tw Cen MT" panose="020B0602020104020603"/>
                <a:cs typeface="Tw Cen MT" panose="020B0602020104020603"/>
              </a:rPr>
              <a:t>n</a:t>
            </a:r>
            <a:r>
              <a:rPr sz="2400" spc="100" dirty="0">
                <a:solidFill>
                  <a:srgbClr val="FF0000"/>
                </a:solidFill>
                <a:latin typeface="Tw Cen MT" panose="020B0602020104020603"/>
                <a:cs typeface="Tw Cen MT" panose="020B0602020104020603"/>
              </a:rPr>
              <a:t> </a:t>
            </a:r>
            <a:r>
              <a:rPr sz="2400" spc="45" dirty="0">
                <a:solidFill>
                  <a:srgbClr val="FF0000"/>
                </a:solidFill>
                <a:latin typeface="Tw Cen MT" panose="020B0602020104020603"/>
                <a:cs typeface="Tw Cen MT" panose="020B0602020104020603"/>
              </a:rPr>
              <a:t>o</a:t>
            </a:r>
            <a:r>
              <a:rPr sz="2400" spc="-5" dirty="0">
                <a:solidFill>
                  <a:srgbClr val="FF0000"/>
                </a:solidFill>
                <a:latin typeface="Tw Cen MT" panose="020B0602020104020603"/>
                <a:cs typeface="Tw Cen MT" panose="020B0602020104020603"/>
              </a:rPr>
              <a:t>n</a:t>
            </a:r>
            <a:r>
              <a:rPr sz="2400" spc="100" dirty="0">
                <a:solidFill>
                  <a:srgbClr val="FF0000"/>
                </a:solidFill>
                <a:latin typeface="Tw Cen MT" panose="020B0602020104020603"/>
                <a:cs typeface="Tw Cen MT" panose="020B0602020104020603"/>
              </a:rPr>
              <a:t> </a:t>
            </a:r>
            <a:r>
              <a:rPr sz="2400" dirty="0">
                <a:solidFill>
                  <a:srgbClr val="FF0000"/>
                </a:solidFill>
                <a:latin typeface="Tw Cen MT" panose="020B0602020104020603"/>
                <a:cs typeface="Tw Cen MT" panose="020B0602020104020603"/>
              </a:rPr>
              <a:t>a</a:t>
            </a:r>
            <a:r>
              <a:rPr sz="2400" spc="95" dirty="0">
                <a:solidFill>
                  <a:srgbClr val="FF0000"/>
                </a:solidFill>
                <a:latin typeface="Tw Cen MT" panose="020B0602020104020603"/>
                <a:cs typeface="Tw Cen MT" panose="020B0602020104020603"/>
              </a:rPr>
              <a:t> </a:t>
            </a:r>
            <a:r>
              <a:rPr sz="2400" spc="45" dirty="0">
                <a:solidFill>
                  <a:srgbClr val="00B050"/>
                </a:solidFill>
                <a:latin typeface="Tw Cen MT" panose="020B0602020104020603"/>
                <a:cs typeface="Tw Cen MT" panose="020B0602020104020603"/>
              </a:rPr>
              <a:t>hos</a:t>
            </a:r>
            <a:r>
              <a:rPr sz="2400" spc="-5" dirty="0">
                <a:solidFill>
                  <a:srgbClr val="00B050"/>
                </a:solidFill>
                <a:latin typeface="Tw Cen MT" panose="020B0602020104020603"/>
                <a:cs typeface="Tw Cen MT" panose="020B0602020104020603"/>
              </a:rPr>
              <a:t>t</a:t>
            </a:r>
            <a:r>
              <a:rPr sz="2400" spc="100" dirty="0">
                <a:solidFill>
                  <a:srgbClr val="00B050"/>
                </a:solidFill>
                <a:latin typeface="Tw Cen MT" panose="020B0602020104020603"/>
                <a:cs typeface="Tw Cen MT" panose="020B0602020104020603"/>
              </a:rPr>
              <a:t> </a:t>
            </a:r>
            <a:r>
              <a:rPr sz="2400" spc="45" dirty="0">
                <a:solidFill>
                  <a:srgbClr val="00B050"/>
                </a:solidFill>
                <a:latin typeface="Tw Cen MT" panose="020B0602020104020603"/>
                <a:cs typeface="Tw Cen MT" panose="020B0602020104020603"/>
              </a:rPr>
              <a:t>o</a:t>
            </a:r>
            <a:r>
              <a:rPr sz="2400" spc="35" dirty="0">
                <a:solidFill>
                  <a:srgbClr val="00B050"/>
                </a:solidFill>
                <a:latin typeface="Tw Cen MT" panose="020B0602020104020603"/>
                <a:cs typeface="Tw Cen MT" panose="020B0602020104020603"/>
              </a:rPr>
              <a:t>p</a:t>
            </a:r>
            <a:r>
              <a:rPr sz="2400" spc="45" dirty="0">
                <a:solidFill>
                  <a:srgbClr val="00B050"/>
                </a:solidFill>
                <a:latin typeface="Tw Cen MT" panose="020B0602020104020603"/>
                <a:cs typeface="Tw Cen MT" panose="020B0602020104020603"/>
              </a:rPr>
              <a:t>e</a:t>
            </a:r>
            <a:r>
              <a:rPr sz="2400" spc="15" dirty="0">
                <a:solidFill>
                  <a:srgbClr val="00B050"/>
                </a:solidFill>
                <a:latin typeface="Tw Cen MT" panose="020B0602020104020603"/>
                <a:cs typeface="Tw Cen MT" panose="020B0602020104020603"/>
              </a:rPr>
              <a:t>r</a:t>
            </a:r>
            <a:r>
              <a:rPr sz="2400" spc="35" dirty="0">
                <a:solidFill>
                  <a:srgbClr val="00B050"/>
                </a:solidFill>
                <a:latin typeface="Tw Cen MT" panose="020B0602020104020603"/>
                <a:cs typeface="Tw Cen MT" panose="020B0602020104020603"/>
              </a:rPr>
              <a:t>a</a:t>
            </a:r>
            <a:r>
              <a:rPr sz="2400" spc="45" dirty="0">
                <a:solidFill>
                  <a:srgbClr val="00B050"/>
                </a:solidFill>
                <a:latin typeface="Tw Cen MT" panose="020B0602020104020603"/>
                <a:cs typeface="Tw Cen MT" panose="020B0602020104020603"/>
              </a:rPr>
              <a:t>tin</a:t>
            </a:r>
            <a:r>
              <a:rPr sz="2400" spc="-5" dirty="0">
                <a:solidFill>
                  <a:srgbClr val="00B050"/>
                </a:solidFill>
                <a:latin typeface="Tw Cen MT" panose="020B0602020104020603"/>
                <a:cs typeface="Tw Cen MT" panose="020B0602020104020603"/>
              </a:rPr>
              <a:t>g</a:t>
            </a:r>
            <a:r>
              <a:rPr sz="2400" spc="95" dirty="0">
                <a:solidFill>
                  <a:srgbClr val="00B050"/>
                </a:solidFill>
                <a:latin typeface="Tw Cen MT" panose="020B0602020104020603"/>
                <a:cs typeface="Tw Cen MT" panose="020B0602020104020603"/>
              </a:rPr>
              <a:t> </a:t>
            </a:r>
            <a:r>
              <a:rPr sz="2400" spc="45" dirty="0">
                <a:solidFill>
                  <a:srgbClr val="00B050"/>
                </a:solidFill>
                <a:latin typeface="Tw Cen MT" panose="020B0602020104020603"/>
                <a:cs typeface="Tw Cen MT" panose="020B0602020104020603"/>
              </a:rPr>
              <a:t>syste</a:t>
            </a:r>
            <a:r>
              <a:rPr sz="2400" dirty="0">
                <a:solidFill>
                  <a:srgbClr val="00B050"/>
                </a:solidFill>
                <a:latin typeface="Tw Cen MT" panose="020B0602020104020603"/>
                <a:cs typeface="Tw Cen MT" panose="020B0602020104020603"/>
              </a:rPr>
              <a:t>m </a:t>
            </a:r>
            <a:r>
              <a:rPr sz="2400" spc="100" dirty="0">
                <a:latin typeface="Tw Cen MT" panose="020B0602020104020603"/>
                <a:cs typeface="Tw Cen MT" panose="020B0602020104020603"/>
              </a:rPr>
              <a:t>th</a:t>
            </a:r>
            <a:r>
              <a:rPr sz="2400" spc="95" dirty="0">
                <a:latin typeface="Tw Cen MT" panose="020B0602020104020603"/>
                <a:cs typeface="Tw Cen MT" panose="020B0602020104020603"/>
              </a:rPr>
              <a:t>a</a:t>
            </a:r>
            <a:r>
              <a:rPr sz="2400" spc="-5" dirty="0">
                <a:latin typeface="Tw Cen MT" panose="020B0602020104020603"/>
                <a:cs typeface="Tw Cen MT" panose="020B0602020104020603"/>
              </a:rPr>
              <a:t>t</a:t>
            </a:r>
            <a:r>
              <a:rPr sz="2400" spc="210" dirty="0">
                <a:latin typeface="Tw Cen MT" panose="020B0602020104020603"/>
                <a:cs typeface="Tw Cen MT" panose="020B0602020104020603"/>
              </a:rPr>
              <a:t> </a:t>
            </a:r>
            <a:r>
              <a:rPr sz="2400" spc="100" dirty="0">
                <a:latin typeface="Tw Cen MT" panose="020B0602020104020603"/>
                <a:cs typeface="Tw Cen MT" panose="020B0602020104020603"/>
              </a:rPr>
              <a:t>p</a:t>
            </a:r>
            <a:r>
              <a:rPr sz="2400" spc="40" dirty="0">
                <a:latin typeface="Tw Cen MT" panose="020B0602020104020603"/>
                <a:cs typeface="Tw Cen MT" panose="020B0602020104020603"/>
              </a:rPr>
              <a:t>r</a:t>
            </a:r>
            <a:r>
              <a:rPr sz="2400" spc="100" dirty="0">
                <a:latin typeface="Tw Cen MT" panose="020B0602020104020603"/>
                <a:cs typeface="Tw Cen MT" panose="020B0602020104020603"/>
              </a:rPr>
              <a:t>ovi</a:t>
            </a:r>
            <a:r>
              <a:rPr sz="2400" spc="95" dirty="0">
                <a:latin typeface="Tw Cen MT" panose="020B0602020104020603"/>
                <a:cs typeface="Tw Cen MT" panose="020B0602020104020603"/>
              </a:rPr>
              <a:t>d</a:t>
            </a:r>
            <a:r>
              <a:rPr sz="2400" spc="100" dirty="0">
                <a:latin typeface="Tw Cen MT" panose="020B0602020104020603"/>
                <a:cs typeface="Tw Cen MT" panose="020B0602020104020603"/>
              </a:rPr>
              <a:t>e</a:t>
            </a:r>
            <a:r>
              <a:rPr sz="2400" dirty="0">
                <a:latin typeface="Tw Cen MT" panose="020B0602020104020603"/>
                <a:cs typeface="Tw Cen MT" panose="020B0602020104020603"/>
              </a:rPr>
              <a:t>s</a:t>
            </a:r>
            <a:r>
              <a:rPr sz="2400" spc="204" dirty="0">
                <a:latin typeface="Tw Cen MT" panose="020B0602020104020603"/>
                <a:cs typeface="Tw Cen MT" panose="020B0602020104020603"/>
              </a:rPr>
              <a:t> </a:t>
            </a:r>
            <a:r>
              <a:rPr sz="2400" spc="100" dirty="0">
                <a:solidFill>
                  <a:srgbClr val="0070C0"/>
                </a:solidFill>
                <a:latin typeface="Tw Cen MT" panose="020B0602020104020603"/>
                <a:cs typeface="Tw Cen MT" panose="020B0602020104020603"/>
              </a:rPr>
              <a:t>vi</a:t>
            </a:r>
            <a:r>
              <a:rPr sz="2400" spc="155" dirty="0">
                <a:solidFill>
                  <a:srgbClr val="0070C0"/>
                </a:solidFill>
                <a:latin typeface="Tw Cen MT" panose="020B0602020104020603"/>
                <a:cs typeface="Tw Cen MT" panose="020B0602020104020603"/>
              </a:rPr>
              <a:t>r</a:t>
            </a:r>
            <a:r>
              <a:rPr sz="2400" spc="100" dirty="0">
                <a:solidFill>
                  <a:srgbClr val="0070C0"/>
                </a:solidFill>
                <a:latin typeface="Tw Cen MT" panose="020B0602020104020603"/>
                <a:cs typeface="Tw Cen MT" panose="020B0602020104020603"/>
              </a:rPr>
              <a:t>tu</a:t>
            </a:r>
            <a:r>
              <a:rPr sz="2400" spc="95" dirty="0">
                <a:solidFill>
                  <a:srgbClr val="0070C0"/>
                </a:solidFill>
                <a:latin typeface="Tw Cen MT" panose="020B0602020104020603"/>
                <a:cs typeface="Tw Cen MT" panose="020B0602020104020603"/>
              </a:rPr>
              <a:t>a</a:t>
            </a:r>
            <a:r>
              <a:rPr sz="2400" spc="100" dirty="0">
                <a:solidFill>
                  <a:srgbClr val="0070C0"/>
                </a:solidFill>
                <a:latin typeface="Tw Cen MT" panose="020B0602020104020603"/>
                <a:cs typeface="Tw Cen MT" panose="020B0602020104020603"/>
              </a:rPr>
              <a:t>liz</a:t>
            </a:r>
            <a:r>
              <a:rPr sz="2400" spc="95" dirty="0">
                <a:solidFill>
                  <a:srgbClr val="0070C0"/>
                </a:solidFill>
                <a:latin typeface="Tw Cen MT" panose="020B0602020104020603"/>
                <a:cs typeface="Tw Cen MT" panose="020B0602020104020603"/>
              </a:rPr>
              <a:t>a</a:t>
            </a:r>
            <a:r>
              <a:rPr sz="2400" spc="100" dirty="0">
                <a:solidFill>
                  <a:srgbClr val="0070C0"/>
                </a:solidFill>
                <a:latin typeface="Tw Cen MT" panose="020B0602020104020603"/>
                <a:cs typeface="Tw Cen MT" panose="020B0602020104020603"/>
              </a:rPr>
              <a:t>tio</a:t>
            </a:r>
            <a:r>
              <a:rPr sz="2400" spc="-5" dirty="0">
                <a:solidFill>
                  <a:srgbClr val="0070C0"/>
                </a:solidFill>
                <a:latin typeface="Tw Cen MT" panose="020B0602020104020603"/>
                <a:cs typeface="Tw Cen MT" panose="020B0602020104020603"/>
              </a:rPr>
              <a:t>n</a:t>
            </a:r>
            <a:r>
              <a:rPr sz="2400" spc="210" dirty="0">
                <a:solidFill>
                  <a:srgbClr val="0070C0"/>
                </a:solidFill>
                <a:latin typeface="Tw Cen MT" panose="020B0602020104020603"/>
                <a:cs typeface="Tw Cen MT" panose="020B0602020104020603"/>
              </a:rPr>
              <a:t> </a:t>
            </a:r>
            <a:r>
              <a:rPr sz="2400" spc="100" dirty="0">
                <a:solidFill>
                  <a:srgbClr val="0070C0"/>
                </a:solidFill>
                <a:latin typeface="Tw Cen MT" panose="020B0602020104020603"/>
                <a:cs typeface="Tw Cen MT" panose="020B0602020104020603"/>
              </a:rPr>
              <a:t>se</a:t>
            </a:r>
            <a:r>
              <a:rPr sz="2400" spc="215" dirty="0">
                <a:solidFill>
                  <a:srgbClr val="0070C0"/>
                </a:solidFill>
                <a:latin typeface="Tw Cen MT" panose="020B0602020104020603"/>
                <a:cs typeface="Tw Cen MT" panose="020B0602020104020603"/>
              </a:rPr>
              <a:t>r</a:t>
            </a:r>
            <a:r>
              <a:rPr sz="2400" spc="100" dirty="0">
                <a:solidFill>
                  <a:srgbClr val="0070C0"/>
                </a:solidFill>
                <a:latin typeface="Tw Cen MT" panose="020B0602020104020603"/>
                <a:cs typeface="Tw Cen MT" panose="020B0602020104020603"/>
              </a:rPr>
              <a:t>vi</a:t>
            </a:r>
            <a:r>
              <a:rPr sz="2400" spc="95" dirty="0">
                <a:solidFill>
                  <a:srgbClr val="0070C0"/>
                </a:solidFill>
                <a:latin typeface="Tw Cen MT" panose="020B0602020104020603"/>
                <a:cs typeface="Tw Cen MT" panose="020B0602020104020603"/>
              </a:rPr>
              <a:t>c</a:t>
            </a:r>
            <a:r>
              <a:rPr sz="2400" spc="100" dirty="0">
                <a:solidFill>
                  <a:srgbClr val="0070C0"/>
                </a:solidFill>
                <a:latin typeface="Tw Cen MT" panose="020B0602020104020603"/>
                <a:cs typeface="Tw Cen MT" panose="020B0602020104020603"/>
              </a:rPr>
              <a:t>e</a:t>
            </a:r>
            <a:r>
              <a:rPr sz="2400" spc="40" dirty="0">
                <a:solidFill>
                  <a:srgbClr val="0070C0"/>
                </a:solidFill>
                <a:latin typeface="Tw Cen MT" panose="020B0602020104020603"/>
                <a:cs typeface="Tw Cen MT" panose="020B0602020104020603"/>
              </a:rPr>
              <a:t>s</a:t>
            </a:r>
            <a:r>
              <a:rPr sz="2400" dirty="0">
                <a:solidFill>
                  <a:srgbClr val="0070C0"/>
                </a:solidFill>
                <a:latin typeface="Tw Cen MT" panose="020B0602020104020603"/>
                <a:cs typeface="Tw Cen MT" panose="020B0602020104020603"/>
              </a:rPr>
              <a:t>,</a:t>
            </a:r>
            <a:r>
              <a:rPr sz="2400" spc="204" dirty="0">
                <a:latin typeface="Tw Cen MT" panose="020B0602020104020603"/>
                <a:cs typeface="Tw Cen MT" panose="020B0602020104020603"/>
              </a:rPr>
              <a:t> </a:t>
            </a:r>
            <a:r>
              <a:rPr sz="2400" spc="100" dirty="0">
                <a:latin typeface="Tw Cen MT" panose="020B0602020104020603"/>
                <a:cs typeface="Tw Cen MT" panose="020B0602020104020603"/>
              </a:rPr>
              <a:t>su</a:t>
            </a:r>
            <a:r>
              <a:rPr sz="2400" spc="204" dirty="0">
                <a:latin typeface="Tw Cen MT" panose="020B0602020104020603"/>
                <a:cs typeface="Tw Cen MT" panose="020B0602020104020603"/>
              </a:rPr>
              <a:t>c</a:t>
            </a:r>
            <a:r>
              <a:rPr sz="2400" spc="-5" dirty="0">
                <a:latin typeface="Tw Cen MT" panose="020B0602020104020603"/>
                <a:cs typeface="Tw Cen MT" panose="020B0602020104020603"/>
              </a:rPr>
              <a:t>h</a:t>
            </a:r>
            <a:r>
              <a:rPr sz="2400" spc="210" dirty="0">
                <a:latin typeface="Tw Cen MT" panose="020B0602020104020603"/>
                <a:cs typeface="Tw Cen MT" panose="020B0602020104020603"/>
              </a:rPr>
              <a:t> </a:t>
            </a:r>
            <a:r>
              <a:rPr sz="2400" spc="100" dirty="0">
                <a:latin typeface="Tw Cen MT" panose="020B0602020104020603"/>
                <a:cs typeface="Tw Cen MT" panose="020B0602020104020603"/>
              </a:rPr>
              <a:t>a</a:t>
            </a:r>
            <a:r>
              <a:rPr sz="2400" dirty="0">
                <a:latin typeface="Tw Cen MT" panose="020B0602020104020603"/>
                <a:cs typeface="Tw Cen MT" panose="020B0602020104020603"/>
              </a:rPr>
              <a:t>s</a:t>
            </a:r>
            <a:r>
              <a:rPr sz="2400" spc="204" dirty="0">
                <a:latin typeface="Tw Cen MT" panose="020B0602020104020603"/>
                <a:cs typeface="Tw Cen MT" panose="020B0602020104020603"/>
              </a:rPr>
              <a:t> </a:t>
            </a:r>
            <a:r>
              <a:rPr sz="2400" spc="100" dirty="0">
                <a:latin typeface="Tw Cen MT" panose="020B0602020104020603"/>
                <a:cs typeface="Tw Cen MT" panose="020B0602020104020603"/>
              </a:rPr>
              <a:t>I/</a:t>
            </a:r>
            <a:r>
              <a:rPr sz="2400" dirty="0">
                <a:latin typeface="Tw Cen MT" panose="020B0602020104020603"/>
                <a:cs typeface="Tw Cen MT" panose="020B0602020104020603"/>
              </a:rPr>
              <a:t>O </a:t>
            </a:r>
            <a:r>
              <a:rPr sz="2400" spc="-10">
                <a:latin typeface="Tw Cen MT" panose="020B0602020104020603"/>
                <a:cs typeface="Tw Cen MT" panose="020B0602020104020603"/>
              </a:rPr>
              <a:t>d</a:t>
            </a:r>
            <a:r>
              <a:rPr sz="2400" spc="-5">
                <a:latin typeface="Tw Cen MT" panose="020B0602020104020603"/>
                <a:cs typeface="Tw Cen MT" panose="020B0602020104020603"/>
              </a:rPr>
              <a:t>evi</a:t>
            </a:r>
            <a:r>
              <a:rPr sz="2400" spc="-10">
                <a:latin typeface="Tw Cen MT" panose="020B0602020104020603"/>
                <a:cs typeface="Tw Cen MT" panose="020B0602020104020603"/>
              </a:rPr>
              <a:t>c</a:t>
            </a:r>
            <a:r>
              <a:rPr sz="2400">
                <a:latin typeface="Tw Cen MT" panose="020B0602020104020603"/>
                <a:cs typeface="Tw Cen MT" panose="020B0602020104020603"/>
              </a:rPr>
              <a:t>e</a:t>
            </a:r>
            <a:r>
              <a:rPr sz="2400" spc="-5">
                <a:latin typeface="Tw Cen MT" panose="020B0602020104020603"/>
                <a:cs typeface="Tw Cen MT" panose="020B0602020104020603"/>
              </a:rPr>
              <a:t> and </a:t>
            </a:r>
            <a:r>
              <a:rPr sz="2400" dirty="0">
                <a:latin typeface="Tw Cen MT" panose="020B0602020104020603"/>
                <a:cs typeface="Tw Cen MT" panose="020B0602020104020603"/>
              </a:rPr>
              <a:t>m</a:t>
            </a:r>
            <a:r>
              <a:rPr sz="2400" spc="-5" dirty="0">
                <a:latin typeface="Tw Cen MT" panose="020B0602020104020603"/>
                <a:cs typeface="Tw Cen MT" panose="020B0602020104020603"/>
              </a:rPr>
              <a:t>e</a:t>
            </a:r>
            <a:r>
              <a:rPr sz="2400" dirty="0">
                <a:latin typeface="Tw Cen MT" panose="020B0602020104020603"/>
                <a:cs typeface="Tw Cen MT" panose="020B0602020104020603"/>
              </a:rPr>
              <a:t>m</a:t>
            </a:r>
            <a:r>
              <a:rPr sz="2400" spc="-5" dirty="0">
                <a:latin typeface="Tw Cen MT" panose="020B0602020104020603"/>
                <a:cs typeface="Tw Cen MT" panose="020B0602020104020603"/>
              </a:rPr>
              <a:t>or</a:t>
            </a:r>
            <a:r>
              <a:rPr sz="2400" dirty="0">
                <a:latin typeface="Tw Cen MT" panose="020B0602020104020603"/>
                <a:cs typeface="Tw Cen MT" panose="020B0602020104020603"/>
              </a:rPr>
              <a:t>y</a:t>
            </a:r>
            <a:r>
              <a:rPr sz="2400" spc="-5" dirty="0">
                <a:latin typeface="Tw Cen MT" panose="020B0602020104020603"/>
                <a:cs typeface="Tw Cen MT" panose="020B0602020104020603"/>
              </a:rPr>
              <a:t> </a:t>
            </a:r>
            <a:r>
              <a:rPr sz="2400">
                <a:latin typeface="Tw Cen MT" panose="020B0602020104020603"/>
                <a:cs typeface="Tw Cen MT" panose="020B0602020104020603"/>
              </a:rPr>
              <a:t>m</a:t>
            </a:r>
            <a:r>
              <a:rPr sz="2400" spc="-10">
                <a:latin typeface="Tw Cen MT" panose="020B0602020104020603"/>
                <a:cs typeface="Tw Cen MT" panose="020B0602020104020603"/>
              </a:rPr>
              <a:t>a</a:t>
            </a:r>
            <a:r>
              <a:rPr sz="2400" spc="-5">
                <a:latin typeface="Tw Cen MT" panose="020B0602020104020603"/>
                <a:cs typeface="Tw Cen MT" panose="020B0602020104020603"/>
              </a:rPr>
              <a:t>n</a:t>
            </a:r>
            <a:r>
              <a:rPr sz="2400" spc="-10">
                <a:latin typeface="Tw Cen MT" panose="020B0602020104020603"/>
                <a:cs typeface="Tw Cen MT" panose="020B0602020104020603"/>
              </a:rPr>
              <a:t>a</a:t>
            </a:r>
            <a:r>
              <a:rPr sz="2400" spc="-70">
                <a:latin typeface="Tw Cen MT" panose="020B0602020104020603"/>
                <a:cs typeface="Tw Cen MT" panose="020B0602020104020603"/>
              </a:rPr>
              <a:t>g</a:t>
            </a:r>
            <a:r>
              <a:rPr sz="2400" spc="-5">
                <a:latin typeface="Tw Cen MT" panose="020B0602020104020603"/>
                <a:cs typeface="Tw Cen MT" panose="020B0602020104020603"/>
              </a:rPr>
              <a:t>e</a:t>
            </a:r>
            <a:r>
              <a:rPr sz="2400">
                <a:latin typeface="Tw Cen MT" panose="020B0602020104020603"/>
                <a:cs typeface="Tw Cen MT" panose="020B0602020104020603"/>
              </a:rPr>
              <a:t>m</a:t>
            </a:r>
            <a:r>
              <a:rPr sz="2400" spc="-5">
                <a:latin typeface="Tw Cen MT" panose="020B0602020104020603"/>
                <a:cs typeface="Tw Cen MT" panose="020B0602020104020603"/>
              </a:rPr>
              <a:t>ent</a:t>
            </a:r>
            <a:r>
              <a:rPr sz="2400">
                <a:latin typeface="Tw Cen MT" panose="020B0602020104020603"/>
                <a:cs typeface="Tw Cen MT" panose="020B0602020104020603"/>
              </a:rPr>
              <a:t>.</a:t>
            </a:r>
            <a:r>
              <a:rPr lang="en-US" sz="2400" spc="25" dirty="0">
                <a:latin typeface="Tw Cen MT" panose="020B0602020104020603"/>
                <a:cs typeface="Tw Cen MT" panose="020B0602020104020603"/>
              </a:rPr>
              <a:t> Basically a software installed on an operatingTh</a:t>
            </a:r>
            <a:r>
              <a:rPr lang="en-US" sz="2400" spc="-95" dirty="0">
                <a:latin typeface="Tw Cen MT" panose="020B0602020104020603"/>
                <a:cs typeface="Tw Cen MT" panose="020B0602020104020603"/>
              </a:rPr>
              <a:t>e</a:t>
            </a:r>
            <a:r>
              <a:rPr lang="en-US" sz="2400" dirty="0">
                <a:latin typeface="Tw Cen MT" panose="020B0602020104020603"/>
                <a:cs typeface="Tw Cen MT" panose="020B0602020104020603"/>
              </a:rPr>
              <a:t>y</a:t>
            </a:r>
            <a:r>
              <a:rPr lang="en-US" sz="2400" spc="55" dirty="0">
                <a:latin typeface="Tw Cen MT" panose="020B0602020104020603"/>
                <a:cs typeface="Tw Cen MT" panose="020B0602020104020603"/>
              </a:rPr>
              <a:t> </a:t>
            </a:r>
            <a:r>
              <a:rPr lang="en-US" sz="2400" spc="25" dirty="0">
                <a:latin typeface="Tw Cen MT" panose="020B0602020104020603"/>
                <a:cs typeface="Tw Cen MT" panose="020B0602020104020603"/>
              </a:rPr>
              <a:t>ar</a:t>
            </a:r>
            <a:r>
              <a:rPr lang="en-US" sz="2400" dirty="0">
                <a:latin typeface="Tw Cen MT" panose="020B0602020104020603"/>
                <a:cs typeface="Tw Cen MT" panose="020B0602020104020603"/>
              </a:rPr>
              <a:t>e</a:t>
            </a:r>
            <a:r>
              <a:rPr lang="en-US" sz="2400" spc="55" dirty="0">
                <a:latin typeface="Tw Cen MT" panose="020B0602020104020603"/>
                <a:cs typeface="Tw Cen MT" panose="020B0602020104020603"/>
              </a:rPr>
              <a:t> </a:t>
            </a:r>
            <a:r>
              <a:rPr lang="en-US" sz="2400" spc="25" dirty="0">
                <a:latin typeface="Tw Cen MT" panose="020B0602020104020603"/>
                <a:cs typeface="Tw Cen MT" panose="020B0602020104020603"/>
              </a:rPr>
              <a:t>ofte</a:t>
            </a:r>
            <a:r>
              <a:rPr lang="en-US" sz="2400" spc="-5" dirty="0">
                <a:latin typeface="Tw Cen MT" panose="020B0602020104020603"/>
                <a:cs typeface="Tw Cen MT" panose="020B0602020104020603"/>
              </a:rPr>
              <a:t>n</a:t>
            </a:r>
            <a:r>
              <a:rPr lang="en-US" sz="2400" spc="60" dirty="0">
                <a:latin typeface="Tw Cen MT" panose="020B0602020104020603"/>
                <a:cs typeface="Tw Cen MT" panose="020B0602020104020603"/>
              </a:rPr>
              <a:t> </a:t>
            </a:r>
            <a:r>
              <a:rPr lang="en-US" sz="2400" spc="25" dirty="0">
                <a:latin typeface="Tw Cen MT" panose="020B0602020104020603"/>
                <a:cs typeface="Tw Cen MT" panose="020B0602020104020603"/>
              </a:rPr>
              <a:t>referr</a:t>
            </a:r>
            <a:r>
              <a:rPr lang="en-US" sz="2400" spc="30" dirty="0">
                <a:latin typeface="Tw Cen MT" panose="020B0602020104020603"/>
                <a:cs typeface="Tw Cen MT" panose="020B0602020104020603"/>
              </a:rPr>
              <a:t>e</a:t>
            </a:r>
            <a:r>
              <a:rPr lang="en-US" sz="2400" spc="-5" dirty="0">
                <a:latin typeface="Tw Cen MT" panose="020B0602020104020603"/>
                <a:cs typeface="Tw Cen MT" panose="020B0602020104020603"/>
              </a:rPr>
              <a:t>d</a:t>
            </a:r>
            <a:r>
              <a:rPr lang="en-US" sz="2400" spc="65" dirty="0">
                <a:latin typeface="Tw Cen MT" panose="020B0602020104020603"/>
                <a:cs typeface="Tw Cen MT" panose="020B0602020104020603"/>
              </a:rPr>
              <a:t> </a:t>
            </a:r>
            <a:r>
              <a:rPr lang="en-US" sz="2400" spc="25" dirty="0">
                <a:latin typeface="Tw Cen MT" panose="020B0602020104020603"/>
                <a:cs typeface="Tw Cen MT" panose="020B0602020104020603"/>
              </a:rPr>
              <a:t>t</a:t>
            </a:r>
            <a:r>
              <a:rPr lang="en-US" sz="2400" dirty="0">
                <a:latin typeface="Tw Cen MT" panose="020B0602020104020603"/>
                <a:cs typeface="Tw Cen MT" panose="020B0602020104020603"/>
              </a:rPr>
              <a:t>o</a:t>
            </a:r>
            <a:r>
              <a:rPr lang="en-US" sz="2400" spc="65" dirty="0">
                <a:latin typeface="Tw Cen MT" panose="020B0602020104020603"/>
                <a:cs typeface="Tw Cen MT" panose="020B0602020104020603"/>
              </a:rPr>
              <a:t> </a:t>
            </a:r>
            <a:r>
              <a:rPr lang="en-US" sz="2400" spc="30" dirty="0">
                <a:latin typeface="Tw Cen MT" panose="020B0602020104020603"/>
                <a:cs typeface="Tw Cen MT" panose="020B0602020104020603"/>
              </a:rPr>
              <a:t>a</a:t>
            </a:r>
            <a:r>
              <a:rPr lang="en-US" sz="2400" dirty="0">
                <a:latin typeface="Tw Cen MT" panose="020B0602020104020603"/>
                <a:cs typeface="Tw Cen MT" panose="020B0602020104020603"/>
              </a:rPr>
              <a:t>s</a:t>
            </a:r>
            <a:r>
              <a:rPr lang="en-US" sz="2400" spc="65" dirty="0">
                <a:latin typeface="Tw Cen MT" panose="020B0602020104020603"/>
                <a:cs typeface="Tw Cen MT" panose="020B0602020104020603"/>
              </a:rPr>
              <a:t> </a:t>
            </a:r>
            <a:r>
              <a:rPr lang="en-US" sz="2400" dirty="0">
                <a:latin typeface="Tw Cen MT" panose="020B0602020104020603"/>
                <a:cs typeface="Tw Cen MT" panose="020B0602020104020603"/>
              </a:rPr>
              <a:t>a</a:t>
            </a:r>
            <a:r>
              <a:rPr lang="en-US" sz="2400" spc="65" dirty="0">
                <a:latin typeface="Tw Cen MT" panose="020B0602020104020603"/>
                <a:cs typeface="Tw Cen MT" panose="020B0602020104020603"/>
              </a:rPr>
              <a:t> </a:t>
            </a:r>
            <a:r>
              <a:rPr lang="en-US" sz="2400" spc="25" dirty="0">
                <a:latin typeface="Tw Cen MT" panose="020B0602020104020603"/>
                <a:cs typeface="Tw Cen MT" panose="020B0602020104020603"/>
              </a:rPr>
              <a:t>“</a:t>
            </a:r>
            <a:r>
              <a:rPr lang="en-US" sz="2400" spc="25" dirty="0">
                <a:solidFill>
                  <a:srgbClr val="0070C0"/>
                </a:solidFill>
                <a:latin typeface="Tw Cen MT" panose="020B0602020104020603"/>
                <a:cs typeface="Tw Cen MT" panose="020B0602020104020603"/>
              </a:rPr>
              <a:t>Hosted Architecture" </a:t>
            </a:r>
            <a:r>
              <a:rPr lang="en-US" sz="2400" spc="95" dirty="0">
                <a:solidFill>
                  <a:srgbClr val="0070C0"/>
                </a:solidFill>
                <a:latin typeface="Tw Cen MT" panose="020B0602020104020603"/>
                <a:cs typeface="Tw Cen MT" panose="020B0602020104020603"/>
              </a:rPr>
              <a:t>h</a:t>
            </a:r>
            <a:r>
              <a:rPr lang="en-US" sz="2400" spc="155" dirty="0">
                <a:solidFill>
                  <a:srgbClr val="0070C0"/>
                </a:solidFill>
                <a:latin typeface="Tw Cen MT" panose="020B0602020104020603"/>
                <a:cs typeface="Tw Cen MT" panose="020B0602020104020603"/>
              </a:rPr>
              <a:t>y</a:t>
            </a:r>
            <a:r>
              <a:rPr lang="en-US" sz="2400" spc="150" dirty="0">
                <a:solidFill>
                  <a:srgbClr val="0070C0"/>
                </a:solidFill>
                <a:latin typeface="Tw Cen MT" panose="020B0602020104020603"/>
                <a:cs typeface="Tw Cen MT" panose="020B0602020104020603"/>
              </a:rPr>
              <a:t>p</a:t>
            </a:r>
            <a:r>
              <a:rPr lang="en-US" sz="2400" spc="155" dirty="0">
                <a:solidFill>
                  <a:srgbClr val="0070C0"/>
                </a:solidFill>
                <a:latin typeface="Tw Cen MT" panose="020B0602020104020603"/>
                <a:cs typeface="Tw Cen MT" panose="020B0602020104020603"/>
              </a:rPr>
              <a:t>e</a:t>
            </a:r>
            <a:r>
              <a:rPr lang="en-US" sz="2400" spc="270" dirty="0">
                <a:solidFill>
                  <a:srgbClr val="0070C0"/>
                </a:solidFill>
                <a:latin typeface="Tw Cen MT" panose="020B0602020104020603"/>
                <a:cs typeface="Tw Cen MT" panose="020B0602020104020603"/>
              </a:rPr>
              <a:t>r</a:t>
            </a:r>
            <a:r>
              <a:rPr lang="en-US" sz="2400" spc="150" dirty="0">
                <a:solidFill>
                  <a:srgbClr val="0070C0"/>
                </a:solidFill>
                <a:latin typeface="Tw Cen MT" panose="020B0602020104020603"/>
                <a:cs typeface="Tw Cen MT" panose="020B0602020104020603"/>
              </a:rPr>
              <a:t>v</a:t>
            </a:r>
            <a:r>
              <a:rPr lang="en-US" sz="2400" spc="155" dirty="0">
                <a:solidFill>
                  <a:srgbClr val="0070C0"/>
                </a:solidFill>
                <a:latin typeface="Tw Cen MT" panose="020B0602020104020603"/>
                <a:cs typeface="Tw Cen MT" panose="020B0602020104020603"/>
              </a:rPr>
              <a:t>isor</a:t>
            </a:r>
            <a:r>
              <a:rPr lang="en-US" sz="2400" dirty="0">
                <a:solidFill>
                  <a:srgbClr val="0070C0"/>
                </a:solidFill>
                <a:latin typeface="Tw Cen MT" panose="020B0602020104020603"/>
                <a:cs typeface="Tw Cen MT" panose="020B0602020104020603"/>
              </a:rPr>
              <a:t>s</a:t>
            </a:r>
            <a:r>
              <a:rPr lang="en-US" sz="2400" spc="315" dirty="0">
                <a:solidFill>
                  <a:srgbClr val="0070C0"/>
                </a:solidFill>
                <a:latin typeface="Tw Cen MT" panose="020B0602020104020603"/>
                <a:cs typeface="Tw Cen MT" panose="020B0602020104020603"/>
              </a:rPr>
              <a:t> </a:t>
            </a:r>
            <a:r>
              <a:rPr lang="en-US" sz="2400" spc="155" dirty="0">
                <a:latin typeface="Tw Cen MT" panose="020B0602020104020603"/>
                <a:cs typeface="Tw Cen MT" panose="020B0602020104020603"/>
              </a:rPr>
              <a:t>i</a:t>
            </a:r>
            <a:r>
              <a:rPr lang="en-US" sz="2400" spc="-5" dirty="0">
                <a:latin typeface="Tw Cen MT" panose="020B0602020104020603"/>
                <a:cs typeface="Tw Cen MT" panose="020B0602020104020603"/>
              </a:rPr>
              <a:t>n </a:t>
            </a:r>
            <a:r>
              <a:rPr lang="en-US" sz="2400" spc="-65" dirty="0">
                <a:latin typeface="Tw Cen MT" panose="020B0602020104020603"/>
                <a:cs typeface="Tw Cen MT" panose="020B0602020104020603"/>
              </a:rPr>
              <a:t>v</a:t>
            </a:r>
            <a:r>
              <a:rPr lang="en-US" sz="2400" spc="-5" dirty="0">
                <a:latin typeface="Tw Cen MT" panose="020B0602020104020603"/>
                <a:cs typeface="Tw Cen MT" panose="020B0602020104020603"/>
              </a:rPr>
              <a:t>en</a:t>
            </a:r>
            <a:r>
              <a:rPr lang="en-US" sz="2400" spc="-10" dirty="0">
                <a:latin typeface="Tw Cen MT" panose="020B0602020104020603"/>
                <a:cs typeface="Tw Cen MT" panose="020B0602020104020603"/>
              </a:rPr>
              <a:t>d</a:t>
            </a:r>
            <a:r>
              <a:rPr lang="en-US" sz="2400" spc="-5" dirty="0">
                <a:latin typeface="Tw Cen MT" panose="020B0602020104020603"/>
                <a:cs typeface="Tw Cen MT" panose="020B0602020104020603"/>
              </a:rPr>
              <a:t>o</a:t>
            </a:r>
            <a:r>
              <a:rPr lang="en-US" sz="2400" dirty="0">
                <a:latin typeface="Tw Cen MT" panose="020B0602020104020603"/>
                <a:cs typeface="Tw Cen MT" panose="020B0602020104020603"/>
              </a:rPr>
              <a:t>r</a:t>
            </a:r>
            <a:r>
              <a:rPr lang="en-US" sz="2400" spc="-5" dirty="0">
                <a:latin typeface="Tw Cen MT" panose="020B0602020104020603"/>
                <a:cs typeface="Tw Cen MT" panose="020B0602020104020603"/>
              </a:rPr>
              <a:t> lite</a:t>
            </a:r>
            <a:r>
              <a:rPr lang="en-US" sz="2400" spc="-35" dirty="0">
                <a:latin typeface="Tw Cen MT" panose="020B0602020104020603"/>
                <a:cs typeface="Tw Cen MT" panose="020B0602020104020603"/>
              </a:rPr>
              <a:t>r</a:t>
            </a:r>
            <a:r>
              <a:rPr lang="en-US" sz="2400" spc="-10" dirty="0">
                <a:latin typeface="Tw Cen MT" panose="020B0602020104020603"/>
                <a:cs typeface="Tw Cen MT" panose="020B0602020104020603"/>
              </a:rPr>
              <a:t>a</a:t>
            </a:r>
            <a:r>
              <a:rPr lang="en-US" sz="2400" spc="-5" dirty="0">
                <a:latin typeface="Tw Cen MT" panose="020B0602020104020603"/>
                <a:cs typeface="Tw Cen MT" panose="020B0602020104020603"/>
              </a:rPr>
              <a:t>tur</a:t>
            </a:r>
            <a:r>
              <a:rPr lang="en-US" sz="2400" spc="-35" dirty="0">
                <a:latin typeface="Tw Cen MT" panose="020B0602020104020603"/>
                <a:cs typeface="Tw Cen MT" panose="020B0602020104020603"/>
              </a:rPr>
              <a:t>e</a:t>
            </a:r>
            <a:r>
              <a:rPr lang="en-US" sz="2400" dirty="0">
                <a:latin typeface="Tw Cen MT" panose="020B0602020104020603"/>
                <a:cs typeface="Tw Cen MT" panose="020B0602020104020603"/>
              </a:rPr>
              <a:t>.</a:t>
            </a:r>
            <a:endParaRPr sz="2400">
              <a:latin typeface="Tw Cen MT" panose="020B0602020104020603"/>
              <a:cs typeface="Tw Cen MT" panose="020B0602020104020603"/>
            </a:endParaRPr>
          </a:p>
        </p:txBody>
      </p:sp>
      <p:sp>
        <p:nvSpPr>
          <p:cNvPr id="4" name="object 4"/>
          <p:cNvSpPr/>
          <p:nvPr/>
        </p:nvSpPr>
        <p:spPr>
          <a:xfrm>
            <a:off x="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2056130">
              <a:lnSpc>
                <a:spcPct val="100000"/>
              </a:lnSpc>
            </a:pPr>
            <a:r>
              <a:rPr spc="-220" dirty="0"/>
              <a:t>T</a:t>
            </a:r>
            <a:r>
              <a:rPr spc="-5" dirty="0"/>
              <a:t>yp</a:t>
            </a:r>
            <a:r>
              <a:rPr dirty="0"/>
              <a:t>e</a:t>
            </a:r>
            <a:r>
              <a:rPr spc="-5" dirty="0"/>
              <a:t>-1</a:t>
            </a:r>
            <a:r>
              <a:rPr u="none" spc="45" dirty="0"/>
              <a:t> </a:t>
            </a:r>
            <a:r>
              <a:rPr spc="-5" dirty="0"/>
              <a:t>Hyp</a:t>
            </a:r>
            <a:r>
              <a:rPr dirty="0"/>
              <a:t>e</a:t>
            </a:r>
            <a:r>
              <a:rPr spc="75" dirty="0"/>
              <a:t>r</a:t>
            </a:r>
            <a:r>
              <a:rPr spc="-5" dirty="0"/>
              <a:t>visor</a:t>
            </a:r>
          </a:p>
        </p:txBody>
      </p:sp>
      <p:sp>
        <p:nvSpPr>
          <p:cNvPr id="4" name="object 4"/>
          <p:cNvSpPr txBox="1"/>
          <p:nvPr/>
        </p:nvSpPr>
        <p:spPr>
          <a:xfrm>
            <a:off x="207645" y="1289496"/>
            <a:ext cx="118745" cy="177800"/>
          </a:xfrm>
          <a:prstGeom prst="rect">
            <a:avLst/>
          </a:prstGeom>
        </p:spPr>
        <p:txBody>
          <a:bodyPr vert="horz" wrap="square" lIns="0" tIns="0" rIns="0" bIns="0" rtlCol="0">
            <a:spAutoFit/>
          </a:bodyPr>
          <a:lstStyle/>
          <a:p>
            <a:pPr marL="12700">
              <a:lnSpc>
                <a:spcPct val="100000"/>
              </a:lnSpc>
            </a:pPr>
            <a:r>
              <a:rPr sz="1200" b="1" dirty="0">
                <a:solidFill>
                  <a:srgbClr val="FFFFFF"/>
                </a:solidFill>
                <a:latin typeface="Comic Sans MS" panose="030F0702030302020204"/>
                <a:cs typeface="Comic Sans MS" panose="030F0702030302020204"/>
              </a:rPr>
              <a:t>7</a:t>
            </a:r>
            <a:endParaRPr sz="1200">
              <a:latin typeface="Comic Sans MS" panose="030F0702030302020204"/>
              <a:cs typeface="Comic Sans MS" panose="030F0702030302020204"/>
            </a:endParaRPr>
          </a:p>
        </p:txBody>
      </p:sp>
      <p:sp>
        <p:nvSpPr>
          <p:cNvPr id="5" name="object 5"/>
          <p:cNvSpPr/>
          <p:nvPr/>
        </p:nvSpPr>
        <p:spPr>
          <a:xfrm>
            <a:off x="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pic>
        <p:nvPicPr>
          <p:cNvPr id="1026" name="Picture 2" descr="C:\Users\Admin\Desktop\2161.Hypervisor Design_4.jpg"/>
          <p:cNvPicPr>
            <a:picLocks noChangeAspect="1" noChangeArrowheads="1"/>
          </p:cNvPicPr>
          <p:nvPr/>
        </p:nvPicPr>
        <p:blipFill>
          <a:blip r:embed="rId2"/>
          <a:srcRect/>
          <a:stretch>
            <a:fillRect/>
          </a:stretch>
        </p:blipFill>
        <p:spPr bwMode="auto">
          <a:xfrm>
            <a:off x="0" y="0"/>
            <a:ext cx="9144000" cy="685800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92887" y="436297"/>
            <a:ext cx="8158225" cy="676910"/>
          </a:xfrm>
        </p:spPr>
        <p:txBody>
          <a:bodyPr/>
          <a:lstStyle/>
          <a:p>
            <a:r>
              <a:rPr lang="en-US"/>
              <a:t>Hypervisors</a:t>
            </a:r>
          </a:p>
        </p:txBody>
      </p:sp>
      <p:pic>
        <p:nvPicPr>
          <p:cNvPr id="59" name="image81.png"/>
          <p:cNvPicPr>
            <a:picLocks noGrp="1" noChangeAspect="1"/>
          </p:cNvPicPr>
          <p:nvPr>
            <p:ph sz="half" idx="1"/>
          </p:nvPr>
        </p:nvPicPr>
        <p:blipFill>
          <a:blip r:embed="rId2" cstate="print"/>
          <a:stretch>
            <a:fillRect/>
          </a:stretch>
        </p:blipFill>
        <p:spPr>
          <a:xfrm>
            <a:off x="628650" y="3220675"/>
            <a:ext cx="3886200" cy="156123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92887" y="436297"/>
            <a:ext cx="8158225" cy="676910"/>
          </a:xfrm>
        </p:spPr>
        <p:txBody>
          <a:bodyPr/>
          <a:lstStyle/>
          <a:p>
            <a:r>
              <a:rPr lang="en-US" u="none"/>
              <a:t>Type 1 and Type 2</a:t>
            </a:r>
          </a:p>
        </p:txBody>
      </p:sp>
      <p:pic>
        <p:nvPicPr>
          <p:cNvPr id="4" name="Content Placeholder 3"/>
          <p:cNvPicPr>
            <a:picLocks noGrp="1" noChangeAspect="1"/>
          </p:cNvPicPr>
          <p:nvPr>
            <p:ph sz="half" idx="1"/>
          </p:nvPr>
        </p:nvPicPr>
        <p:blipFill>
          <a:blip r:embed="rId2"/>
          <a:stretch>
            <a:fillRect/>
          </a:stretch>
        </p:blipFill>
        <p:spPr>
          <a:xfrm>
            <a:off x="628650" y="3049960"/>
            <a:ext cx="3886200" cy="190266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436297"/>
            <a:ext cx="9143999" cy="553998"/>
          </a:xfrm>
          <a:prstGeom prst="rect">
            <a:avLst/>
          </a:prstGeom>
        </p:spPr>
        <p:txBody>
          <a:bodyPr vert="horz" wrap="square" lIns="0" tIns="0" rIns="0" bIns="0" rtlCol="0">
            <a:spAutoFit/>
          </a:bodyPr>
          <a:lstStyle/>
          <a:p>
            <a:pPr marL="667385">
              <a:lnSpc>
                <a:spcPct val="100000"/>
              </a:lnSpc>
            </a:pPr>
            <a:r>
              <a:rPr sz="3600" dirty="0"/>
              <a:t>Fe</a:t>
            </a:r>
            <a:r>
              <a:rPr sz="3600" spc="75" dirty="0"/>
              <a:t>a</a:t>
            </a:r>
            <a:r>
              <a:rPr sz="3600" spc="-5" dirty="0"/>
              <a:t>tu</a:t>
            </a:r>
            <a:r>
              <a:rPr sz="3600" spc="75" dirty="0"/>
              <a:t>r</a:t>
            </a:r>
            <a:r>
              <a:rPr sz="3600" dirty="0"/>
              <a:t>e</a:t>
            </a:r>
            <a:r>
              <a:rPr sz="3600" spc="-5" dirty="0"/>
              <a:t>s</a:t>
            </a:r>
            <a:r>
              <a:rPr sz="3600" b="0" spc="70" dirty="0">
                <a:latin typeface="Times New Roman" panose="02020603050405020304"/>
                <a:cs typeface="Times New Roman" panose="02020603050405020304"/>
              </a:rPr>
              <a:t> </a:t>
            </a:r>
            <a:r>
              <a:rPr sz="3600" spc="-5"/>
              <a:t>of</a:t>
            </a:r>
            <a:r>
              <a:rPr sz="3600" b="0" spc="370">
                <a:latin typeface="Times New Roman" panose="02020603050405020304"/>
                <a:cs typeface="Times New Roman" panose="02020603050405020304"/>
              </a:rPr>
              <a:t> </a:t>
            </a:r>
            <a:r>
              <a:rPr sz="3600" spc="-220"/>
              <a:t>T</a:t>
            </a:r>
            <a:r>
              <a:rPr sz="3600" spc="-5"/>
              <a:t>yp</a:t>
            </a:r>
            <a:r>
              <a:rPr sz="3600"/>
              <a:t>e</a:t>
            </a:r>
            <a:r>
              <a:rPr sz="3600" spc="-5"/>
              <a:t>-</a:t>
            </a:r>
            <a:r>
              <a:rPr lang="en-US" sz="3600" spc="-5" dirty="0"/>
              <a:t>1 and 2</a:t>
            </a:r>
            <a:r>
              <a:rPr sz="3600" b="0" spc="65">
                <a:latin typeface="Times New Roman" panose="02020603050405020304"/>
                <a:cs typeface="Times New Roman" panose="02020603050405020304"/>
              </a:rPr>
              <a:t> </a:t>
            </a:r>
            <a:r>
              <a:rPr sz="3600" spc="-5" dirty="0"/>
              <a:t>Hyp</a:t>
            </a:r>
            <a:r>
              <a:rPr sz="3600" dirty="0"/>
              <a:t>e</a:t>
            </a:r>
            <a:r>
              <a:rPr sz="3600" spc="75" dirty="0"/>
              <a:t>r</a:t>
            </a:r>
            <a:r>
              <a:rPr sz="3600" spc="-5" dirty="0"/>
              <a:t>visor</a:t>
            </a:r>
          </a:p>
        </p:txBody>
      </p:sp>
      <p:sp>
        <p:nvSpPr>
          <p:cNvPr id="3" name="object 3"/>
          <p:cNvSpPr txBox="1"/>
          <p:nvPr/>
        </p:nvSpPr>
        <p:spPr>
          <a:xfrm>
            <a:off x="207645" y="1289496"/>
            <a:ext cx="8230234" cy="6388928"/>
          </a:xfrm>
          <a:prstGeom prst="rect">
            <a:avLst/>
          </a:prstGeom>
        </p:spPr>
        <p:txBody>
          <a:bodyPr vert="horz" wrap="square" lIns="0" tIns="0" rIns="0" bIns="0" rtlCol="0">
            <a:spAutoFit/>
          </a:bodyPr>
          <a:lstStyle/>
          <a:p>
            <a:pPr marL="12700">
              <a:lnSpc>
                <a:spcPct val="100000"/>
              </a:lnSpc>
            </a:pPr>
            <a:r>
              <a:rPr sz="1200" b="1" dirty="0">
                <a:solidFill>
                  <a:srgbClr val="FFFFFF"/>
                </a:solidFill>
                <a:latin typeface="Comic Sans MS" panose="030F0702030302020204"/>
                <a:cs typeface="Comic Sans MS" panose="030F0702030302020204"/>
              </a:rPr>
              <a:t>9</a:t>
            </a:r>
            <a:endParaRPr sz="1200">
              <a:latin typeface="Comic Sans MS" panose="030F0702030302020204"/>
              <a:cs typeface="Comic Sans MS" panose="030F0702030302020204"/>
            </a:endParaRPr>
          </a:p>
          <a:p>
            <a:pPr>
              <a:lnSpc>
                <a:spcPct val="100000"/>
              </a:lnSpc>
              <a:spcBef>
                <a:spcPts val="0"/>
              </a:spcBef>
            </a:pPr>
            <a:endParaRPr sz="1100">
              <a:latin typeface="Times New Roman" panose="02020603050405020304"/>
              <a:cs typeface="Times New Roman" panose="02020603050405020304"/>
            </a:endParaRPr>
          </a:p>
          <a:p>
            <a:pPr marL="815340" indent="-319405">
              <a:lnSpc>
                <a:spcPct val="100000"/>
              </a:lnSpc>
              <a:buClr>
                <a:srgbClr val="DD8046"/>
              </a:buClr>
              <a:buSzPct val="60000"/>
              <a:tabLst>
                <a:tab pos="815975" algn="l"/>
              </a:tabLst>
            </a:pPr>
            <a:r>
              <a:rPr lang="en-US" sz="2400" u="sng" spc="-5" dirty="0">
                <a:latin typeface="Tw Cen MT" panose="020B0602020104020603"/>
                <a:cs typeface="Tw Cen MT" panose="020B0602020104020603"/>
              </a:rPr>
              <a:t>Type-1 Hypervisor:</a:t>
            </a:r>
          </a:p>
          <a:p>
            <a:pPr marL="815340" indent="-319405">
              <a:lnSpc>
                <a:spcPct val="100000"/>
              </a:lnSpc>
              <a:buClr>
                <a:srgbClr val="DD8046"/>
              </a:buClr>
              <a:buSzPct val="60000"/>
              <a:buFont typeface="Wingdings" panose="05000000000000000000"/>
              <a:buChar char=""/>
              <a:tabLst>
                <a:tab pos="815975" algn="l"/>
              </a:tabLst>
            </a:pPr>
            <a:r>
              <a:rPr sz="2000" spc="-5">
                <a:latin typeface="Tw Cen MT" panose="020B0602020104020603"/>
                <a:cs typeface="Tw Cen MT" panose="020B0602020104020603"/>
              </a:rPr>
              <a:t>p</a:t>
            </a:r>
            <a:r>
              <a:rPr sz="2000" spc="-65">
                <a:latin typeface="Tw Cen MT" panose="020B0602020104020603"/>
                <a:cs typeface="Tw Cen MT" panose="020B0602020104020603"/>
              </a:rPr>
              <a:t>r</a:t>
            </a:r>
            <a:r>
              <a:rPr sz="2000" spc="-5">
                <a:latin typeface="Tw Cen MT" panose="020B0602020104020603"/>
                <a:cs typeface="Tw Cen MT" panose="020B0602020104020603"/>
              </a:rPr>
              <a:t>ovi</a:t>
            </a:r>
            <a:r>
              <a:rPr sz="2000" spc="-10">
                <a:latin typeface="Tw Cen MT" panose="020B0602020104020603"/>
                <a:cs typeface="Tw Cen MT" panose="020B0602020104020603"/>
              </a:rPr>
              <a:t>d</a:t>
            </a:r>
            <a:r>
              <a:rPr sz="2000" spc="-5">
                <a:latin typeface="Tw Cen MT" panose="020B0602020104020603"/>
                <a:cs typeface="Tw Cen MT" panose="020B0602020104020603"/>
              </a:rPr>
              <a:t>e</a:t>
            </a:r>
            <a:r>
              <a:rPr sz="2000">
                <a:latin typeface="Tw Cen MT" panose="020B0602020104020603"/>
                <a:cs typeface="Tw Cen MT" panose="020B0602020104020603"/>
              </a:rPr>
              <a:t>s</a:t>
            </a:r>
            <a:r>
              <a:rPr sz="2000" spc="-5">
                <a:latin typeface="Tw Cen MT" panose="020B0602020104020603"/>
                <a:cs typeface="Tw Cen MT" panose="020B0602020104020603"/>
              </a:rPr>
              <a:t> </a:t>
            </a:r>
            <a:r>
              <a:rPr sz="2000" spc="-5" dirty="0">
                <a:latin typeface="Tw Cen MT" panose="020B0602020104020603"/>
                <a:cs typeface="Tw Cen MT" panose="020B0602020104020603"/>
              </a:rPr>
              <a:t>bette</a:t>
            </a:r>
            <a:r>
              <a:rPr sz="2000" dirty="0">
                <a:latin typeface="Tw Cen MT" panose="020B0602020104020603"/>
                <a:cs typeface="Tw Cen MT" panose="020B0602020104020603"/>
              </a:rPr>
              <a:t>r</a:t>
            </a:r>
            <a:r>
              <a:rPr sz="2000" spc="-5" dirty="0">
                <a:latin typeface="Tw Cen MT" panose="020B0602020104020603"/>
                <a:cs typeface="Tw Cen MT" panose="020B0602020104020603"/>
              </a:rPr>
              <a:t> per</a:t>
            </a:r>
            <a:r>
              <a:rPr sz="2000" spc="-65" dirty="0">
                <a:latin typeface="Tw Cen MT" panose="020B0602020104020603"/>
                <a:cs typeface="Tw Cen MT" panose="020B0602020104020603"/>
              </a:rPr>
              <a:t>f</a:t>
            </a:r>
            <a:r>
              <a:rPr sz="2000" spc="-5" dirty="0">
                <a:latin typeface="Tw Cen MT" panose="020B0602020104020603"/>
                <a:cs typeface="Tw Cen MT" panose="020B0602020104020603"/>
              </a:rPr>
              <a:t>o</a:t>
            </a:r>
            <a:r>
              <a:rPr sz="2000" spc="50" dirty="0">
                <a:latin typeface="Tw Cen MT" panose="020B0602020104020603"/>
                <a:cs typeface="Tw Cen MT" panose="020B0602020104020603"/>
              </a:rPr>
              <a:t>r</a:t>
            </a:r>
            <a:r>
              <a:rPr sz="2000" dirty="0">
                <a:latin typeface="Tw Cen MT" panose="020B0602020104020603"/>
                <a:cs typeface="Tw Cen MT" panose="020B0602020104020603"/>
              </a:rPr>
              <a:t>m</a:t>
            </a:r>
            <a:r>
              <a:rPr sz="2000" spc="-10" dirty="0">
                <a:latin typeface="Tw Cen MT" panose="020B0602020104020603"/>
                <a:cs typeface="Tw Cen MT" panose="020B0602020104020603"/>
              </a:rPr>
              <a:t>a</a:t>
            </a:r>
            <a:r>
              <a:rPr sz="2000" spc="-5" dirty="0">
                <a:latin typeface="Tw Cen MT" panose="020B0602020104020603"/>
                <a:cs typeface="Tw Cen MT" panose="020B0602020104020603"/>
              </a:rPr>
              <a:t>n</a:t>
            </a:r>
            <a:r>
              <a:rPr sz="2000" spc="-10" dirty="0">
                <a:latin typeface="Tw Cen MT" panose="020B0602020104020603"/>
                <a:cs typeface="Tw Cen MT" panose="020B0602020104020603"/>
              </a:rPr>
              <a:t>c</a:t>
            </a:r>
            <a:r>
              <a:rPr sz="2000" dirty="0">
                <a:latin typeface="Tw Cen MT" panose="020B0602020104020603"/>
                <a:cs typeface="Tw Cen MT" panose="020B0602020104020603"/>
              </a:rPr>
              <a:t>e</a:t>
            </a:r>
            <a:endParaRPr sz="2000">
              <a:latin typeface="Tw Cen MT" panose="020B0602020104020603"/>
              <a:cs typeface="Tw Cen MT" panose="020B0602020104020603"/>
            </a:endParaRPr>
          </a:p>
          <a:p>
            <a:pPr marL="815340" indent="-319405">
              <a:lnSpc>
                <a:spcPct val="100000"/>
              </a:lnSpc>
              <a:spcBef>
                <a:spcPts val="700"/>
              </a:spcBef>
              <a:buClr>
                <a:srgbClr val="DD8046"/>
              </a:buClr>
              <a:buSzPct val="59000"/>
              <a:buFont typeface="Wingdings" panose="05000000000000000000"/>
              <a:buChar char=""/>
              <a:tabLst>
                <a:tab pos="815975" algn="l"/>
              </a:tabLst>
            </a:pPr>
            <a:r>
              <a:rPr sz="2000" spc="-5" dirty="0">
                <a:latin typeface="Tw Cen MT" panose="020B0602020104020603"/>
                <a:cs typeface="Tw Cen MT" panose="020B0602020104020603"/>
              </a:rPr>
              <a:t>p</a:t>
            </a:r>
            <a:r>
              <a:rPr sz="2000" spc="-65" dirty="0">
                <a:latin typeface="Tw Cen MT" panose="020B0602020104020603"/>
                <a:cs typeface="Tw Cen MT" panose="020B0602020104020603"/>
              </a:rPr>
              <a:t>r</a:t>
            </a:r>
            <a:r>
              <a:rPr sz="2000" spc="-5" dirty="0">
                <a:latin typeface="Tw Cen MT" panose="020B0602020104020603"/>
                <a:cs typeface="Tw Cen MT" panose="020B0602020104020603"/>
              </a:rPr>
              <a:t>ovi</a:t>
            </a:r>
            <a:r>
              <a:rPr sz="2000" spc="-10" dirty="0">
                <a:latin typeface="Tw Cen MT" panose="020B0602020104020603"/>
                <a:cs typeface="Tw Cen MT" panose="020B0602020104020603"/>
              </a:rPr>
              <a:t>d</a:t>
            </a:r>
            <a:r>
              <a:rPr sz="2000" spc="-5" dirty="0">
                <a:latin typeface="Tw Cen MT" panose="020B0602020104020603"/>
                <a:cs typeface="Tw Cen MT" panose="020B0602020104020603"/>
              </a:rPr>
              <a:t>e</a:t>
            </a:r>
            <a:r>
              <a:rPr sz="2000" dirty="0">
                <a:latin typeface="Tw Cen MT" panose="020B0602020104020603"/>
                <a:cs typeface="Tw Cen MT" panose="020B0602020104020603"/>
              </a:rPr>
              <a:t>s</a:t>
            </a:r>
            <a:r>
              <a:rPr sz="2000" spc="-5" dirty="0">
                <a:latin typeface="Tw Cen MT" panose="020B0602020104020603"/>
                <a:cs typeface="Tw Cen MT" panose="020B0602020104020603"/>
              </a:rPr>
              <a:t> gre</a:t>
            </a:r>
            <a:r>
              <a:rPr sz="2000" spc="-10" dirty="0">
                <a:latin typeface="Tw Cen MT" panose="020B0602020104020603"/>
                <a:cs typeface="Tw Cen MT" panose="020B0602020104020603"/>
              </a:rPr>
              <a:t>a</a:t>
            </a:r>
            <a:r>
              <a:rPr sz="2000" spc="-5" dirty="0">
                <a:latin typeface="Tw Cen MT" panose="020B0602020104020603"/>
                <a:cs typeface="Tw Cen MT" panose="020B0602020104020603"/>
              </a:rPr>
              <a:t>te</a:t>
            </a:r>
            <a:r>
              <a:rPr sz="2000" dirty="0">
                <a:latin typeface="Tw Cen MT" panose="020B0602020104020603"/>
                <a:cs typeface="Tw Cen MT" panose="020B0602020104020603"/>
              </a:rPr>
              <a:t>r</a:t>
            </a:r>
            <a:r>
              <a:rPr sz="2000" spc="-5" dirty="0">
                <a:latin typeface="Tw Cen MT" panose="020B0602020104020603"/>
                <a:cs typeface="Tw Cen MT" panose="020B0602020104020603"/>
              </a:rPr>
              <a:t> fl</a:t>
            </a:r>
            <a:r>
              <a:rPr sz="2000" spc="-95" dirty="0">
                <a:latin typeface="Tw Cen MT" panose="020B0602020104020603"/>
                <a:cs typeface="Tw Cen MT" panose="020B0602020104020603"/>
              </a:rPr>
              <a:t>e</a:t>
            </a:r>
            <a:r>
              <a:rPr sz="2000" spc="-5" dirty="0">
                <a:latin typeface="Tw Cen MT" panose="020B0602020104020603"/>
                <a:cs typeface="Tw Cen MT" panose="020B0602020104020603"/>
              </a:rPr>
              <a:t>xi</a:t>
            </a:r>
            <a:r>
              <a:rPr sz="2000" spc="-10" dirty="0">
                <a:latin typeface="Tw Cen MT" panose="020B0602020104020603"/>
                <a:cs typeface="Tw Cen MT" panose="020B0602020104020603"/>
              </a:rPr>
              <a:t>b</a:t>
            </a:r>
            <a:r>
              <a:rPr sz="2000" spc="-5" dirty="0">
                <a:latin typeface="Tw Cen MT" panose="020B0602020104020603"/>
                <a:cs typeface="Tw Cen MT" panose="020B0602020104020603"/>
              </a:rPr>
              <a:t>ilit</a:t>
            </a:r>
            <a:r>
              <a:rPr sz="2000" dirty="0">
                <a:latin typeface="Tw Cen MT" panose="020B0602020104020603"/>
                <a:cs typeface="Tw Cen MT" panose="020B0602020104020603"/>
              </a:rPr>
              <a:t>y</a:t>
            </a:r>
            <a:endParaRPr sz="2000">
              <a:latin typeface="Tw Cen MT" panose="020B0602020104020603"/>
              <a:cs typeface="Tw Cen MT" panose="020B0602020104020603"/>
            </a:endParaRPr>
          </a:p>
          <a:p>
            <a:pPr marL="815340" marR="43815" indent="-319405">
              <a:lnSpc>
                <a:spcPct val="100000"/>
              </a:lnSpc>
              <a:spcBef>
                <a:spcPts val="700"/>
              </a:spcBef>
              <a:buClr>
                <a:srgbClr val="DD8046"/>
              </a:buClr>
              <a:buSzPct val="60000"/>
              <a:buFont typeface="Wingdings" panose="05000000000000000000"/>
              <a:buChar char=""/>
              <a:tabLst>
                <a:tab pos="815975" algn="l"/>
              </a:tabLst>
            </a:pPr>
            <a:r>
              <a:rPr sz="2000" spc="-5" dirty="0">
                <a:latin typeface="Tw Cen MT" panose="020B0602020104020603"/>
                <a:cs typeface="Tw Cen MT" panose="020B0602020104020603"/>
              </a:rPr>
              <a:t>Se</a:t>
            </a:r>
            <a:r>
              <a:rPr sz="2000" spc="110" dirty="0">
                <a:latin typeface="Tw Cen MT" panose="020B0602020104020603"/>
                <a:cs typeface="Tw Cen MT" panose="020B0602020104020603"/>
              </a:rPr>
              <a:t>r</a:t>
            </a:r>
            <a:r>
              <a:rPr sz="2000" spc="-65" dirty="0">
                <a:latin typeface="Tw Cen MT" panose="020B0602020104020603"/>
                <a:cs typeface="Tw Cen MT" panose="020B0602020104020603"/>
              </a:rPr>
              <a:t>v</a:t>
            </a:r>
            <a:r>
              <a:rPr sz="2000" spc="-5" dirty="0">
                <a:latin typeface="Tw Cen MT" panose="020B0602020104020603"/>
                <a:cs typeface="Tw Cen MT" panose="020B0602020104020603"/>
              </a:rPr>
              <a:t>er</a:t>
            </a:r>
            <a:r>
              <a:rPr sz="2000" dirty="0">
                <a:latin typeface="Tw Cen MT" panose="020B0602020104020603"/>
                <a:cs typeface="Tw Cen MT" panose="020B0602020104020603"/>
              </a:rPr>
              <a:t>s</a:t>
            </a:r>
            <a:r>
              <a:rPr sz="2000" spc="-5" dirty="0">
                <a:latin typeface="Tw Cen MT" panose="020B0602020104020603"/>
                <a:cs typeface="Tw Cen MT" panose="020B0602020104020603"/>
              </a:rPr>
              <a:t> th</a:t>
            </a:r>
            <a:r>
              <a:rPr sz="2000" spc="-10" dirty="0">
                <a:latin typeface="Tw Cen MT" panose="020B0602020104020603"/>
                <a:cs typeface="Tw Cen MT" panose="020B0602020104020603"/>
              </a:rPr>
              <a:t>a</a:t>
            </a:r>
            <a:r>
              <a:rPr sz="2000" spc="-5" dirty="0">
                <a:latin typeface="Tw Cen MT" panose="020B0602020104020603"/>
                <a:cs typeface="Tw Cen MT" panose="020B0602020104020603"/>
              </a:rPr>
              <a:t>t</a:t>
            </a:r>
            <a:r>
              <a:rPr sz="2000" dirty="0">
                <a:latin typeface="Tw Cen MT" panose="020B0602020104020603"/>
                <a:cs typeface="Tw Cen MT" panose="020B0602020104020603"/>
              </a:rPr>
              <a:t> </a:t>
            </a:r>
            <a:r>
              <a:rPr sz="2000" spc="50" dirty="0">
                <a:latin typeface="Tw Cen MT" panose="020B0602020104020603"/>
                <a:cs typeface="Tw Cen MT" panose="020B0602020104020603"/>
              </a:rPr>
              <a:t>r</a:t>
            </a:r>
            <a:r>
              <a:rPr sz="2000" spc="-5" dirty="0">
                <a:latin typeface="Tw Cen MT" panose="020B0602020104020603"/>
                <a:cs typeface="Tw Cen MT" panose="020B0602020104020603"/>
              </a:rPr>
              <a:t>un</a:t>
            </a:r>
            <a:r>
              <a:rPr sz="2000" dirty="0">
                <a:latin typeface="Tw Cen MT" panose="020B0602020104020603"/>
                <a:cs typeface="Tw Cen MT" panose="020B0602020104020603"/>
              </a:rPr>
              <a:t> </a:t>
            </a:r>
            <a:r>
              <a:rPr sz="2000" spc="-125" dirty="0">
                <a:latin typeface="Tw Cen MT" panose="020B0602020104020603"/>
                <a:cs typeface="Tw Cen MT" panose="020B0602020104020603"/>
              </a:rPr>
              <a:t>T</a:t>
            </a:r>
            <a:r>
              <a:rPr sz="2000" spc="-5" dirty="0">
                <a:latin typeface="Tw Cen MT" panose="020B0602020104020603"/>
                <a:cs typeface="Tw Cen MT" panose="020B0602020104020603"/>
              </a:rPr>
              <a:t>y</a:t>
            </a:r>
            <a:r>
              <a:rPr sz="2000" spc="-10" dirty="0">
                <a:latin typeface="Tw Cen MT" panose="020B0602020104020603"/>
                <a:cs typeface="Tw Cen MT" panose="020B0602020104020603"/>
              </a:rPr>
              <a:t>p</a:t>
            </a:r>
            <a:r>
              <a:rPr sz="2000" dirty="0">
                <a:latin typeface="Tw Cen MT" panose="020B0602020104020603"/>
                <a:cs typeface="Tw Cen MT" panose="020B0602020104020603"/>
              </a:rPr>
              <a:t>e</a:t>
            </a:r>
            <a:r>
              <a:rPr sz="2000" spc="-5" dirty="0">
                <a:latin typeface="Tw Cen MT" panose="020B0602020104020603"/>
                <a:cs typeface="Tw Cen MT" panose="020B0602020104020603"/>
              </a:rPr>
              <a:t> </a:t>
            </a:r>
            <a:r>
              <a:rPr sz="2000" dirty="0">
                <a:latin typeface="Tw Cen MT" panose="020B0602020104020603"/>
                <a:cs typeface="Tw Cen MT" panose="020B0602020104020603"/>
              </a:rPr>
              <a:t>1</a:t>
            </a:r>
            <a:r>
              <a:rPr sz="2000" spc="-5" dirty="0">
                <a:latin typeface="Tw Cen MT" panose="020B0602020104020603"/>
                <a:cs typeface="Tw Cen MT" panose="020B0602020104020603"/>
              </a:rPr>
              <a:t> </a:t>
            </a:r>
            <a:r>
              <a:rPr sz="2000" spc="-65" dirty="0">
                <a:latin typeface="Tw Cen MT" panose="020B0602020104020603"/>
                <a:cs typeface="Tw Cen MT" panose="020B0602020104020603"/>
              </a:rPr>
              <a:t>h</a:t>
            </a:r>
            <a:r>
              <a:rPr sz="2000" spc="-5" dirty="0">
                <a:latin typeface="Tw Cen MT" panose="020B0602020104020603"/>
                <a:cs typeface="Tw Cen MT" panose="020B0602020104020603"/>
              </a:rPr>
              <a:t>y</a:t>
            </a:r>
            <a:r>
              <a:rPr sz="2000" spc="-10" dirty="0">
                <a:latin typeface="Tw Cen MT" panose="020B0602020104020603"/>
                <a:cs typeface="Tw Cen MT" panose="020B0602020104020603"/>
              </a:rPr>
              <a:t>p</a:t>
            </a:r>
            <a:r>
              <a:rPr sz="2000" spc="-5" dirty="0">
                <a:latin typeface="Tw Cen MT" panose="020B0602020104020603"/>
                <a:cs typeface="Tw Cen MT" panose="020B0602020104020603"/>
              </a:rPr>
              <a:t>e</a:t>
            </a:r>
            <a:r>
              <a:rPr sz="2000" spc="110" dirty="0">
                <a:latin typeface="Tw Cen MT" panose="020B0602020104020603"/>
                <a:cs typeface="Tw Cen MT" panose="020B0602020104020603"/>
              </a:rPr>
              <a:t>r</a:t>
            </a:r>
            <a:r>
              <a:rPr sz="2000" spc="-5" dirty="0">
                <a:latin typeface="Tw Cen MT" panose="020B0602020104020603"/>
                <a:cs typeface="Tw Cen MT" panose="020B0602020104020603"/>
              </a:rPr>
              <a:t>visor</a:t>
            </a:r>
            <a:r>
              <a:rPr sz="2000" dirty="0">
                <a:latin typeface="Tw Cen MT" panose="020B0602020104020603"/>
                <a:cs typeface="Tw Cen MT" panose="020B0602020104020603"/>
              </a:rPr>
              <a:t>s</a:t>
            </a:r>
            <a:r>
              <a:rPr sz="2000" spc="-5" dirty="0">
                <a:latin typeface="Tw Cen MT" panose="020B0602020104020603"/>
                <a:cs typeface="Tw Cen MT" panose="020B0602020104020603"/>
              </a:rPr>
              <a:t> ar</a:t>
            </a:r>
            <a:r>
              <a:rPr sz="2000" dirty="0">
                <a:latin typeface="Tw Cen MT" panose="020B0602020104020603"/>
                <a:cs typeface="Tw Cen MT" panose="020B0602020104020603"/>
              </a:rPr>
              <a:t>e</a:t>
            </a:r>
            <a:r>
              <a:rPr sz="2000" spc="-5" dirty="0">
                <a:latin typeface="Tw Cen MT" panose="020B0602020104020603"/>
                <a:cs typeface="Tw Cen MT" panose="020B0602020104020603"/>
              </a:rPr>
              <a:t> often </a:t>
            </a:r>
            <a:r>
              <a:rPr sz="2000" spc="-5" dirty="0">
                <a:solidFill>
                  <a:srgbClr val="FF0000"/>
                </a:solidFill>
                <a:latin typeface="Tw Cen MT" panose="020B0602020104020603"/>
                <a:cs typeface="Tw Cen MT" panose="020B0602020104020603"/>
              </a:rPr>
              <a:t>sin</a:t>
            </a:r>
            <a:r>
              <a:rPr sz="2000" spc="-10" dirty="0">
                <a:solidFill>
                  <a:srgbClr val="FF0000"/>
                </a:solidFill>
                <a:latin typeface="Tw Cen MT" panose="020B0602020104020603"/>
                <a:cs typeface="Tw Cen MT" panose="020B0602020104020603"/>
              </a:rPr>
              <a:t>g</a:t>
            </a:r>
            <a:r>
              <a:rPr sz="2000" spc="-5" dirty="0">
                <a:solidFill>
                  <a:srgbClr val="FF0000"/>
                </a:solidFill>
                <a:latin typeface="Tw Cen MT" panose="020B0602020104020603"/>
                <a:cs typeface="Tw Cen MT" panose="020B0602020104020603"/>
              </a:rPr>
              <a:t>le-</a:t>
            </a:r>
            <a:r>
              <a:rPr sz="2000" spc="-10" dirty="0">
                <a:solidFill>
                  <a:srgbClr val="FF0000"/>
                </a:solidFill>
                <a:latin typeface="Tw Cen MT" panose="020B0602020104020603"/>
                <a:cs typeface="Tw Cen MT" panose="020B0602020104020603"/>
              </a:rPr>
              <a:t>p</a:t>
            </a:r>
            <a:r>
              <a:rPr sz="2000" spc="-5" dirty="0">
                <a:solidFill>
                  <a:srgbClr val="FF0000"/>
                </a:solidFill>
                <a:latin typeface="Tw Cen MT" panose="020B0602020104020603"/>
                <a:cs typeface="Tw Cen MT" panose="020B0602020104020603"/>
              </a:rPr>
              <a:t>ur</a:t>
            </a:r>
            <a:r>
              <a:rPr sz="2000" spc="-10" dirty="0">
                <a:solidFill>
                  <a:srgbClr val="FF0000"/>
                </a:solidFill>
                <a:latin typeface="Tw Cen MT" panose="020B0602020104020603"/>
                <a:cs typeface="Tw Cen MT" panose="020B0602020104020603"/>
              </a:rPr>
              <a:t>p</a:t>
            </a:r>
            <a:r>
              <a:rPr sz="2000" spc="-5" dirty="0">
                <a:solidFill>
                  <a:srgbClr val="FF0000"/>
                </a:solidFill>
                <a:latin typeface="Tw Cen MT" panose="020B0602020104020603"/>
                <a:cs typeface="Tw Cen MT" panose="020B0602020104020603"/>
              </a:rPr>
              <a:t>os</a:t>
            </a:r>
            <a:r>
              <a:rPr sz="2000" dirty="0">
                <a:solidFill>
                  <a:srgbClr val="FF0000"/>
                </a:solidFill>
                <a:latin typeface="Tw Cen MT" panose="020B0602020104020603"/>
                <a:cs typeface="Tw Cen MT" panose="020B0602020104020603"/>
              </a:rPr>
              <a:t>e</a:t>
            </a:r>
            <a:r>
              <a:rPr sz="2000" spc="-5" dirty="0">
                <a:solidFill>
                  <a:srgbClr val="FF0000"/>
                </a:solidFill>
                <a:latin typeface="Tw Cen MT" panose="020B0602020104020603"/>
                <a:cs typeface="Tw Cen MT" panose="020B0602020104020603"/>
              </a:rPr>
              <a:t> se</a:t>
            </a:r>
            <a:r>
              <a:rPr sz="2000" spc="110" dirty="0">
                <a:solidFill>
                  <a:srgbClr val="FF0000"/>
                </a:solidFill>
                <a:latin typeface="Tw Cen MT" panose="020B0602020104020603"/>
                <a:cs typeface="Tw Cen MT" panose="020B0602020104020603"/>
              </a:rPr>
              <a:t>r</a:t>
            </a:r>
            <a:r>
              <a:rPr sz="2000" spc="-65" dirty="0">
                <a:solidFill>
                  <a:srgbClr val="FF0000"/>
                </a:solidFill>
                <a:latin typeface="Tw Cen MT" panose="020B0602020104020603"/>
                <a:cs typeface="Tw Cen MT" panose="020B0602020104020603"/>
              </a:rPr>
              <a:t>v</a:t>
            </a:r>
            <a:r>
              <a:rPr sz="2000" spc="-5" dirty="0">
                <a:solidFill>
                  <a:srgbClr val="FF0000"/>
                </a:solidFill>
                <a:latin typeface="Tw Cen MT" panose="020B0602020104020603"/>
                <a:cs typeface="Tw Cen MT" panose="020B0602020104020603"/>
              </a:rPr>
              <a:t>er</a:t>
            </a:r>
            <a:r>
              <a:rPr sz="2000" dirty="0">
                <a:solidFill>
                  <a:srgbClr val="FF0000"/>
                </a:solidFill>
                <a:latin typeface="Tw Cen MT" panose="020B0602020104020603"/>
                <a:cs typeface="Tw Cen MT" panose="020B0602020104020603"/>
              </a:rPr>
              <a:t>s</a:t>
            </a:r>
            <a:r>
              <a:rPr sz="2000" spc="-5" dirty="0">
                <a:solidFill>
                  <a:srgbClr val="FF0000"/>
                </a:solidFill>
                <a:latin typeface="Tw Cen MT" panose="020B0602020104020603"/>
                <a:cs typeface="Tw Cen MT" panose="020B0602020104020603"/>
              </a:rPr>
              <a:t> </a:t>
            </a:r>
            <a:r>
              <a:rPr sz="2000" spc="-5" dirty="0">
                <a:latin typeface="Tw Cen MT" panose="020B0602020104020603"/>
                <a:cs typeface="Tw Cen MT" panose="020B0602020104020603"/>
              </a:rPr>
              <a:t>th</a:t>
            </a:r>
            <a:r>
              <a:rPr sz="2000" spc="-10" dirty="0">
                <a:latin typeface="Tw Cen MT" panose="020B0602020104020603"/>
                <a:cs typeface="Tw Cen MT" panose="020B0602020104020603"/>
              </a:rPr>
              <a:t>a</a:t>
            </a:r>
            <a:r>
              <a:rPr sz="2000" spc="-5" dirty="0">
                <a:latin typeface="Tw Cen MT" panose="020B0602020104020603"/>
                <a:cs typeface="Tw Cen MT" panose="020B0602020104020603"/>
              </a:rPr>
              <a:t>t</a:t>
            </a:r>
            <a:r>
              <a:rPr sz="2000" dirty="0">
                <a:latin typeface="Tw Cen MT" panose="020B0602020104020603"/>
                <a:cs typeface="Tw Cen MT" panose="020B0602020104020603"/>
              </a:rPr>
              <a:t> </a:t>
            </a:r>
            <a:r>
              <a:rPr sz="2000" spc="-5" dirty="0">
                <a:latin typeface="Tw Cen MT" panose="020B0602020104020603"/>
                <a:cs typeface="Tw Cen MT" panose="020B0602020104020603"/>
              </a:rPr>
              <a:t>offe</a:t>
            </a:r>
            <a:r>
              <a:rPr sz="2000" dirty="0">
                <a:latin typeface="Tw Cen MT" panose="020B0602020104020603"/>
                <a:cs typeface="Tw Cen MT" panose="020B0602020104020603"/>
              </a:rPr>
              <a:t>r</a:t>
            </a:r>
            <a:r>
              <a:rPr sz="2000" spc="-5" dirty="0">
                <a:latin typeface="Tw Cen MT" panose="020B0602020104020603"/>
                <a:cs typeface="Tw Cen MT" panose="020B0602020104020603"/>
              </a:rPr>
              <a:t> n</a:t>
            </a:r>
            <a:r>
              <a:rPr sz="2000" dirty="0">
                <a:latin typeface="Tw Cen MT" panose="020B0602020104020603"/>
                <a:cs typeface="Tw Cen MT" panose="020B0602020104020603"/>
              </a:rPr>
              <a:t>o</a:t>
            </a:r>
            <a:r>
              <a:rPr sz="2000" spc="-5" dirty="0">
                <a:latin typeface="Tw Cen MT" panose="020B0602020104020603"/>
                <a:cs typeface="Tw Cen MT" panose="020B0602020104020603"/>
              </a:rPr>
              <a:t> othe</a:t>
            </a:r>
            <a:r>
              <a:rPr sz="2000" dirty="0">
                <a:latin typeface="Tw Cen MT" panose="020B0602020104020603"/>
                <a:cs typeface="Tw Cen MT" panose="020B0602020104020603"/>
              </a:rPr>
              <a:t>r</a:t>
            </a:r>
            <a:r>
              <a:rPr sz="2000" spc="-5" dirty="0">
                <a:latin typeface="Tw Cen MT" panose="020B0602020104020603"/>
                <a:cs typeface="Tw Cen MT" panose="020B0602020104020603"/>
              </a:rPr>
              <a:t> fun</a:t>
            </a:r>
            <a:r>
              <a:rPr sz="2000" spc="-10" dirty="0">
                <a:latin typeface="Tw Cen MT" panose="020B0602020104020603"/>
                <a:cs typeface="Tw Cen MT" panose="020B0602020104020603"/>
              </a:rPr>
              <a:t>c</a:t>
            </a:r>
            <a:r>
              <a:rPr sz="2000" spc="-5" dirty="0">
                <a:latin typeface="Tw Cen MT" panose="020B0602020104020603"/>
                <a:cs typeface="Tw Cen MT" panose="020B0602020104020603"/>
              </a:rPr>
              <a:t>tion</a:t>
            </a:r>
            <a:r>
              <a:rPr sz="2000" dirty="0">
                <a:latin typeface="Tw Cen MT" panose="020B0602020104020603"/>
                <a:cs typeface="Tw Cen MT" panose="020B0602020104020603"/>
              </a:rPr>
              <a:t>.</a:t>
            </a:r>
            <a:endParaRPr sz="2000">
              <a:latin typeface="Tw Cen MT" panose="020B0602020104020603"/>
              <a:cs typeface="Tw Cen MT" panose="020B0602020104020603"/>
            </a:endParaRPr>
          </a:p>
          <a:p>
            <a:pPr marL="815340" marR="5080" indent="-319405">
              <a:spcBef>
                <a:spcPts val="700"/>
              </a:spcBef>
              <a:buClr>
                <a:srgbClr val="DD8046"/>
              </a:buClr>
              <a:buSzPct val="60000"/>
              <a:buFont typeface="Wingdings" panose="05000000000000000000"/>
              <a:buChar char=""/>
              <a:tabLst>
                <a:tab pos="815975" algn="l"/>
              </a:tabLst>
            </a:pPr>
            <a:r>
              <a:rPr sz="2000" spc="-125">
                <a:latin typeface="Tw Cen MT" panose="020B0602020104020603"/>
                <a:cs typeface="Tw Cen MT" panose="020B0602020104020603"/>
              </a:rPr>
              <a:t>T</a:t>
            </a:r>
            <a:r>
              <a:rPr sz="2000" spc="-5">
                <a:latin typeface="Tw Cen MT" panose="020B0602020104020603"/>
                <a:cs typeface="Tw Cen MT" panose="020B0602020104020603"/>
              </a:rPr>
              <a:t>y</a:t>
            </a:r>
            <a:r>
              <a:rPr sz="2000" spc="-10">
                <a:latin typeface="Tw Cen MT" panose="020B0602020104020603"/>
                <a:cs typeface="Tw Cen MT" panose="020B0602020104020603"/>
              </a:rPr>
              <a:t>p</a:t>
            </a:r>
            <a:r>
              <a:rPr sz="2000">
                <a:latin typeface="Tw Cen MT" panose="020B0602020104020603"/>
                <a:cs typeface="Tw Cen MT" panose="020B0602020104020603"/>
              </a:rPr>
              <a:t>e</a:t>
            </a:r>
            <a:r>
              <a:rPr sz="2000" spc="-5">
                <a:latin typeface="Tw Cen MT" panose="020B0602020104020603"/>
                <a:cs typeface="Tw Cen MT" panose="020B0602020104020603"/>
              </a:rPr>
              <a:t> </a:t>
            </a:r>
            <a:r>
              <a:rPr sz="2000" dirty="0">
                <a:latin typeface="Tw Cen MT" panose="020B0602020104020603"/>
                <a:cs typeface="Tw Cen MT" panose="020B0602020104020603"/>
              </a:rPr>
              <a:t>1</a:t>
            </a:r>
            <a:r>
              <a:rPr sz="2000" spc="-5" dirty="0">
                <a:latin typeface="Tw Cen MT" panose="020B0602020104020603"/>
                <a:cs typeface="Tw Cen MT" panose="020B0602020104020603"/>
              </a:rPr>
              <a:t> </a:t>
            </a:r>
            <a:r>
              <a:rPr sz="2000" spc="-65" dirty="0">
                <a:latin typeface="Tw Cen MT" panose="020B0602020104020603"/>
                <a:cs typeface="Tw Cen MT" panose="020B0602020104020603"/>
              </a:rPr>
              <a:t>h</a:t>
            </a:r>
            <a:r>
              <a:rPr sz="2000" spc="-5" dirty="0">
                <a:latin typeface="Tw Cen MT" panose="020B0602020104020603"/>
                <a:cs typeface="Tw Cen MT" panose="020B0602020104020603"/>
              </a:rPr>
              <a:t>y</a:t>
            </a:r>
            <a:r>
              <a:rPr sz="2000" spc="-10" dirty="0">
                <a:latin typeface="Tw Cen MT" panose="020B0602020104020603"/>
                <a:cs typeface="Tw Cen MT" panose="020B0602020104020603"/>
              </a:rPr>
              <a:t>p</a:t>
            </a:r>
            <a:r>
              <a:rPr sz="2000" spc="-5" dirty="0">
                <a:latin typeface="Tw Cen MT" panose="020B0602020104020603"/>
                <a:cs typeface="Tw Cen MT" panose="020B0602020104020603"/>
              </a:rPr>
              <a:t>e</a:t>
            </a:r>
            <a:r>
              <a:rPr sz="2000" spc="110" dirty="0">
                <a:latin typeface="Tw Cen MT" panose="020B0602020104020603"/>
                <a:cs typeface="Tw Cen MT" panose="020B0602020104020603"/>
              </a:rPr>
              <a:t>r</a:t>
            </a:r>
            <a:r>
              <a:rPr sz="2000" spc="-5" dirty="0">
                <a:latin typeface="Tw Cen MT" panose="020B0602020104020603"/>
                <a:cs typeface="Tw Cen MT" panose="020B0602020104020603"/>
              </a:rPr>
              <a:t>visor</a:t>
            </a:r>
            <a:r>
              <a:rPr sz="2000" dirty="0">
                <a:latin typeface="Tw Cen MT" panose="020B0602020104020603"/>
                <a:cs typeface="Tw Cen MT" panose="020B0602020104020603"/>
              </a:rPr>
              <a:t>s</a:t>
            </a:r>
            <a:r>
              <a:rPr sz="2000" spc="-5" dirty="0">
                <a:latin typeface="Tw Cen MT" panose="020B0602020104020603"/>
                <a:cs typeface="Tw Cen MT" panose="020B0602020104020603"/>
              </a:rPr>
              <a:t> ar</a:t>
            </a:r>
            <a:r>
              <a:rPr sz="2000" dirty="0">
                <a:latin typeface="Tw Cen MT" panose="020B0602020104020603"/>
                <a:cs typeface="Tw Cen MT" panose="020B0602020104020603"/>
              </a:rPr>
              <a:t>e</a:t>
            </a:r>
            <a:r>
              <a:rPr sz="2000" spc="-5" dirty="0">
                <a:latin typeface="Tw Cen MT" panose="020B0602020104020603"/>
                <a:cs typeface="Tw Cen MT" panose="020B0602020104020603"/>
              </a:rPr>
              <a:t> p</a:t>
            </a:r>
            <a:r>
              <a:rPr sz="2000" spc="-65" dirty="0">
                <a:latin typeface="Tw Cen MT" panose="020B0602020104020603"/>
                <a:cs typeface="Tw Cen MT" panose="020B0602020104020603"/>
              </a:rPr>
              <a:t>r</a:t>
            </a:r>
            <a:r>
              <a:rPr sz="2000" spc="-5" dirty="0">
                <a:latin typeface="Tw Cen MT" panose="020B0602020104020603"/>
                <a:cs typeface="Tw Cen MT" panose="020B0602020104020603"/>
              </a:rPr>
              <a:t>o</a:t>
            </a:r>
            <a:r>
              <a:rPr sz="2000" spc="-10" dirty="0">
                <a:latin typeface="Tw Cen MT" panose="020B0602020104020603"/>
                <a:cs typeface="Tw Cen MT" panose="020B0602020104020603"/>
              </a:rPr>
              <a:t>d</a:t>
            </a:r>
            <a:r>
              <a:rPr sz="2000" spc="-5" dirty="0">
                <a:latin typeface="Tw Cen MT" panose="020B0602020104020603"/>
                <a:cs typeface="Tw Cen MT" panose="020B0602020104020603"/>
              </a:rPr>
              <a:t>u</a:t>
            </a:r>
            <a:r>
              <a:rPr sz="2000" spc="-10" dirty="0">
                <a:latin typeface="Tw Cen MT" panose="020B0602020104020603"/>
                <a:cs typeface="Tw Cen MT" panose="020B0602020104020603"/>
              </a:rPr>
              <a:t>c</a:t>
            </a:r>
            <a:r>
              <a:rPr sz="2000" spc="-5" dirty="0">
                <a:latin typeface="Tw Cen MT" panose="020B0602020104020603"/>
                <a:cs typeface="Tw Cen MT" panose="020B0602020104020603"/>
              </a:rPr>
              <a:t>tion</a:t>
            </a:r>
            <a:r>
              <a:rPr sz="2000" dirty="0">
                <a:latin typeface="Tw Cen MT" panose="020B0602020104020603"/>
                <a:cs typeface="Tw Cen MT" panose="020B0602020104020603"/>
              </a:rPr>
              <a:t> </a:t>
            </a:r>
            <a:r>
              <a:rPr sz="2000" spc="-65" dirty="0">
                <a:latin typeface="Tw Cen MT" panose="020B0602020104020603"/>
                <a:cs typeface="Tw Cen MT" panose="020B0602020104020603"/>
              </a:rPr>
              <a:t>h</a:t>
            </a:r>
            <a:r>
              <a:rPr sz="2000" spc="-5" dirty="0">
                <a:latin typeface="Tw Cen MT" panose="020B0602020104020603"/>
                <a:cs typeface="Tw Cen MT" panose="020B0602020104020603"/>
              </a:rPr>
              <a:t>y</a:t>
            </a:r>
            <a:r>
              <a:rPr sz="2000" spc="-10" dirty="0">
                <a:latin typeface="Tw Cen MT" panose="020B0602020104020603"/>
                <a:cs typeface="Tw Cen MT" panose="020B0602020104020603"/>
              </a:rPr>
              <a:t>p</a:t>
            </a:r>
            <a:r>
              <a:rPr sz="2000" spc="-5" dirty="0">
                <a:latin typeface="Tw Cen MT" panose="020B0602020104020603"/>
                <a:cs typeface="Tw Cen MT" panose="020B0602020104020603"/>
              </a:rPr>
              <a:t>e</a:t>
            </a:r>
            <a:r>
              <a:rPr sz="2000" spc="110" dirty="0">
                <a:latin typeface="Tw Cen MT" panose="020B0602020104020603"/>
                <a:cs typeface="Tw Cen MT" panose="020B0602020104020603"/>
              </a:rPr>
              <a:t>r</a:t>
            </a:r>
            <a:r>
              <a:rPr sz="2000" spc="-5" dirty="0">
                <a:latin typeface="Tw Cen MT" panose="020B0602020104020603"/>
                <a:cs typeface="Tw Cen MT" panose="020B0602020104020603"/>
              </a:rPr>
              <a:t>visor</a:t>
            </a:r>
            <a:r>
              <a:rPr sz="2000" dirty="0">
                <a:latin typeface="Tw Cen MT" panose="020B0602020104020603"/>
                <a:cs typeface="Tw Cen MT" panose="020B0602020104020603"/>
              </a:rPr>
              <a:t>s</a:t>
            </a:r>
            <a:r>
              <a:rPr sz="2000" spc="-5" dirty="0">
                <a:latin typeface="Tw Cen MT" panose="020B0602020104020603"/>
                <a:cs typeface="Tw Cen MT" panose="020B0602020104020603"/>
              </a:rPr>
              <a:t> o</a:t>
            </a:r>
            <a:r>
              <a:rPr sz="2000" dirty="0">
                <a:latin typeface="Tw Cen MT" panose="020B0602020104020603"/>
                <a:cs typeface="Tw Cen MT" panose="020B0602020104020603"/>
              </a:rPr>
              <a:t>r </a:t>
            </a:r>
            <a:r>
              <a:rPr sz="2000" spc="-65" dirty="0">
                <a:latin typeface="Tw Cen MT" panose="020B0602020104020603"/>
                <a:cs typeface="Tw Cen MT" panose="020B0602020104020603"/>
              </a:rPr>
              <a:t>h</a:t>
            </a:r>
            <a:r>
              <a:rPr sz="2000" spc="-5" dirty="0">
                <a:latin typeface="Tw Cen MT" panose="020B0602020104020603"/>
                <a:cs typeface="Tw Cen MT" panose="020B0602020104020603"/>
              </a:rPr>
              <a:t>y</a:t>
            </a:r>
            <a:r>
              <a:rPr sz="2000" spc="-10" dirty="0">
                <a:latin typeface="Tw Cen MT" panose="020B0602020104020603"/>
                <a:cs typeface="Tw Cen MT" panose="020B0602020104020603"/>
              </a:rPr>
              <a:t>p</a:t>
            </a:r>
            <a:r>
              <a:rPr sz="2000" spc="-5" dirty="0">
                <a:latin typeface="Tw Cen MT" panose="020B0602020104020603"/>
                <a:cs typeface="Tw Cen MT" panose="020B0602020104020603"/>
              </a:rPr>
              <a:t>e</a:t>
            </a:r>
            <a:r>
              <a:rPr sz="2000" spc="110" dirty="0">
                <a:latin typeface="Tw Cen MT" panose="020B0602020104020603"/>
                <a:cs typeface="Tw Cen MT" panose="020B0602020104020603"/>
              </a:rPr>
              <a:t>r</a:t>
            </a:r>
            <a:r>
              <a:rPr sz="2000" spc="-5" dirty="0">
                <a:latin typeface="Tw Cen MT" panose="020B0602020104020603"/>
                <a:cs typeface="Tw Cen MT" panose="020B0602020104020603"/>
              </a:rPr>
              <a:t>visor</a:t>
            </a:r>
            <a:r>
              <a:rPr sz="2000" dirty="0">
                <a:latin typeface="Tw Cen MT" panose="020B0602020104020603"/>
                <a:cs typeface="Tw Cen MT" panose="020B0602020104020603"/>
              </a:rPr>
              <a:t>s</a:t>
            </a:r>
            <a:r>
              <a:rPr sz="2000" spc="-5" dirty="0">
                <a:latin typeface="Tw Cen MT" panose="020B0602020104020603"/>
                <a:cs typeface="Tw Cen MT" panose="020B0602020104020603"/>
              </a:rPr>
              <a:t> th</a:t>
            </a:r>
            <a:r>
              <a:rPr sz="2000" spc="-10" dirty="0">
                <a:latin typeface="Tw Cen MT" panose="020B0602020104020603"/>
                <a:cs typeface="Tw Cen MT" panose="020B0602020104020603"/>
              </a:rPr>
              <a:t>a</a:t>
            </a:r>
            <a:r>
              <a:rPr sz="2000" spc="-5" dirty="0">
                <a:latin typeface="Tw Cen MT" panose="020B0602020104020603"/>
                <a:cs typeface="Tw Cen MT" panose="020B0602020104020603"/>
              </a:rPr>
              <a:t>t</a:t>
            </a:r>
            <a:r>
              <a:rPr sz="2000" dirty="0">
                <a:latin typeface="Tw Cen MT" panose="020B0602020104020603"/>
                <a:cs typeface="Tw Cen MT" panose="020B0602020104020603"/>
              </a:rPr>
              <a:t> </a:t>
            </a:r>
            <a:r>
              <a:rPr sz="2000" spc="50">
                <a:latin typeface="Tw Cen MT" panose="020B0602020104020603"/>
                <a:cs typeface="Tw Cen MT" panose="020B0602020104020603"/>
              </a:rPr>
              <a:t>r</a:t>
            </a:r>
            <a:r>
              <a:rPr sz="2000" spc="-5">
                <a:latin typeface="Tw Cen MT" panose="020B0602020104020603"/>
                <a:cs typeface="Tw Cen MT" panose="020B0602020104020603"/>
              </a:rPr>
              <a:t>un</a:t>
            </a:r>
            <a:r>
              <a:rPr sz="2000">
                <a:latin typeface="Tw Cen MT" panose="020B0602020104020603"/>
                <a:cs typeface="Tw Cen MT" panose="020B0602020104020603"/>
              </a:rPr>
              <a:t> </a:t>
            </a:r>
            <a:r>
              <a:rPr sz="2000" spc="-5">
                <a:latin typeface="Tw Cen MT" panose="020B0602020104020603"/>
                <a:cs typeface="Tw Cen MT" panose="020B0602020104020603"/>
              </a:rPr>
              <a:t>VM</a:t>
            </a:r>
            <a:r>
              <a:rPr sz="2000">
                <a:latin typeface="Tw Cen MT" panose="020B0602020104020603"/>
                <a:cs typeface="Tw Cen MT" panose="020B0602020104020603"/>
              </a:rPr>
              <a:t>s</a:t>
            </a:r>
            <a:r>
              <a:rPr lang="en-US" sz="2000" dirty="0">
                <a:latin typeface="Tw Cen MT" panose="020B0602020104020603"/>
                <a:cs typeface="Tw Cen MT" panose="020B0602020104020603"/>
              </a:rPr>
              <a:t> </a:t>
            </a:r>
            <a:r>
              <a:rPr lang="en-US" sz="2000" spc="-5" dirty="0">
                <a:latin typeface="Tw Cen MT" panose="020B0602020104020603"/>
                <a:cs typeface="Tw Cen MT" panose="020B0602020104020603"/>
              </a:rPr>
              <a:t>offering se</a:t>
            </a:r>
            <a:r>
              <a:rPr lang="en-US" sz="2000" spc="110" dirty="0">
                <a:latin typeface="Tw Cen MT" panose="020B0602020104020603"/>
                <a:cs typeface="Tw Cen MT" panose="020B0602020104020603"/>
              </a:rPr>
              <a:t>r</a:t>
            </a:r>
            <a:r>
              <a:rPr lang="en-US" sz="2000" spc="-5" dirty="0">
                <a:latin typeface="Tw Cen MT" panose="020B0602020104020603"/>
                <a:cs typeface="Tw Cen MT" panose="020B0602020104020603"/>
              </a:rPr>
              <a:t>vi</a:t>
            </a:r>
            <a:r>
              <a:rPr lang="en-US" sz="2000" spc="-10" dirty="0">
                <a:latin typeface="Tw Cen MT" panose="020B0602020104020603"/>
                <a:cs typeface="Tw Cen MT" panose="020B0602020104020603"/>
              </a:rPr>
              <a:t>c</a:t>
            </a:r>
            <a:r>
              <a:rPr lang="en-US" sz="2000" spc="-5" dirty="0">
                <a:latin typeface="Tw Cen MT" panose="020B0602020104020603"/>
                <a:cs typeface="Tw Cen MT" panose="020B0602020104020603"/>
              </a:rPr>
              <a:t>e</a:t>
            </a:r>
            <a:r>
              <a:rPr lang="en-US" sz="2000" dirty="0">
                <a:latin typeface="Tw Cen MT" panose="020B0602020104020603"/>
                <a:cs typeface="Tw Cen MT" panose="020B0602020104020603"/>
              </a:rPr>
              <a:t>s</a:t>
            </a:r>
            <a:r>
              <a:rPr lang="en-US" sz="2000" spc="-5" dirty="0">
                <a:latin typeface="Tw Cen MT" panose="020B0602020104020603"/>
                <a:cs typeface="Tw Cen MT" panose="020B0602020104020603"/>
              </a:rPr>
              <a:t> t</a:t>
            </a:r>
            <a:r>
              <a:rPr lang="en-US" sz="2000" dirty="0">
                <a:latin typeface="Tw Cen MT" panose="020B0602020104020603"/>
                <a:cs typeface="Tw Cen MT" panose="020B0602020104020603"/>
              </a:rPr>
              <a:t>o</a:t>
            </a:r>
            <a:r>
              <a:rPr lang="en-US" sz="2000" spc="-5" dirty="0">
                <a:latin typeface="Tw Cen MT" panose="020B0602020104020603"/>
                <a:cs typeface="Tw Cen MT" panose="020B0602020104020603"/>
              </a:rPr>
              <a:t> user</a:t>
            </a:r>
            <a:r>
              <a:rPr lang="en-US" sz="2000" spc="-35" dirty="0">
                <a:latin typeface="Tw Cen MT" panose="020B0602020104020603"/>
                <a:cs typeface="Tw Cen MT" panose="020B0602020104020603"/>
              </a:rPr>
              <a:t>s</a:t>
            </a:r>
            <a:r>
              <a:rPr lang="en-US" sz="2000" dirty="0">
                <a:latin typeface="Tw Cen MT" panose="020B0602020104020603"/>
                <a:cs typeface="Tw Cen MT" panose="020B0602020104020603"/>
              </a:rPr>
              <a:t>. </a:t>
            </a:r>
          </a:p>
          <a:p>
            <a:pPr marL="815340" marR="5080" indent="-319405">
              <a:spcBef>
                <a:spcPts val="700"/>
              </a:spcBef>
              <a:buClr>
                <a:srgbClr val="DD8046"/>
              </a:buClr>
              <a:buSzPct val="60000"/>
              <a:buFont typeface="Wingdings" panose="05000000000000000000"/>
              <a:buChar char=""/>
              <a:tabLst>
                <a:tab pos="815975" algn="l"/>
              </a:tabLst>
            </a:pPr>
            <a:r>
              <a:rPr lang="en-US" sz="2000" spc="-5" dirty="0">
                <a:latin typeface="Tw Cen MT" panose="020B0602020104020603"/>
                <a:cs typeface="Tw Cen MT" panose="020B0602020104020603"/>
              </a:rPr>
              <a:t>su</a:t>
            </a:r>
            <a:r>
              <a:rPr lang="en-US" sz="2000" spc="-10" dirty="0">
                <a:latin typeface="Tw Cen MT" panose="020B0602020104020603"/>
                <a:cs typeface="Tw Cen MT" panose="020B0602020104020603"/>
              </a:rPr>
              <a:t>pp</a:t>
            </a:r>
            <a:r>
              <a:rPr lang="en-US" sz="2000" spc="-5" dirty="0">
                <a:latin typeface="Tw Cen MT" panose="020B0602020104020603"/>
                <a:cs typeface="Tw Cen MT" panose="020B0602020104020603"/>
              </a:rPr>
              <a:t>o</a:t>
            </a:r>
            <a:r>
              <a:rPr lang="en-US" sz="2000" spc="50" dirty="0">
                <a:latin typeface="Tw Cen MT" panose="020B0602020104020603"/>
                <a:cs typeface="Tw Cen MT" panose="020B0602020104020603"/>
              </a:rPr>
              <a:t>r</a:t>
            </a:r>
            <a:r>
              <a:rPr lang="en-US" sz="2000" spc="-5" dirty="0">
                <a:latin typeface="Tw Cen MT" panose="020B0602020104020603"/>
                <a:cs typeface="Tw Cen MT" panose="020B0602020104020603"/>
              </a:rPr>
              <a:t>t</a:t>
            </a:r>
            <a:r>
              <a:rPr lang="en-US" sz="2000" dirty="0">
                <a:latin typeface="Tw Cen MT" panose="020B0602020104020603"/>
                <a:cs typeface="Tw Cen MT" panose="020B0602020104020603"/>
              </a:rPr>
              <a:t> </a:t>
            </a:r>
            <a:r>
              <a:rPr lang="en-US" sz="2000" spc="-5" dirty="0">
                <a:solidFill>
                  <a:srgbClr val="00B050"/>
                </a:solidFill>
                <a:latin typeface="Tw Cen MT" panose="020B0602020104020603"/>
                <a:cs typeface="Tw Cen MT" panose="020B0602020104020603"/>
              </a:rPr>
              <a:t>h</a:t>
            </a:r>
            <a:r>
              <a:rPr lang="en-US" sz="2000" spc="-10" dirty="0">
                <a:solidFill>
                  <a:srgbClr val="00B050"/>
                </a:solidFill>
                <a:latin typeface="Tw Cen MT" panose="020B0602020104020603"/>
                <a:cs typeface="Tw Cen MT" panose="020B0602020104020603"/>
              </a:rPr>
              <a:t>a</a:t>
            </a:r>
            <a:r>
              <a:rPr lang="en-US" sz="2000" spc="-5" dirty="0">
                <a:solidFill>
                  <a:srgbClr val="00B050"/>
                </a:solidFill>
                <a:latin typeface="Tw Cen MT" panose="020B0602020104020603"/>
                <a:cs typeface="Tw Cen MT" panose="020B0602020104020603"/>
              </a:rPr>
              <a:t>r</a:t>
            </a:r>
            <a:r>
              <a:rPr lang="en-US" sz="2000" spc="-70" dirty="0">
                <a:solidFill>
                  <a:srgbClr val="00B050"/>
                </a:solidFill>
                <a:latin typeface="Tw Cen MT" panose="020B0602020104020603"/>
                <a:cs typeface="Tw Cen MT" panose="020B0602020104020603"/>
              </a:rPr>
              <a:t>d</a:t>
            </a:r>
            <a:r>
              <a:rPr lang="en-US" sz="2000" spc="-120" dirty="0">
                <a:solidFill>
                  <a:srgbClr val="00B050"/>
                </a:solidFill>
                <a:latin typeface="Tw Cen MT" panose="020B0602020104020603"/>
                <a:cs typeface="Tw Cen MT" panose="020B0602020104020603"/>
              </a:rPr>
              <a:t>w</a:t>
            </a:r>
            <a:r>
              <a:rPr lang="en-US" sz="2000" spc="-10" dirty="0">
                <a:solidFill>
                  <a:srgbClr val="00B050"/>
                </a:solidFill>
                <a:latin typeface="Tw Cen MT" panose="020B0602020104020603"/>
                <a:cs typeface="Tw Cen MT" panose="020B0602020104020603"/>
              </a:rPr>
              <a:t>a</a:t>
            </a:r>
            <a:r>
              <a:rPr lang="en-US" sz="2000" spc="-5" dirty="0">
                <a:solidFill>
                  <a:srgbClr val="00B050"/>
                </a:solidFill>
                <a:latin typeface="Tw Cen MT" panose="020B0602020104020603"/>
                <a:cs typeface="Tw Cen MT" panose="020B0602020104020603"/>
              </a:rPr>
              <a:t>r</a:t>
            </a:r>
            <a:r>
              <a:rPr lang="en-US" sz="2000" dirty="0">
                <a:solidFill>
                  <a:srgbClr val="00B050"/>
                </a:solidFill>
                <a:latin typeface="Tw Cen MT" panose="020B0602020104020603"/>
                <a:cs typeface="Tw Cen MT" panose="020B0602020104020603"/>
              </a:rPr>
              <a:t>e</a:t>
            </a:r>
            <a:r>
              <a:rPr lang="en-US" sz="2000" spc="-5" dirty="0">
                <a:solidFill>
                  <a:srgbClr val="00B050"/>
                </a:solidFill>
                <a:latin typeface="Tw Cen MT" panose="020B0602020104020603"/>
                <a:cs typeface="Tw Cen MT" panose="020B0602020104020603"/>
              </a:rPr>
              <a:t> vi</a:t>
            </a:r>
            <a:r>
              <a:rPr lang="en-US" sz="2000" spc="50" dirty="0">
                <a:solidFill>
                  <a:srgbClr val="00B050"/>
                </a:solidFill>
                <a:latin typeface="Tw Cen MT" panose="020B0602020104020603"/>
                <a:cs typeface="Tw Cen MT" panose="020B0602020104020603"/>
              </a:rPr>
              <a:t>r</a:t>
            </a:r>
            <a:r>
              <a:rPr lang="en-US" sz="2000" spc="-5" dirty="0">
                <a:solidFill>
                  <a:srgbClr val="00B050"/>
                </a:solidFill>
                <a:latin typeface="Tw Cen MT" panose="020B0602020104020603"/>
                <a:cs typeface="Tw Cen MT" panose="020B0602020104020603"/>
              </a:rPr>
              <a:t>tu</a:t>
            </a:r>
            <a:r>
              <a:rPr lang="en-US" sz="2000" spc="-10" dirty="0">
                <a:solidFill>
                  <a:srgbClr val="00B050"/>
                </a:solidFill>
                <a:latin typeface="Tw Cen MT" panose="020B0602020104020603"/>
                <a:cs typeface="Tw Cen MT" panose="020B0602020104020603"/>
              </a:rPr>
              <a:t>a</a:t>
            </a:r>
            <a:r>
              <a:rPr lang="en-US" sz="2000" spc="-5" dirty="0">
                <a:solidFill>
                  <a:srgbClr val="00B050"/>
                </a:solidFill>
                <a:latin typeface="Tw Cen MT" panose="020B0602020104020603"/>
                <a:cs typeface="Tw Cen MT" panose="020B0602020104020603"/>
              </a:rPr>
              <a:t>liz</a:t>
            </a:r>
            <a:r>
              <a:rPr lang="en-US" sz="2000" spc="-10" dirty="0">
                <a:solidFill>
                  <a:srgbClr val="00B050"/>
                </a:solidFill>
                <a:latin typeface="Tw Cen MT" panose="020B0602020104020603"/>
                <a:cs typeface="Tw Cen MT" panose="020B0602020104020603"/>
              </a:rPr>
              <a:t>a</a:t>
            </a:r>
            <a:r>
              <a:rPr lang="en-US" sz="2000" spc="-5" dirty="0">
                <a:solidFill>
                  <a:srgbClr val="00B050"/>
                </a:solidFill>
                <a:latin typeface="Tw Cen MT" panose="020B0602020104020603"/>
                <a:cs typeface="Tw Cen MT" panose="020B0602020104020603"/>
              </a:rPr>
              <a:t>tion</a:t>
            </a:r>
            <a:r>
              <a:rPr lang="en-US" sz="2000" dirty="0">
                <a:solidFill>
                  <a:srgbClr val="00B050"/>
                </a:solidFill>
                <a:latin typeface="Tw Cen MT" panose="020B0602020104020603"/>
                <a:cs typeface="Tw Cen MT" panose="020B0602020104020603"/>
              </a:rPr>
              <a:t>.</a:t>
            </a:r>
            <a:endParaRPr lang="en-US" sz="2000" dirty="0">
              <a:latin typeface="Tw Cen MT" panose="020B0602020104020603"/>
              <a:cs typeface="Tw Cen MT" panose="020B0602020104020603"/>
            </a:endParaRPr>
          </a:p>
          <a:p>
            <a:pPr marL="815340" marR="5080" indent="-319405">
              <a:spcBef>
                <a:spcPts val="700"/>
              </a:spcBef>
              <a:buClr>
                <a:srgbClr val="DD8046"/>
              </a:buClr>
              <a:buSzPct val="60000"/>
              <a:tabLst>
                <a:tab pos="815975" algn="l"/>
              </a:tabLst>
            </a:pPr>
            <a:r>
              <a:rPr lang="en-US" sz="2400" u="sng" spc="-5" dirty="0">
                <a:latin typeface="Tw Cen MT" panose="020B0602020104020603"/>
                <a:cs typeface="Tw Cen MT" panose="020B0602020104020603"/>
              </a:rPr>
              <a:t>Type-2 Hypervisor: </a:t>
            </a:r>
            <a:r>
              <a:rPr sz="2400" spc="-5">
                <a:latin typeface="Tw Cen MT" panose="020B0602020104020603"/>
                <a:cs typeface="Tw Cen MT" panose="020B0602020104020603"/>
              </a:rPr>
              <a:t> </a:t>
            </a:r>
            <a:endParaRPr lang="en-US" sz="2000" dirty="0">
              <a:latin typeface="Tw Cen MT" panose="020B0602020104020603"/>
              <a:cs typeface="Tw Cen MT" panose="020B0602020104020603"/>
            </a:endParaRPr>
          </a:p>
          <a:p>
            <a:pPr marL="861695" indent="-319405">
              <a:lnSpc>
                <a:spcPct val="100000"/>
              </a:lnSpc>
              <a:buClr>
                <a:srgbClr val="DD8046"/>
              </a:buClr>
              <a:buSzPct val="60000"/>
              <a:buFont typeface="Wingdings" panose="05000000000000000000"/>
              <a:buChar char=""/>
              <a:tabLst>
                <a:tab pos="862330" algn="l"/>
              </a:tabLst>
            </a:pPr>
            <a:r>
              <a:rPr lang="en-US" sz="2000" spc="-10" dirty="0">
                <a:latin typeface="Tw Cen MT" panose="020B0602020104020603"/>
                <a:cs typeface="Tw Cen MT" panose="020B0602020104020603"/>
              </a:rPr>
              <a:t>L</a:t>
            </a:r>
            <a:r>
              <a:rPr lang="en-US" sz="2000" spc="-5" dirty="0">
                <a:latin typeface="Tw Cen MT" panose="020B0602020104020603"/>
                <a:cs typeface="Tw Cen MT" panose="020B0602020104020603"/>
              </a:rPr>
              <a:t>es</a:t>
            </a:r>
            <a:r>
              <a:rPr lang="en-US" sz="2000" dirty="0">
                <a:latin typeface="Tw Cen MT" panose="020B0602020104020603"/>
                <a:cs typeface="Tw Cen MT" panose="020B0602020104020603"/>
              </a:rPr>
              <a:t>s</a:t>
            </a:r>
            <a:r>
              <a:rPr lang="en-US" sz="2000" spc="-5" dirty="0">
                <a:latin typeface="Tw Cen MT" panose="020B0602020104020603"/>
                <a:cs typeface="Tw Cen MT" panose="020B0602020104020603"/>
              </a:rPr>
              <a:t> effi</a:t>
            </a:r>
            <a:r>
              <a:rPr lang="en-US" sz="2000" spc="-10" dirty="0">
                <a:latin typeface="Tw Cen MT" panose="020B0602020104020603"/>
                <a:cs typeface="Tw Cen MT" panose="020B0602020104020603"/>
              </a:rPr>
              <a:t>c</a:t>
            </a:r>
            <a:r>
              <a:rPr lang="en-US" sz="2000" spc="-5" dirty="0">
                <a:latin typeface="Tw Cen MT" panose="020B0602020104020603"/>
                <a:cs typeface="Tw Cen MT" panose="020B0602020104020603"/>
              </a:rPr>
              <a:t>ient</a:t>
            </a:r>
            <a:endParaRPr lang="en-US" sz="2000" dirty="0">
              <a:latin typeface="Tw Cen MT" panose="020B0602020104020603"/>
              <a:cs typeface="Tw Cen MT" panose="020B0602020104020603"/>
            </a:endParaRPr>
          </a:p>
          <a:p>
            <a:pPr marL="861695" indent="-319405">
              <a:lnSpc>
                <a:spcPct val="100000"/>
              </a:lnSpc>
              <a:spcBef>
                <a:spcPts val="700"/>
              </a:spcBef>
              <a:buClr>
                <a:srgbClr val="DD8046"/>
              </a:buClr>
              <a:buSzPct val="59000"/>
              <a:buFont typeface="Wingdings" panose="05000000000000000000"/>
              <a:buChar char=""/>
              <a:tabLst>
                <a:tab pos="862330" algn="l"/>
              </a:tabLst>
            </a:pPr>
            <a:r>
              <a:rPr lang="en-US" sz="2000" spc="-10" dirty="0">
                <a:latin typeface="Tw Cen MT" panose="020B0602020104020603"/>
                <a:cs typeface="Tw Cen MT" panose="020B0602020104020603"/>
              </a:rPr>
              <a:t>L</a:t>
            </a:r>
            <a:r>
              <a:rPr lang="en-US" sz="2000" spc="-5" dirty="0">
                <a:latin typeface="Tw Cen MT" panose="020B0602020104020603"/>
                <a:cs typeface="Tw Cen MT" panose="020B0602020104020603"/>
              </a:rPr>
              <a:t>es</a:t>
            </a:r>
            <a:r>
              <a:rPr lang="en-US" sz="2000" dirty="0">
                <a:latin typeface="Tw Cen MT" panose="020B0602020104020603"/>
                <a:cs typeface="Tw Cen MT" panose="020B0602020104020603"/>
              </a:rPr>
              <a:t>s</a:t>
            </a:r>
            <a:r>
              <a:rPr lang="en-US" sz="2000" spc="-5" dirty="0">
                <a:latin typeface="Tw Cen MT" panose="020B0602020104020603"/>
                <a:cs typeface="Tw Cen MT" panose="020B0602020104020603"/>
              </a:rPr>
              <a:t> fl</a:t>
            </a:r>
            <a:r>
              <a:rPr lang="en-US" sz="2000" spc="-95" dirty="0">
                <a:latin typeface="Tw Cen MT" panose="020B0602020104020603"/>
                <a:cs typeface="Tw Cen MT" panose="020B0602020104020603"/>
              </a:rPr>
              <a:t>e</a:t>
            </a:r>
            <a:r>
              <a:rPr lang="en-US" sz="2000" spc="-5" dirty="0">
                <a:latin typeface="Tw Cen MT" panose="020B0602020104020603"/>
                <a:cs typeface="Tw Cen MT" panose="020B0602020104020603"/>
              </a:rPr>
              <a:t>xi</a:t>
            </a:r>
            <a:r>
              <a:rPr lang="en-US" sz="2000" spc="-10" dirty="0">
                <a:latin typeface="Tw Cen MT" panose="020B0602020104020603"/>
                <a:cs typeface="Tw Cen MT" panose="020B0602020104020603"/>
              </a:rPr>
              <a:t>b</a:t>
            </a:r>
            <a:r>
              <a:rPr lang="en-US" sz="2000" spc="-5" dirty="0">
                <a:latin typeface="Tw Cen MT" panose="020B0602020104020603"/>
                <a:cs typeface="Tw Cen MT" panose="020B0602020104020603"/>
              </a:rPr>
              <a:t>l</a:t>
            </a:r>
            <a:r>
              <a:rPr lang="en-US" sz="2000" dirty="0">
                <a:latin typeface="Tw Cen MT" panose="020B0602020104020603"/>
                <a:cs typeface="Tw Cen MT" panose="020B0602020104020603"/>
              </a:rPr>
              <a:t>e</a:t>
            </a:r>
          </a:p>
          <a:p>
            <a:pPr marL="861695" indent="-319405">
              <a:lnSpc>
                <a:spcPct val="100000"/>
              </a:lnSpc>
              <a:spcBef>
                <a:spcPts val="700"/>
              </a:spcBef>
              <a:buClr>
                <a:srgbClr val="DD8046"/>
              </a:buClr>
              <a:buSzPct val="59000"/>
              <a:buFont typeface="Wingdings" panose="05000000000000000000"/>
              <a:buChar char=""/>
              <a:tabLst>
                <a:tab pos="862330" algn="l"/>
              </a:tabLst>
            </a:pPr>
            <a:r>
              <a:rPr lang="en-US" sz="2000" spc="-5" dirty="0">
                <a:latin typeface="Tw Cen MT" panose="020B0602020104020603"/>
                <a:cs typeface="Tw Cen MT" panose="020B0602020104020603"/>
              </a:rPr>
              <a:t>offe</a:t>
            </a:r>
            <a:r>
              <a:rPr lang="en-US" sz="2000" dirty="0">
                <a:latin typeface="Tw Cen MT" panose="020B0602020104020603"/>
                <a:cs typeface="Tw Cen MT" panose="020B0602020104020603"/>
              </a:rPr>
              <a:t>r</a:t>
            </a:r>
            <a:r>
              <a:rPr lang="en-US" sz="2000" spc="-5" dirty="0">
                <a:latin typeface="Tw Cen MT" panose="020B0602020104020603"/>
                <a:cs typeface="Tw Cen MT" panose="020B0602020104020603"/>
              </a:rPr>
              <a:t> </a:t>
            </a:r>
            <a:r>
              <a:rPr lang="en-US" sz="2000" dirty="0">
                <a:latin typeface="Tw Cen MT" panose="020B0602020104020603"/>
                <a:cs typeface="Tw Cen MT" panose="020B0602020104020603"/>
              </a:rPr>
              <a:t>a</a:t>
            </a:r>
            <a:r>
              <a:rPr lang="en-US" sz="2000" spc="-5" dirty="0">
                <a:latin typeface="Tw Cen MT" panose="020B0602020104020603"/>
                <a:cs typeface="Tw Cen MT" panose="020B0602020104020603"/>
              </a:rPr>
              <a:t> </a:t>
            </a:r>
            <a:r>
              <a:rPr lang="en-US" sz="2000" spc="-5" dirty="0">
                <a:solidFill>
                  <a:srgbClr val="FF0000"/>
                </a:solidFill>
                <a:latin typeface="Tw Cen MT" panose="020B0602020104020603"/>
                <a:cs typeface="Tw Cen MT" panose="020B0602020104020603"/>
              </a:rPr>
              <a:t>serie</a:t>
            </a:r>
            <a:r>
              <a:rPr lang="en-US" sz="2000" dirty="0">
                <a:solidFill>
                  <a:srgbClr val="FF0000"/>
                </a:solidFill>
                <a:latin typeface="Tw Cen MT" panose="020B0602020104020603"/>
                <a:cs typeface="Tw Cen MT" panose="020B0602020104020603"/>
              </a:rPr>
              <a:t>s</a:t>
            </a:r>
            <a:r>
              <a:rPr lang="en-US" sz="2000" spc="-5" dirty="0">
                <a:solidFill>
                  <a:srgbClr val="FF0000"/>
                </a:solidFill>
                <a:latin typeface="Tw Cen MT" panose="020B0602020104020603"/>
                <a:cs typeface="Tw Cen MT" panose="020B0602020104020603"/>
              </a:rPr>
              <a:t> o</a:t>
            </a:r>
            <a:r>
              <a:rPr lang="en-US" sz="2000" dirty="0">
                <a:solidFill>
                  <a:srgbClr val="FF0000"/>
                </a:solidFill>
                <a:latin typeface="Tw Cen MT" panose="020B0602020104020603"/>
                <a:cs typeface="Tw Cen MT" panose="020B0602020104020603"/>
              </a:rPr>
              <a:t>f</a:t>
            </a:r>
            <a:r>
              <a:rPr lang="en-US" sz="2000" spc="80" dirty="0">
                <a:solidFill>
                  <a:srgbClr val="FF0000"/>
                </a:solidFill>
                <a:latin typeface="Tw Cen MT" panose="020B0602020104020603"/>
                <a:cs typeface="Tw Cen MT" panose="020B0602020104020603"/>
              </a:rPr>
              <a:t> </a:t>
            </a:r>
            <a:r>
              <a:rPr lang="en-US" sz="2000" spc="-5" dirty="0">
                <a:solidFill>
                  <a:srgbClr val="FF0000"/>
                </a:solidFill>
                <a:latin typeface="Tw Cen MT" panose="020B0602020104020603"/>
                <a:cs typeface="Tw Cen MT" panose="020B0602020104020603"/>
              </a:rPr>
              <a:t>different</a:t>
            </a:r>
            <a:r>
              <a:rPr lang="en-US" sz="2000" dirty="0">
                <a:solidFill>
                  <a:srgbClr val="FF0000"/>
                </a:solidFill>
                <a:latin typeface="Tw Cen MT" panose="020B0602020104020603"/>
                <a:cs typeface="Tw Cen MT" panose="020B0602020104020603"/>
              </a:rPr>
              <a:t> </a:t>
            </a:r>
            <a:r>
              <a:rPr lang="en-US" sz="2000" spc="-5" dirty="0">
                <a:solidFill>
                  <a:srgbClr val="FF0000"/>
                </a:solidFill>
                <a:latin typeface="Tw Cen MT" panose="020B0602020104020603"/>
                <a:cs typeface="Tw Cen MT" panose="020B0602020104020603"/>
              </a:rPr>
              <a:t>se</a:t>
            </a:r>
            <a:r>
              <a:rPr lang="en-US" sz="2000" spc="110" dirty="0">
                <a:solidFill>
                  <a:srgbClr val="FF0000"/>
                </a:solidFill>
                <a:latin typeface="Tw Cen MT" panose="020B0602020104020603"/>
                <a:cs typeface="Tw Cen MT" panose="020B0602020104020603"/>
              </a:rPr>
              <a:t>r</a:t>
            </a:r>
            <a:r>
              <a:rPr lang="en-US" sz="2000" spc="-5" dirty="0">
                <a:solidFill>
                  <a:srgbClr val="FF0000"/>
                </a:solidFill>
                <a:latin typeface="Tw Cen MT" panose="020B0602020104020603"/>
                <a:cs typeface="Tw Cen MT" panose="020B0602020104020603"/>
              </a:rPr>
              <a:t>vi</a:t>
            </a:r>
            <a:r>
              <a:rPr lang="en-US" sz="2000" spc="-10" dirty="0">
                <a:solidFill>
                  <a:srgbClr val="FF0000"/>
                </a:solidFill>
                <a:latin typeface="Tw Cen MT" panose="020B0602020104020603"/>
                <a:cs typeface="Tw Cen MT" panose="020B0602020104020603"/>
              </a:rPr>
              <a:t>c</a:t>
            </a:r>
            <a:r>
              <a:rPr lang="en-US" sz="2000" spc="-5" dirty="0">
                <a:solidFill>
                  <a:srgbClr val="FF0000"/>
                </a:solidFill>
                <a:latin typeface="Tw Cen MT" panose="020B0602020104020603"/>
                <a:cs typeface="Tw Cen MT" panose="020B0602020104020603"/>
              </a:rPr>
              <a:t>e</a:t>
            </a:r>
            <a:r>
              <a:rPr lang="en-US" sz="2000" spc="-35" dirty="0">
                <a:solidFill>
                  <a:srgbClr val="FF0000"/>
                </a:solidFill>
                <a:latin typeface="Tw Cen MT" panose="020B0602020104020603"/>
                <a:cs typeface="Tw Cen MT" panose="020B0602020104020603"/>
              </a:rPr>
              <a:t>s</a:t>
            </a:r>
            <a:r>
              <a:rPr lang="en-US" sz="2000" dirty="0">
                <a:solidFill>
                  <a:srgbClr val="FF0000"/>
                </a:solidFill>
                <a:latin typeface="Tw Cen MT" panose="020B0602020104020603"/>
                <a:cs typeface="Tw Cen MT" panose="020B0602020104020603"/>
              </a:rPr>
              <a:t>.</a:t>
            </a:r>
          </a:p>
          <a:p>
            <a:pPr marL="861695" indent="-319405">
              <a:lnSpc>
                <a:spcPct val="100000"/>
              </a:lnSpc>
              <a:spcBef>
                <a:spcPts val="700"/>
              </a:spcBef>
              <a:buClr>
                <a:srgbClr val="DD8046"/>
              </a:buClr>
              <a:buSzPct val="60000"/>
              <a:buFont typeface="Wingdings" panose="05000000000000000000"/>
              <a:buChar char=""/>
              <a:tabLst>
                <a:tab pos="862330" algn="l"/>
              </a:tabLst>
            </a:pPr>
            <a:r>
              <a:rPr lang="en-US" sz="2000" spc="-35" dirty="0">
                <a:latin typeface="Tw Cen MT" panose="020B0602020104020603"/>
                <a:cs typeface="Tw Cen MT" panose="020B0602020104020603"/>
              </a:rPr>
              <a:t>r</a:t>
            </a:r>
            <a:r>
              <a:rPr lang="en-US" sz="2000" spc="-10" dirty="0">
                <a:latin typeface="Tw Cen MT" panose="020B0602020104020603"/>
                <a:cs typeface="Tw Cen MT" panose="020B0602020104020603"/>
              </a:rPr>
              <a:t>a</a:t>
            </a:r>
            <a:r>
              <a:rPr lang="en-US" sz="2000" spc="-5" dirty="0">
                <a:latin typeface="Tw Cen MT" panose="020B0602020104020603"/>
                <a:cs typeface="Tw Cen MT" panose="020B0602020104020603"/>
              </a:rPr>
              <a:t>rel</a:t>
            </a:r>
            <a:r>
              <a:rPr lang="en-US" sz="2000" dirty="0">
                <a:latin typeface="Tw Cen MT" panose="020B0602020104020603"/>
                <a:cs typeface="Tw Cen MT" panose="020B0602020104020603"/>
              </a:rPr>
              <a:t>y</a:t>
            </a:r>
            <a:r>
              <a:rPr lang="en-US" sz="2000" spc="-5" dirty="0">
                <a:latin typeface="Tw Cen MT" panose="020B0602020104020603"/>
                <a:cs typeface="Tw Cen MT" panose="020B0602020104020603"/>
              </a:rPr>
              <a:t> used in</a:t>
            </a:r>
            <a:r>
              <a:rPr lang="en-US" sz="2000" dirty="0">
                <a:latin typeface="Tw Cen MT" panose="020B0602020104020603"/>
                <a:cs typeface="Tw Cen MT" panose="020B0602020104020603"/>
              </a:rPr>
              <a:t> </a:t>
            </a:r>
            <a:r>
              <a:rPr lang="en-US" sz="2000" spc="-5" dirty="0">
                <a:latin typeface="Tw Cen MT" panose="020B0602020104020603"/>
                <a:cs typeface="Tw Cen MT" panose="020B0602020104020603"/>
              </a:rPr>
              <a:t>p</a:t>
            </a:r>
            <a:r>
              <a:rPr lang="en-US" sz="2000" spc="-65" dirty="0">
                <a:latin typeface="Tw Cen MT" panose="020B0602020104020603"/>
                <a:cs typeface="Tw Cen MT" panose="020B0602020104020603"/>
              </a:rPr>
              <a:t>r</a:t>
            </a:r>
            <a:r>
              <a:rPr lang="en-US" sz="2000" spc="-5" dirty="0">
                <a:latin typeface="Tw Cen MT" panose="020B0602020104020603"/>
                <a:cs typeface="Tw Cen MT" panose="020B0602020104020603"/>
              </a:rPr>
              <a:t>o</a:t>
            </a:r>
            <a:r>
              <a:rPr lang="en-US" sz="2000" spc="-10" dirty="0">
                <a:latin typeface="Tw Cen MT" panose="020B0602020104020603"/>
                <a:cs typeface="Tw Cen MT" panose="020B0602020104020603"/>
              </a:rPr>
              <a:t>d</a:t>
            </a:r>
            <a:r>
              <a:rPr lang="en-US" sz="2000" spc="-5" dirty="0">
                <a:latin typeface="Tw Cen MT" panose="020B0602020104020603"/>
                <a:cs typeface="Tw Cen MT" panose="020B0602020104020603"/>
              </a:rPr>
              <a:t>u</a:t>
            </a:r>
            <a:r>
              <a:rPr lang="en-US" sz="2000" spc="-10" dirty="0">
                <a:latin typeface="Tw Cen MT" panose="020B0602020104020603"/>
                <a:cs typeface="Tw Cen MT" panose="020B0602020104020603"/>
              </a:rPr>
              <a:t>c</a:t>
            </a:r>
            <a:r>
              <a:rPr lang="en-US" sz="2000" spc="-5" dirty="0">
                <a:latin typeface="Tw Cen MT" panose="020B0602020104020603"/>
                <a:cs typeface="Tw Cen MT" panose="020B0602020104020603"/>
              </a:rPr>
              <a:t>tion</a:t>
            </a:r>
            <a:r>
              <a:rPr lang="en-US" sz="2000" dirty="0">
                <a:latin typeface="Tw Cen MT" panose="020B0602020104020603"/>
                <a:cs typeface="Tw Cen MT" panose="020B0602020104020603"/>
              </a:rPr>
              <a:t>.</a:t>
            </a:r>
          </a:p>
          <a:p>
            <a:pPr marL="861695" indent="-319405">
              <a:spcBef>
                <a:spcPts val="700"/>
              </a:spcBef>
              <a:buClr>
                <a:srgbClr val="DD8046"/>
              </a:buClr>
              <a:buSzPct val="60000"/>
              <a:buFont typeface="Wingdings" panose="05000000000000000000"/>
              <a:buChar char=""/>
              <a:tabLst>
                <a:tab pos="862330" algn="l"/>
              </a:tabLst>
            </a:pPr>
            <a:r>
              <a:rPr lang="en-US" sz="2000" spc="-5" dirty="0">
                <a:latin typeface="Tw Cen MT" panose="020B0602020104020603"/>
                <a:cs typeface="Tw Cen MT" panose="020B0602020104020603"/>
              </a:rPr>
              <a:t>per</a:t>
            </a:r>
            <a:r>
              <a:rPr lang="en-US" sz="2000" spc="-65" dirty="0">
                <a:latin typeface="Tw Cen MT" panose="020B0602020104020603"/>
                <a:cs typeface="Tw Cen MT" panose="020B0602020104020603"/>
              </a:rPr>
              <a:t>f</a:t>
            </a:r>
            <a:r>
              <a:rPr lang="en-US" sz="2000" spc="-5" dirty="0">
                <a:latin typeface="Tw Cen MT" panose="020B0602020104020603"/>
                <a:cs typeface="Tw Cen MT" panose="020B0602020104020603"/>
              </a:rPr>
              <a:t>o</a:t>
            </a:r>
            <a:r>
              <a:rPr lang="en-US" sz="2000" spc="50" dirty="0">
                <a:latin typeface="Tw Cen MT" panose="020B0602020104020603"/>
                <a:cs typeface="Tw Cen MT" panose="020B0602020104020603"/>
              </a:rPr>
              <a:t>r</a:t>
            </a:r>
            <a:r>
              <a:rPr lang="en-US" sz="2000" dirty="0">
                <a:latin typeface="Tw Cen MT" panose="020B0602020104020603"/>
                <a:cs typeface="Tw Cen MT" panose="020B0602020104020603"/>
              </a:rPr>
              <a:t>m</a:t>
            </a:r>
            <a:r>
              <a:rPr lang="en-US" sz="2000" spc="-5" dirty="0">
                <a:latin typeface="Tw Cen MT" panose="020B0602020104020603"/>
                <a:cs typeface="Tw Cen MT" panose="020B0602020104020603"/>
              </a:rPr>
              <a:t> </a:t>
            </a:r>
            <a:r>
              <a:rPr lang="en-US" sz="2000" spc="-5" dirty="0">
                <a:solidFill>
                  <a:srgbClr val="00B050"/>
                </a:solidFill>
                <a:latin typeface="Tw Cen MT" panose="020B0602020104020603"/>
                <a:cs typeface="Tw Cen MT" panose="020B0602020104020603"/>
              </a:rPr>
              <a:t>soft</a:t>
            </a:r>
            <a:r>
              <a:rPr lang="en-US" sz="2000" spc="-120" dirty="0">
                <a:solidFill>
                  <a:srgbClr val="00B050"/>
                </a:solidFill>
                <a:latin typeface="Tw Cen MT" panose="020B0602020104020603"/>
                <a:cs typeface="Tw Cen MT" panose="020B0602020104020603"/>
              </a:rPr>
              <a:t>w</a:t>
            </a:r>
            <a:r>
              <a:rPr lang="en-US" sz="2000" spc="-10" dirty="0">
                <a:solidFill>
                  <a:srgbClr val="00B050"/>
                </a:solidFill>
                <a:latin typeface="Tw Cen MT" panose="020B0602020104020603"/>
                <a:cs typeface="Tw Cen MT" panose="020B0602020104020603"/>
              </a:rPr>
              <a:t>a</a:t>
            </a:r>
            <a:r>
              <a:rPr lang="en-US" sz="2000" spc="-5" dirty="0">
                <a:solidFill>
                  <a:srgbClr val="00B050"/>
                </a:solidFill>
                <a:latin typeface="Tw Cen MT" panose="020B0602020104020603"/>
                <a:cs typeface="Tw Cen MT" panose="020B0602020104020603"/>
              </a:rPr>
              <a:t>r</a:t>
            </a:r>
            <a:r>
              <a:rPr lang="en-US" sz="2000" dirty="0">
                <a:solidFill>
                  <a:srgbClr val="00B050"/>
                </a:solidFill>
                <a:latin typeface="Tw Cen MT" panose="020B0602020104020603"/>
                <a:cs typeface="Tw Cen MT" panose="020B0602020104020603"/>
              </a:rPr>
              <a:t>e</a:t>
            </a:r>
            <a:r>
              <a:rPr lang="en-US" sz="2000" spc="-5" dirty="0">
                <a:solidFill>
                  <a:srgbClr val="00B050"/>
                </a:solidFill>
                <a:latin typeface="Tw Cen MT" panose="020B0602020104020603"/>
                <a:cs typeface="Tw Cen MT" panose="020B0602020104020603"/>
              </a:rPr>
              <a:t> vi</a:t>
            </a:r>
            <a:r>
              <a:rPr lang="en-US" sz="2000" spc="50" dirty="0">
                <a:solidFill>
                  <a:srgbClr val="00B050"/>
                </a:solidFill>
                <a:latin typeface="Tw Cen MT" panose="020B0602020104020603"/>
                <a:cs typeface="Tw Cen MT" panose="020B0602020104020603"/>
              </a:rPr>
              <a:t>r</a:t>
            </a:r>
            <a:r>
              <a:rPr lang="en-US" sz="2000" spc="-5" dirty="0">
                <a:solidFill>
                  <a:srgbClr val="00B050"/>
                </a:solidFill>
                <a:latin typeface="Tw Cen MT" panose="020B0602020104020603"/>
                <a:cs typeface="Tw Cen MT" panose="020B0602020104020603"/>
              </a:rPr>
              <a:t>tu</a:t>
            </a:r>
            <a:r>
              <a:rPr lang="en-US" sz="2000" spc="-10" dirty="0">
                <a:solidFill>
                  <a:srgbClr val="00B050"/>
                </a:solidFill>
                <a:latin typeface="Tw Cen MT" panose="020B0602020104020603"/>
                <a:cs typeface="Tw Cen MT" panose="020B0602020104020603"/>
              </a:rPr>
              <a:t>a</a:t>
            </a:r>
            <a:r>
              <a:rPr lang="en-US" sz="2000" spc="-5" dirty="0">
                <a:solidFill>
                  <a:srgbClr val="00B050"/>
                </a:solidFill>
                <a:latin typeface="Tw Cen MT" panose="020B0602020104020603"/>
                <a:cs typeface="Tw Cen MT" panose="020B0602020104020603"/>
              </a:rPr>
              <a:t>liz</a:t>
            </a:r>
            <a:r>
              <a:rPr lang="en-US" sz="2000" spc="-10" dirty="0">
                <a:solidFill>
                  <a:srgbClr val="00B050"/>
                </a:solidFill>
                <a:latin typeface="Tw Cen MT" panose="020B0602020104020603"/>
                <a:cs typeface="Tw Cen MT" panose="020B0602020104020603"/>
              </a:rPr>
              <a:t>a</a:t>
            </a:r>
            <a:r>
              <a:rPr lang="en-US" sz="2000" spc="-5" dirty="0">
                <a:solidFill>
                  <a:srgbClr val="00B050"/>
                </a:solidFill>
                <a:latin typeface="Tw Cen MT" panose="020B0602020104020603"/>
                <a:cs typeface="Tw Cen MT" panose="020B0602020104020603"/>
              </a:rPr>
              <a:t>tion</a:t>
            </a:r>
            <a:r>
              <a:rPr lang="en-US" sz="2000" dirty="0">
                <a:solidFill>
                  <a:srgbClr val="00B050"/>
                </a:solidFill>
                <a:latin typeface="Tw Cen MT" panose="020B0602020104020603"/>
                <a:cs typeface="Tw Cen MT" panose="020B0602020104020603"/>
              </a:rPr>
              <a:t>.</a:t>
            </a:r>
          </a:p>
          <a:p>
            <a:pPr marL="861695" indent="-319405">
              <a:lnSpc>
                <a:spcPct val="100000"/>
              </a:lnSpc>
              <a:spcBef>
                <a:spcPts val="700"/>
              </a:spcBef>
              <a:buClr>
                <a:srgbClr val="DD8046"/>
              </a:buClr>
              <a:buSzPct val="60000"/>
              <a:buFont typeface="Wingdings" panose="05000000000000000000"/>
              <a:buChar char=""/>
              <a:tabLst>
                <a:tab pos="862330" algn="l"/>
              </a:tabLst>
            </a:pPr>
            <a:endParaRPr lang="en-US" sz="2000" dirty="0">
              <a:latin typeface="Tw Cen MT" panose="020B0602020104020603"/>
              <a:cs typeface="Tw Cen MT" panose="020B0602020104020603"/>
            </a:endParaRPr>
          </a:p>
          <a:p>
            <a:pPr marL="815340" marR="5080" indent="-319405">
              <a:lnSpc>
                <a:spcPct val="100000"/>
              </a:lnSpc>
              <a:spcBef>
                <a:spcPts val="700"/>
              </a:spcBef>
              <a:buClr>
                <a:srgbClr val="DD8046"/>
              </a:buClr>
              <a:buSzPct val="60000"/>
              <a:buFont typeface="Wingdings" panose="05000000000000000000"/>
              <a:buChar char=""/>
              <a:tabLst>
                <a:tab pos="815975" algn="l"/>
              </a:tabLst>
            </a:pPr>
            <a:endParaRPr sz="2000">
              <a:latin typeface="Tw Cen MT" panose="020B0602020104020603"/>
              <a:cs typeface="Tw Cen MT" panose="020B0602020104020603"/>
            </a:endParaRPr>
          </a:p>
        </p:txBody>
      </p:sp>
      <p:sp>
        <p:nvSpPr>
          <p:cNvPr id="4" name="object 4"/>
          <p:cNvSpPr/>
          <p:nvPr/>
        </p:nvSpPr>
        <p:spPr>
          <a:xfrm>
            <a:off x="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2"/>
          <p:cNvSpPr txBox="1">
            <a:spLocks noGrp="1"/>
          </p:cNvSpPr>
          <p:nvPr>
            <p:ph type="title"/>
          </p:nvPr>
        </p:nvSpPr>
        <p:spPr>
          <a:xfrm>
            <a:off x="492887" y="436297"/>
            <a:ext cx="8158225" cy="676910"/>
          </a:xfrm>
          <a:prstGeom prst="rect">
            <a:avLst/>
          </a:prstGeom>
        </p:spPr>
        <p:txBody>
          <a:bodyPr vert="horz" wrap="square" lIns="0" tIns="0" rIns="0" bIns="0" rtlCol="0">
            <a:spAutoFit/>
          </a:bodyPr>
          <a:lstStyle/>
          <a:p>
            <a:pPr marL="1545590">
              <a:lnSpc>
                <a:spcPct val="100000"/>
              </a:lnSpc>
            </a:pPr>
            <a:r>
              <a:rPr u="heavy" spc="-50" dirty="0"/>
              <a:t>V</a:t>
            </a:r>
            <a:r>
              <a:rPr u="heavy" spc="-5" dirty="0"/>
              <a:t>i</a:t>
            </a:r>
            <a:r>
              <a:rPr u="heavy" spc="204" dirty="0"/>
              <a:t>r</a:t>
            </a:r>
            <a:r>
              <a:rPr u="heavy" spc="-5" dirty="0"/>
              <a:t>tu</a:t>
            </a:r>
            <a:r>
              <a:rPr u="heavy" spc="-10" dirty="0"/>
              <a:t>a</a:t>
            </a:r>
            <a:r>
              <a:rPr u="heavy" spc="-5" dirty="0"/>
              <a:t>li</a:t>
            </a:r>
            <a:r>
              <a:rPr u="heavy" dirty="0"/>
              <a:t>z</a:t>
            </a:r>
            <a:r>
              <a:rPr u="heavy" spc="75" dirty="0"/>
              <a:t>a</a:t>
            </a:r>
            <a:r>
              <a:rPr u="heavy" spc="-5" dirty="0"/>
              <a:t>tion</a:t>
            </a:r>
          </a:p>
        </p:txBody>
      </p:sp>
      <p:pic>
        <p:nvPicPr>
          <p:cNvPr id="7" name="Content Placeholder 6"/>
          <p:cNvPicPr>
            <a:picLocks noGrp="1" noChangeAspect="1"/>
          </p:cNvPicPr>
          <p:nvPr>
            <p:ph sz="half" idx="1"/>
          </p:nvPr>
        </p:nvPicPr>
        <p:blipFill>
          <a:blip r:embed="rId2"/>
          <a:stretch>
            <a:fillRect/>
          </a:stretch>
        </p:blipFill>
        <p:spPr>
          <a:xfrm>
            <a:off x="984168" y="3070971"/>
            <a:ext cx="3175163" cy="1860646"/>
          </a:xfrm>
          <a:prstGeom prst="rect">
            <a:avLst/>
          </a:prstGeom>
        </p:spPr>
      </p:pic>
      <p:sp>
        <p:nvSpPr>
          <p:cNvPr id="5" name="Content Placeholder 4"/>
          <p:cNvSpPr>
            <a:spLocks noGrp="1"/>
          </p:cNvSpPr>
          <p:nvPr>
            <p:ph sz="half" idx="2"/>
          </p:nvPr>
        </p:nvSpPr>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545590">
              <a:lnSpc>
                <a:spcPct val="100000"/>
              </a:lnSpc>
            </a:pPr>
            <a:r>
              <a:rPr u="heavy" spc="-220" dirty="0"/>
              <a:t>T</a:t>
            </a:r>
            <a:r>
              <a:rPr u="heavy" spc="-5" dirty="0"/>
              <a:t>yp</a:t>
            </a:r>
            <a:r>
              <a:rPr u="heavy" dirty="0"/>
              <a:t>e</a:t>
            </a:r>
            <a:r>
              <a:rPr u="heavy" spc="-5" dirty="0"/>
              <a:t>s</a:t>
            </a:r>
            <a:r>
              <a:rPr b="0" u="heavy" spc="114" dirty="0">
                <a:latin typeface="Times New Roman" panose="02020603050405020304"/>
                <a:cs typeface="Times New Roman" panose="02020603050405020304"/>
              </a:rPr>
              <a:t> </a:t>
            </a:r>
            <a:r>
              <a:rPr u="heavy" spc="-5" dirty="0"/>
              <a:t>of</a:t>
            </a:r>
            <a:r>
              <a:rPr b="0" u="heavy" spc="110" dirty="0">
                <a:latin typeface="Times New Roman" panose="02020603050405020304"/>
                <a:cs typeface="Times New Roman" panose="02020603050405020304"/>
              </a:rPr>
              <a:t> </a:t>
            </a:r>
            <a:r>
              <a:rPr u="heavy" spc="-50" dirty="0"/>
              <a:t>V</a:t>
            </a:r>
            <a:r>
              <a:rPr u="heavy" spc="-5" dirty="0"/>
              <a:t>i</a:t>
            </a:r>
            <a:r>
              <a:rPr u="heavy" spc="204" dirty="0"/>
              <a:t>r</a:t>
            </a:r>
            <a:r>
              <a:rPr u="heavy" spc="-5" dirty="0"/>
              <a:t>tu</a:t>
            </a:r>
            <a:r>
              <a:rPr u="heavy" spc="-10" dirty="0"/>
              <a:t>a</a:t>
            </a:r>
            <a:r>
              <a:rPr u="heavy" spc="-5" dirty="0"/>
              <a:t>li</a:t>
            </a:r>
            <a:r>
              <a:rPr u="heavy" dirty="0"/>
              <a:t>z</a:t>
            </a:r>
            <a:r>
              <a:rPr u="heavy" spc="75" dirty="0"/>
              <a:t>a</a:t>
            </a:r>
            <a:r>
              <a:rPr u="heavy" spc="-5" dirty="0"/>
              <a:t>tion</a:t>
            </a:r>
          </a:p>
        </p:txBody>
      </p:sp>
      <p:sp>
        <p:nvSpPr>
          <p:cNvPr id="3" name="object 3"/>
          <p:cNvSpPr txBox="1"/>
          <p:nvPr/>
        </p:nvSpPr>
        <p:spPr>
          <a:xfrm>
            <a:off x="78739" y="1289496"/>
            <a:ext cx="8986520" cy="5329664"/>
          </a:xfrm>
          <a:prstGeom prst="rect">
            <a:avLst/>
          </a:prstGeom>
        </p:spPr>
        <p:txBody>
          <a:bodyPr vert="horz" wrap="square" lIns="0" tIns="0" rIns="0" bIns="0" rtlCol="0">
            <a:spAutoFit/>
          </a:bodyPr>
          <a:lstStyle/>
          <a:p>
            <a:pPr marL="94615">
              <a:lnSpc>
                <a:spcPct val="100000"/>
              </a:lnSpc>
            </a:pPr>
            <a:r>
              <a:rPr sz="2400" b="1" spc="-5" dirty="0">
                <a:solidFill>
                  <a:srgbClr val="FFFFFF"/>
                </a:solidFill>
                <a:latin typeface="Comic Sans MS" panose="030F0702030302020204"/>
                <a:cs typeface="Comic Sans MS" panose="030F0702030302020204"/>
              </a:rPr>
              <a:t>1</a:t>
            </a:r>
            <a:r>
              <a:rPr sz="2400" b="1" dirty="0">
                <a:solidFill>
                  <a:srgbClr val="FFFFFF"/>
                </a:solidFill>
                <a:latin typeface="Comic Sans MS" panose="030F0702030302020204"/>
                <a:cs typeface="Comic Sans MS" panose="030F0702030302020204"/>
              </a:rPr>
              <a:t>1</a:t>
            </a:r>
            <a:endParaRPr sz="2400">
              <a:latin typeface="Comic Sans MS" panose="030F0702030302020204"/>
              <a:cs typeface="Comic Sans MS" panose="030F0702030302020204"/>
            </a:endParaRPr>
          </a:p>
          <a:p>
            <a:pPr>
              <a:lnSpc>
                <a:spcPct val="100000"/>
              </a:lnSpc>
              <a:spcBef>
                <a:spcPts val="0"/>
              </a:spcBef>
            </a:pPr>
            <a:endParaRPr sz="2400">
              <a:latin typeface="Times New Roman" panose="02020603050405020304"/>
              <a:cs typeface="Times New Roman" panose="02020603050405020304"/>
            </a:endParaRPr>
          </a:p>
          <a:p>
            <a:pPr marL="332105" indent="-319405">
              <a:lnSpc>
                <a:spcPct val="100000"/>
              </a:lnSpc>
              <a:spcBef>
                <a:spcPts val="700"/>
              </a:spcBef>
              <a:buClr>
                <a:srgbClr val="DD8046"/>
              </a:buClr>
              <a:buSzPct val="60000"/>
              <a:buFont typeface="Wingdings" panose="05000000000000000000"/>
              <a:buChar char=""/>
              <a:tabLst>
                <a:tab pos="332105" algn="l"/>
              </a:tabLst>
            </a:pPr>
            <a:r>
              <a:rPr sz="2400" b="1" spc="-5">
                <a:latin typeface="Tw Cen MT" panose="020B0602020104020603"/>
                <a:cs typeface="Tw Cen MT" panose="020B0602020104020603"/>
              </a:rPr>
              <a:t>H</a:t>
            </a:r>
            <a:r>
              <a:rPr sz="2400" b="1" spc="-10">
                <a:latin typeface="Tw Cen MT" panose="020B0602020104020603"/>
                <a:cs typeface="Tw Cen MT" panose="020B0602020104020603"/>
              </a:rPr>
              <a:t>a</a:t>
            </a:r>
            <a:r>
              <a:rPr sz="2400" b="1" spc="-5">
                <a:latin typeface="Tw Cen MT" panose="020B0602020104020603"/>
                <a:cs typeface="Tw Cen MT" panose="020B0602020104020603"/>
              </a:rPr>
              <a:t>rdw</a:t>
            </a:r>
            <a:r>
              <a:rPr sz="2400" b="1" spc="-10">
                <a:latin typeface="Tw Cen MT" panose="020B0602020104020603"/>
                <a:cs typeface="Tw Cen MT" panose="020B0602020104020603"/>
              </a:rPr>
              <a:t>a</a:t>
            </a:r>
            <a:r>
              <a:rPr sz="2400" b="1" spc="50">
                <a:latin typeface="Tw Cen MT" panose="020B0602020104020603"/>
                <a:cs typeface="Tw Cen MT" panose="020B0602020104020603"/>
              </a:rPr>
              <a:t>r</a:t>
            </a:r>
            <a:r>
              <a:rPr sz="2400" b="1">
                <a:latin typeface="Tw Cen MT" panose="020B0602020104020603"/>
                <a:cs typeface="Tw Cen MT" panose="020B0602020104020603"/>
              </a:rPr>
              <a:t>e</a:t>
            </a:r>
            <a:r>
              <a:rPr sz="2400" b="1" spc="-5">
                <a:latin typeface="Tw Cen MT" panose="020B0602020104020603"/>
                <a:cs typeface="Tw Cen MT" panose="020B0602020104020603"/>
              </a:rPr>
              <a:t> </a:t>
            </a:r>
            <a:r>
              <a:rPr sz="2400" b="1" spc="-35" dirty="0">
                <a:latin typeface="Tw Cen MT" panose="020B0602020104020603"/>
                <a:cs typeface="Tw Cen MT" panose="020B0602020104020603"/>
              </a:rPr>
              <a:t>V</a:t>
            </a:r>
            <a:r>
              <a:rPr sz="2400" b="1" spc="-5" dirty="0">
                <a:latin typeface="Tw Cen MT" panose="020B0602020104020603"/>
                <a:cs typeface="Tw Cen MT" panose="020B0602020104020603"/>
              </a:rPr>
              <a:t>i</a:t>
            </a:r>
            <a:r>
              <a:rPr sz="2400" b="1" spc="130" dirty="0">
                <a:latin typeface="Tw Cen MT" panose="020B0602020104020603"/>
                <a:cs typeface="Tw Cen MT" panose="020B0602020104020603"/>
              </a:rPr>
              <a:t>r</a:t>
            </a:r>
            <a:r>
              <a:rPr sz="2400" b="1" spc="-5" dirty="0">
                <a:latin typeface="Tw Cen MT" panose="020B0602020104020603"/>
                <a:cs typeface="Tw Cen MT" panose="020B0602020104020603"/>
              </a:rPr>
              <a:t>tu</a:t>
            </a:r>
            <a:r>
              <a:rPr sz="2400" b="1" spc="-10" dirty="0">
                <a:latin typeface="Tw Cen MT" panose="020B0602020104020603"/>
                <a:cs typeface="Tw Cen MT" panose="020B0602020104020603"/>
              </a:rPr>
              <a:t>a</a:t>
            </a:r>
            <a:r>
              <a:rPr sz="2400" b="1" spc="-5" dirty="0">
                <a:latin typeface="Tw Cen MT" panose="020B0602020104020603"/>
                <a:cs typeface="Tw Cen MT" panose="020B0602020104020603"/>
              </a:rPr>
              <a:t>liz</a:t>
            </a:r>
            <a:r>
              <a:rPr sz="2400" b="1" spc="45" dirty="0">
                <a:latin typeface="Tw Cen MT" panose="020B0602020104020603"/>
                <a:cs typeface="Tw Cen MT" panose="020B0602020104020603"/>
              </a:rPr>
              <a:t>a</a:t>
            </a:r>
            <a:r>
              <a:rPr sz="2400" b="1" spc="-5" dirty="0">
                <a:latin typeface="Tw Cen MT" panose="020B0602020104020603"/>
                <a:cs typeface="Tw Cen MT" panose="020B0602020104020603"/>
              </a:rPr>
              <a:t>tion</a:t>
            </a:r>
            <a:endParaRPr sz="2400">
              <a:latin typeface="Tw Cen MT" panose="020B0602020104020603"/>
              <a:cs typeface="Tw Cen MT" panose="020B0602020104020603"/>
            </a:endParaRPr>
          </a:p>
          <a:p>
            <a:pPr marL="332105" indent="-319405">
              <a:lnSpc>
                <a:spcPct val="100000"/>
              </a:lnSpc>
              <a:spcBef>
                <a:spcPts val="700"/>
              </a:spcBef>
              <a:buClr>
                <a:srgbClr val="DD8046"/>
              </a:buClr>
              <a:buSzPct val="60000"/>
              <a:buFont typeface="Wingdings" panose="05000000000000000000"/>
              <a:buChar char=""/>
              <a:tabLst>
                <a:tab pos="332105" algn="l"/>
              </a:tabLst>
            </a:pPr>
            <a:r>
              <a:rPr sz="2400" b="1" spc="-5">
                <a:latin typeface="Tw Cen MT" panose="020B0602020104020603"/>
                <a:cs typeface="Tw Cen MT" panose="020B0602020104020603"/>
              </a:rPr>
              <a:t>Softw</a:t>
            </a:r>
            <a:r>
              <a:rPr sz="2400" b="1" spc="-10">
                <a:latin typeface="Tw Cen MT" panose="020B0602020104020603"/>
                <a:cs typeface="Tw Cen MT" panose="020B0602020104020603"/>
              </a:rPr>
              <a:t>a</a:t>
            </a:r>
            <a:r>
              <a:rPr sz="2400" b="1" spc="50">
                <a:latin typeface="Tw Cen MT" panose="020B0602020104020603"/>
                <a:cs typeface="Tw Cen MT" panose="020B0602020104020603"/>
              </a:rPr>
              <a:t>r</a:t>
            </a:r>
            <a:r>
              <a:rPr sz="2400" b="1">
                <a:latin typeface="Tw Cen MT" panose="020B0602020104020603"/>
                <a:cs typeface="Tw Cen MT" panose="020B0602020104020603"/>
              </a:rPr>
              <a:t>e</a:t>
            </a:r>
            <a:r>
              <a:rPr sz="2400" b="1" spc="-5">
                <a:latin typeface="Tw Cen MT" panose="020B0602020104020603"/>
                <a:cs typeface="Tw Cen MT" panose="020B0602020104020603"/>
              </a:rPr>
              <a:t> </a:t>
            </a:r>
            <a:r>
              <a:rPr sz="2400" b="1" spc="-35">
                <a:latin typeface="Tw Cen MT" panose="020B0602020104020603"/>
                <a:cs typeface="Tw Cen MT" panose="020B0602020104020603"/>
              </a:rPr>
              <a:t>V</a:t>
            </a:r>
            <a:r>
              <a:rPr sz="2400" b="1" spc="-5">
                <a:latin typeface="Tw Cen MT" panose="020B0602020104020603"/>
                <a:cs typeface="Tw Cen MT" panose="020B0602020104020603"/>
              </a:rPr>
              <a:t>i</a:t>
            </a:r>
            <a:r>
              <a:rPr sz="2400" b="1" spc="130">
                <a:latin typeface="Tw Cen MT" panose="020B0602020104020603"/>
                <a:cs typeface="Tw Cen MT" panose="020B0602020104020603"/>
              </a:rPr>
              <a:t>r</a:t>
            </a:r>
            <a:r>
              <a:rPr sz="2400" b="1" spc="-5">
                <a:latin typeface="Tw Cen MT" panose="020B0602020104020603"/>
                <a:cs typeface="Tw Cen MT" panose="020B0602020104020603"/>
              </a:rPr>
              <a:t>tu</a:t>
            </a:r>
            <a:r>
              <a:rPr sz="2400" b="1" spc="-10">
                <a:latin typeface="Tw Cen MT" panose="020B0602020104020603"/>
                <a:cs typeface="Tw Cen MT" panose="020B0602020104020603"/>
              </a:rPr>
              <a:t>a</a:t>
            </a:r>
            <a:r>
              <a:rPr sz="2400" b="1" spc="-5">
                <a:latin typeface="Tw Cen MT" panose="020B0602020104020603"/>
                <a:cs typeface="Tw Cen MT" panose="020B0602020104020603"/>
              </a:rPr>
              <a:t>liz</a:t>
            </a:r>
            <a:r>
              <a:rPr sz="2400" b="1" spc="45">
                <a:latin typeface="Tw Cen MT" panose="020B0602020104020603"/>
                <a:cs typeface="Tw Cen MT" panose="020B0602020104020603"/>
              </a:rPr>
              <a:t>a</a:t>
            </a:r>
            <a:r>
              <a:rPr sz="2400" b="1" spc="-5">
                <a:latin typeface="Tw Cen MT" panose="020B0602020104020603"/>
                <a:cs typeface="Tw Cen MT" panose="020B0602020104020603"/>
              </a:rPr>
              <a:t>tion</a:t>
            </a:r>
            <a:endParaRPr lang="en-US" sz="2400" b="1" spc="-5" dirty="0">
              <a:latin typeface="Tw Cen MT" panose="020B0602020104020603"/>
              <a:cs typeface="Tw Cen MT" panose="020B0602020104020603"/>
            </a:endParaRPr>
          </a:p>
          <a:p>
            <a:pPr marL="332105" indent="-319405">
              <a:lnSpc>
                <a:spcPct val="100000"/>
              </a:lnSpc>
              <a:spcBef>
                <a:spcPts val="700"/>
              </a:spcBef>
              <a:buClr>
                <a:srgbClr val="DD8046"/>
              </a:buClr>
              <a:buSzPct val="60000"/>
              <a:tabLst>
                <a:tab pos="332105" algn="l"/>
              </a:tabLst>
            </a:pPr>
            <a:endParaRPr sz="2400">
              <a:latin typeface="Tw Cen MT" panose="020B0602020104020603"/>
              <a:cs typeface="Tw Cen MT" panose="020B0602020104020603"/>
            </a:endParaRPr>
          </a:p>
          <a:p>
            <a:pPr marL="332105" indent="-319405">
              <a:lnSpc>
                <a:spcPct val="100000"/>
              </a:lnSpc>
              <a:spcBef>
                <a:spcPts val="700"/>
              </a:spcBef>
              <a:buClr>
                <a:srgbClr val="DD8046"/>
              </a:buClr>
              <a:buSzPct val="60000"/>
              <a:buFont typeface="Wingdings" panose="05000000000000000000"/>
              <a:buChar char=""/>
              <a:tabLst>
                <a:tab pos="332105" algn="l"/>
              </a:tabLst>
            </a:pPr>
            <a:r>
              <a:rPr sz="2400" b="1" spc="-5" dirty="0">
                <a:latin typeface="Tw Cen MT" panose="020B0602020104020603"/>
                <a:cs typeface="Tw Cen MT" panose="020B0602020104020603"/>
              </a:rPr>
              <a:t>Memo</a:t>
            </a:r>
            <a:r>
              <a:rPr sz="2400" b="1" spc="50" dirty="0">
                <a:latin typeface="Tw Cen MT" panose="020B0602020104020603"/>
                <a:cs typeface="Tw Cen MT" panose="020B0602020104020603"/>
              </a:rPr>
              <a:t>r</a:t>
            </a:r>
            <a:r>
              <a:rPr sz="2400" b="1" spc="-5" dirty="0">
                <a:latin typeface="Tw Cen MT" panose="020B0602020104020603"/>
                <a:cs typeface="Tw Cen MT" panose="020B0602020104020603"/>
              </a:rPr>
              <a:t>y </a:t>
            </a:r>
            <a:r>
              <a:rPr sz="2400" b="1" spc="-35" dirty="0">
                <a:latin typeface="Tw Cen MT" panose="020B0602020104020603"/>
                <a:cs typeface="Tw Cen MT" panose="020B0602020104020603"/>
              </a:rPr>
              <a:t>V</a:t>
            </a:r>
            <a:r>
              <a:rPr sz="2400" b="1" spc="-5" dirty="0">
                <a:latin typeface="Tw Cen MT" panose="020B0602020104020603"/>
                <a:cs typeface="Tw Cen MT" panose="020B0602020104020603"/>
              </a:rPr>
              <a:t>i</a:t>
            </a:r>
            <a:r>
              <a:rPr sz="2400" b="1" spc="130" dirty="0">
                <a:latin typeface="Tw Cen MT" panose="020B0602020104020603"/>
                <a:cs typeface="Tw Cen MT" panose="020B0602020104020603"/>
              </a:rPr>
              <a:t>r</a:t>
            </a:r>
            <a:r>
              <a:rPr sz="2400" b="1" spc="-5" dirty="0">
                <a:latin typeface="Tw Cen MT" panose="020B0602020104020603"/>
                <a:cs typeface="Tw Cen MT" panose="020B0602020104020603"/>
              </a:rPr>
              <a:t>tu</a:t>
            </a:r>
            <a:r>
              <a:rPr sz="2400" b="1" spc="-10" dirty="0">
                <a:latin typeface="Tw Cen MT" panose="020B0602020104020603"/>
                <a:cs typeface="Tw Cen MT" panose="020B0602020104020603"/>
              </a:rPr>
              <a:t>a</a:t>
            </a:r>
            <a:r>
              <a:rPr sz="2400" b="1" spc="-5" dirty="0">
                <a:latin typeface="Tw Cen MT" panose="020B0602020104020603"/>
                <a:cs typeface="Tw Cen MT" panose="020B0602020104020603"/>
              </a:rPr>
              <a:t>liz</a:t>
            </a:r>
            <a:r>
              <a:rPr sz="2400" b="1" spc="45" dirty="0">
                <a:latin typeface="Tw Cen MT" panose="020B0602020104020603"/>
                <a:cs typeface="Tw Cen MT" panose="020B0602020104020603"/>
              </a:rPr>
              <a:t>a</a:t>
            </a:r>
            <a:r>
              <a:rPr sz="2400" b="1" spc="-5" dirty="0">
                <a:latin typeface="Tw Cen MT" panose="020B0602020104020603"/>
                <a:cs typeface="Tw Cen MT" panose="020B0602020104020603"/>
              </a:rPr>
              <a:t>tion</a:t>
            </a:r>
            <a:endParaRPr sz="2400">
              <a:latin typeface="Tw Cen MT" panose="020B0602020104020603"/>
              <a:cs typeface="Tw Cen MT" panose="020B0602020104020603"/>
            </a:endParaRPr>
          </a:p>
          <a:p>
            <a:pPr marL="332105" indent="-319405">
              <a:lnSpc>
                <a:spcPct val="100000"/>
              </a:lnSpc>
              <a:spcBef>
                <a:spcPts val="700"/>
              </a:spcBef>
              <a:buClr>
                <a:srgbClr val="DD8046"/>
              </a:buClr>
              <a:buSzPct val="59000"/>
              <a:buFont typeface="Wingdings" panose="05000000000000000000"/>
              <a:buChar char=""/>
              <a:tabLst>
                <a:tab pos="332105" algn="l"/>
              </a:tabLst>
            </a:pPr>
            <a:r>
              <a:rPr sz="2400" b="1" spc="-5">
                <a:latin typeface="Tw Cen MT" panose="020B0602020104020603"/>
                <a:cs typeface="Tw Cen MT" panose="020B0602020104020603"/>
              </a:rPr>
              <a:t>Sto</a:t>
            </a:r>
            <a:r>
              <a:rPr sz="2400" b="1" spc="20">
                <a:latin typeface="Tw Cen MT" panose="020B0602020104020603"/>
                <a:cs typeface="Tw Cen MT" panose="020B0602020104020603"/>
              </a:rPr>
              <a:t>r</a:t>
            </a:r>
            <a:r>
              <a:rPr sz="2400" b="1" spc="45">
                <a:latin typeface="Tw Cen MT" panose="020B0602020104020603"/>
                <a:cs typeface="Tw Cen MT" panose="020B0602020104020603"/>
              </a:rPr>
              <a:t>a</a:t>
            </a:r>
            <a:r>
              <a:rPr sz="2400" b="1" spc="-5">
                <a:latin typeface="Tw Cen MT" panose="020B0602020104020603"/>
                <a:cs typeface="Tw Cen MT" panose="020B0602020104020603"/>
              </a:rPr>
              <a:t>g</a:t>
            </a:r>
            <a:r>
              <a:rPr sz="2400" b="1">
                <a:latin typeface="Tw Cen MT" panose="020B0602020104020603"/>
                <a:cs typeface="Tw Cen MT" panose="020B0602020104020603"/>
              </a:rPr>
              <a:t>e</a:t>
            </a:r>
            <a:r>
              <a:rPr sz="2400" b="1" spc="-5">
                <a:latin typeface="Tw Cen MT" panose="020B0602020104020603"/>
                <a:cs typeface="Tw Cen MT" panose="020B0602020104020603"/>
              </a:rPr>
              <a:t> </a:t>
            </a:r>
            <a:r>
              <a:rPr sz="2400" b="1" spc="-35">
                <a:latin typeface="Tw Cen MT" panose="020B0602020104020603"/>
                <a:cs typeface="Tw Cen MT" panose="020B0602020104020603"/>
              </a:rPr>
              <a:t>V</a:t>
            </a:r>
            <a:r>
              <a:rPr sz="2400" b="1" spc="-5">
                <a:latin typeface="Tw Cen MT" panose="020B0602020104020603"/>
                <a:cs typeface="Tw Cen MT" panose="020B0602020104020603"/>
              </a:rPr>
              <a:t>i</a:t>
            </a:r>
            <a:r>
              <a:rPr sz="2400" b="1" spc="130">
                <a:latin typeface="Tw Cen MT" panose="020B0602020104020603"/>
                <a:cs typeface="Tw Cen MT" panose="020B0602020104020603"/>
              </a:rPr>
              <a:t>r</a:t>
            </a:r>
            <a:r>
              <a:rPr sz="2400" b="1" spc="-5">
                <a:latin typeface="Tw Cen MT" panose="020B0602020104020603"/>
                <a:cs typeface="Tw Cen MT" panose="020B0602020104020603"/>
              </a:rPr>
              <a:t>tu</a:t>
            </a:r>
            <a:r>
              <a:rPr sz="2400" b="1" spc="-10">
                <a:latin typeface="Tw Cen MT" panose="020B0602020104020603"/>
                <a:cs typeface="Tw Cen MT" panose="020B0602020104020603"/>
              </a:rPr>
              <a:t>a</a:t>
            </a:r>
            <a:r>
              <a:rPr sz="2400" b="1" spc="-5">
                <a:latin typeface="Tw Cen MT" panose="020B0602020104020603"/>
                <a:cs typeface="Tw Cen MT" panose="020B0602020104020603"/>
              </a:rPr>
              <a:t>liz</a:t>
            </a:r>
            <a:r>
              <a:rPr sz="2400" b="1" spc="45">
                <a:latin typeface="Tw Cen MT" panose="020B0602020104020603"/>
                <a:cs typeface="Tw Cen MT" panose="020B0602020104020603"/>
              </a:rPr>
              <a:t>a</a:t>
            </a:r>
            <a:r>
              <a:rPr sz="2400" b="1" spc="-5">
                <a:latin typeface="Tw Cen MT" panose="020B0602020104020603"/>
                <a:cs typeface="Tw Cen MT" panose="020B0602020104020603"/>
              </a:rPr>
              <a:t>tion</a:t>
            </a:r>
            <a:endParaRPr lang="en-US" sz="2400" b="1" spc="-5" dirty="0">
              <a:latin typeface="Tw Cen MT" panose="020B0602020104020603"/>
              <a:cs typeface="Tw Cen MT" panose="020B0602020104020603"/>
            </a:endParaRPr>
          </a:p>
          <a:p>
            <a:pPr marL="332105" indent="-319405">
              <a:lnSpc>
                <a:spcPct val="100000"/>
              </a:lnSpc>
              <a:spcBef>
                <a:spcPts val="700"/>
              </a:spcBef>
              <a:buClr>
                <a:srgbClr val="DD8046"/>
              </a:buClr>
              <a:buSzPct val="59000"/>
              <a:tabLst>
                <a:tab pos="332105" algn="l"/>
              </a:tabLst>
            </a:pPr>
            <a:endParaRPr sz="2400">
              <a:latin typeface="Tw Cen MT" panose="020B0602020104020603"/>
              <a:cs typeface="Tw Cen MT" panose="020B0602020104020603"/>
            </a:endParaRPr>
          </a:p>
          <a:p>
            <a:pPr marL="332105" indent="-319405">
              <a:lnSpc>
                <a:spcPct val="100000"/>
              </a:lnSpc>
              <a:spcBef>
                <a:spcPts val="700"/>
              </a:spcBef>
              <a:buClr>
                <a:srgbClr val="DD8046"/>
              </a:buClr>
              <a:buSzPct val="59000"/>
              <a:buFont typeface="Wingdings" panose="05000000000000000000"/>
              <a:buChar char=""/>
              <a:tabLst>
                <a:tab pos="332105" algn="l"/>
              </a:tabLst>
            </a:pPr>
            <a:r>
              <a:rPr sz="2400" b="1" spc="-5" dirty="0">
                <a:latin typeface="Tw Cen MT" panose="020B0602020104020603"/>
                <a:cs typeface="Tw Cen MT" panose="020B0602020104020603"/>
              </a:rPr>
              <a:t>D</a:t>
            </a:r>
            <a:r>
              <a:rPr sz="2400" b="1" spc="45" dirty="0">
                <a:latin typeface="Tw Cen MT" panose="020B0602020104020603"/>
                <a:cs typeface="Tw Cen MT" panose="020B0602020104020603"/>
              </a:rPr>
              <a:t>a</a:t>
            </a:r>
            <a:r>
              <a:rPr sz="2400" b="1" spc="-5" dirty="0">
                <a:latin typeface="Tw Cen MT" panose="020B0602020104020603"/>
                <a:cs typeface="Tw Cen MT" panose="020B0602020104020603"/>
              </a:rPr>
              <a:t>ta </a:t>
            </a:r>
            <a:r>
              <a:rPr sz="2400" b="1" spc="-35" dirty="0">
                <a:latin typeface="Tw Cen MT" panose="020B0602020104020603"/>
                <a:cs typeface="Tw Cen MT" panose="020B0602020104020603"/>
              </a:rPr>
              <a:t>V</a:t>
            </a:r>
            <a:r>
              <a:rPr sz="2400" b="1" spc="-5" dirty="0">
                <a:latin typeface="Tw Cen MT" panose="020B0602020104020603"/>
                <a:cs typeface="Tw Cen MT" panose="020B0602020104020603"/>
              </a:rPr>
              <a:t>i</a:t>
            </a:r>
            <a:r>
              <a:rPr sz="2400" b="1" spc="130" dirty="0">
                <a:latin typeface="Tw Cen MT" panose="020B0602020104020603"/>
                <a:cs typeface="Tw Cen MT" panose="020B0602020104020603"/>
              </a:rPr>
              <a:t>r</a:t>
            </a:r>
            <a:r>
              <a:rPr sz="2400" b="1" spc="-5" dirty="0">
                <a:latin typeface="Tw Cen MT" panose="020B0602020104020603"/>
                <a:cs typeface="Tw Cen MT" panose="020B0602020104020603"/>
              </a:rPr>
              <a:t>tu</a:t>
            </a:r>
            <a:r>
              <a:rPr sz="2400" b="1" spc="-10" dirty="0">
                <a:latin typeface="Tw Cen MT" panose="020B0602020104020603"/>
                <a:cs typeface="Tw Cen MT" panose="020B0602020104020603"/>
              </a:rPr>
              <a:t>a</a:t>
            </a:r>
            <a:r>
              <a:rPr sz="2400" b="1" spc="-5" dirty="0">
                <a:latin typeface="Tw Cen MT" panose="020B0602020104020603"/>
                <a:cs typeface="Tw Cen MT" panose="020B0602020104020603"/>
              </a:rPr>
              <a:t>liz</a:t>
            </a:r>
            <a:r>
              <a:rPr sz="2400" b="1" spc="45" dirty="0">
                <a:latin typeface="Tw Cen MT" panose="020B0602020104020603"/>
                <a:cs typeface="Tw Cen MT" panose="020B0602020104020603"/>
              </a:rPr>
              <a:t>a</a:t>
            </a:r>
            <a:r>
              <a:rPr sz="2400" b="1" spc="-5" dirty="0">
                <a:latin typeface="Tw Cen MT" panose="020B0602020104020603"/>
                <a:cs typeface="Tw Cen MT" panose="020B0602020104020603"/>
              </a:rPr>
              <a:t>tion</a:t>
            </a:r>
            <a:endParaRPr sz="2400">
              <a:latin typeface="Tw Cen MT" panose="020B0602020104020603"/>
              <a:cs typeface="Tw Cen MT" panose="020B0602020104020603"/>
            </a:endParaRPr>
          </a:p>
          <a:p>
            <a:pPr marL="332105" indent="-319405">
              <a:lnSpc>
                <a:spcPct val="100000"/>
              </a:lnSpc>
              <a:spcBef>
                <a:spcPts val="700"/>
              </a:spcBef>
              <a:buClr>
                <a:srgbClr val="DD8046"/>
              </a:buClr>
              <a:buSzPct val="60000"/>
              <a:buFont typeface="Wingdings" panose="05000000000000000000"/>
              <a:buChar char=""/>
              <a:tabLst>
                <a:tab pos="332105" algn="l"/>
              </a:tabLst>
            </a:pPr>
            <a:r>
              <a:rPr sz="2400" b="1" spc="-5">
                <a:latin typeface="Tw Cen MT" panose="020B0602020104020603"/>
                <a:cs typeface="Tw Cen MT" panose="020B0602020104020603"/>
              </a:rPr>
              <a:t>Net</a:t>
            </a:r>
            <a:r>
              <a:rPr sz="2400" b="1" spc="-35">
                <a:latin typeface="Tw Cen MT" panose="020B0602020104020603"/>
                <a:cs typeface="Tw Cen MT" panose="020B0602020104020603"/>
              </a:rPr>
              <a:t>w</a:t>
            </a:r>
            <a:r>
              <a:rPr sz="2400" b="1" spc="-5">
                <a:latin typeface="Tw Cen MT" panose="020B0602020104020603"/>
                <a:cs typeface="Tw Cen MT" panose="020B0602020104020603"/>
              </a:rPr>
              <a:t>o</a:t>
            </a:r>
            <a:r>
              <a:rPr sz="2400" b="1" spc="20">
                <a:latin typeface="Tw Cen MT" panose="020B0602020104020603"/>
                <a:cs typeface="Tw Cen MT" panose="020B0602020104020603"/>
              </a:rPr>
              <a:t>r</a:t>
            </a:r>
            <a:r>
              <a:rPr sz="2400" b="1">
                <a:latin typeface="Tw Cen MT" panose="020B0602020104020603"/>
                <a:cs typeface="Tw Cen MT" panose="020B0602020104020603"/>
              </a:rPr>
              <a:t>k</a:t>
            </a:r>
            <a:r>
              <a:rPr sz="2400" b="1" spc="-5">
                <a:latin typeface="Tw Cen MT" panose="020B0602020104020603"/>
                <a:cs typeface="Tw Cen MT" panose="020B0602020104020603"/>
              </a:rPr>
              <a:t> </a:t>
            </a:r>
            <a:r>
              <a:rPr sz="2400" b="1" spc="-35">
                <a:latin typeface="Tw Cen MT" panose="020B0602020104020603"/>
                <a:cs typeface="Tw Cen MT" panose="020B0602020104020603"/>
              </a:rPr>
              <a:t>V</a:t>
            </a:r>
            <a:r>
              <a:rPr sz="2400" b="1" spc="-5">
                <a:latin typeface="Tw Cen MT" panose="020B0602020104020603"/>
                <a:cs typeface="Tw Cen MT" panose="020B0602020104020603"/>
              </a:rPr>
              <a:t>i</a:t>
            </a:r>
            <a:r>
              <a:rPr sz="2400" b="1" spc="130">
                <a:latin typeface="Tw Cen MT" panose="020B0602020104020603"/>
                <a:cs typeface="Tw Cen MT" panose="020B0602020104020603"/>
              </a:rPr>
              <a:t>r</a:t>
            </a:r>
            <a:r>
              <a:rPr sz="2400" b="1" spc="-5">
                <a:latin typeface="Tw Cen MT" panose="020B0602020104020603"/>
                <a:cs typeface="Tw Cen MT" panose="020B0602020104020603"/>
              </a:rPr>
              <a:t>tu</a:t>
            </a:r>
            <a:r>
              <a:rPr sz="2400" b="1" spc="-10">
                <a:latin typeface="Tw Cen MT" panose="020B0602020104020603"/>
                <a:cs typeface="Tw Cen MT" panose="020B0602020104020603"/>
              </a:rPr>
              <a:t>a</a:t>
            </a:r>
            <a:r>
              <a:rPr sz="2400" b="1" spc="-5">
                <a:latin typeface="Tw Cen MT" panose="020B0602020104020603"/>
                <a:cs typeface="Tw Cen MT" panose="020B0602020104020603"/>
              </a:rPr>
              <a:t>liz</a:t>
            </a:r>
            <a:r>
              <a:rPr sz="2400" b="1" spc="45">
                <a:latin typeface="Tw Cen MT" panose="020B0602020104020603"/>
                <a:cs typeface="Tw Cen MT" panose="020B0602020104020603"/>
              </a:rPr>
              <a:t>a</a:t>
            </a:r>
            <a:r>
              <a:rPr sz="2400" b="1" spc="-5">
                <a:latin typeface="Tw Cen MT" panose="020B0602020104020603"/>
                <a:cs typeface="Tw Cen MT" panose="020B0602020104020603"/>
              </a:rPr>
              <a:t>tion</a:t>
            </a:r>
            <a:endParaRPr lang="en-US" sz="2400" b="1" spc="-5" dirty="0">
              <a:latin typeface="Tw Cen MT" panose="020B0602020104020603"/>
              <a:cs typeface="Tw Cen MT" panose="020B0602020104020603"/>
            </a:endParaRPr>
          </a:p>
          <a:p>
            <a:pPr marL="332105" indent="-319405">
              <a:lnSpc>
                <a:spcPct val="100000"/>
              </a:lnSpc>
              <a:spcBef>
                <a:spcPts val="700"/>
              </a:spcBef>
              <a:buClr>
                <a:srgbClr val="DD8046"/>
              </a:buClr>
              <a:buSzPct val="60000"/>
              <a:tabLst>
                <a:tab pos="332105" algn="l"/>
              </a:tabLst>
            </a:pPr>
            <a:endParaRPr sz="2400">
              <a:latin typeface="Tw Cen MT" panose="020B0602020104020603"/>
              <a:cs typeface="Tw Cen MT" panose="020B0602020104020603"/>
            </a:endParaRPr>
          </a:p>
          <a:p>
            <a:pPr marL="332105" indent="-319405">
              <a:lnSpc>
                <a:spcPct val="100000"/>
              </a:lnSpc>
              <a:spcBef>
                <a:spcPts val="700"/>
              </a:spcBef>
              <a:buClr>
                <a:srgbClr val="DD8046"/>
              </a:buClr>
              <a:buSzPct val="60000"/>
              <a:buFont typeface="Wingdings" panose="05000000000000000000"/>
              <a:buChar char=""/>
              <a:tabLst>
                <a:tab pos="332105" algn="l"/>
              </a:tabLst>
            </a:pPr>
            <a:r>
              <a:rPr sz="2400" b="1" spc="-5" dirty="0">
                <a:latin typeface="Tw Cen MT" panose="020B0602020104020603"/>
                <a:cs typeface="Tw Cen MT" panose="020B0602020104020603"/>
              </a:rPr>
              <a:t>Desktop </a:t>
            </a:r>
            <a:r>
              <a:rPr sz="2400" b="1" spc="-35" dirty="0">
                <a:latin typeface="Tw Cen MT" panose="020B0602020104020603"/>
                <a:cs typeface="Tw Cen MT" panose="020B0602020104020603"/>
              </a:rPr>
              <a:t>V</a:t>
            </a:r>
            <a:r>
              <a:rPr sz="2400" b="1" spc="-5" dirty="0">
                <a:latin typeface="Tw Cen MT" panose="020B0602020104020603"/>
                <a:cs typeface="Tw Cen MT" panose="020B0602020104020603"/>
              </a:rPr>
              <a:t>i</a:t>
            </a:r>
            <a:r>
              <a:rPr sz="2400" b="1" spc="130" dirty="0">
                <a:latin typeface="Tw Cen MT" panose="020B0602020104020603"/>
                <a:cs typeface="Tw Cen MT" panose="020B0602020104020603"/>
              </a:rPr>
              <a:t>r</a:t>
            </a:r>
            <a:r>
              <a:rPr sz="2400" b="1" spc="-5" dirty="0">
                <a:latin typeface="Tw Cen MT" panose="020B0602020104020603"/>
                <a:cs typeface="Tw Cen MT" panose="020B0602020104020603"/>
              </a:rPr>
              <a:t>tu</a:t>
            </a:r>
            <a:r>
              <a:rPr sz="2400" b="1" spc="-10" dirty="0">
                <a:latin typeface="Tw Cen MT" panose="020B0602020104020603"/>
                <a:cs typeface="Tw Cen MT" panose="020B0602020104020603"/>
              </a:rPr>
              <a:t>a</a:t>
            </a:r>
            <a:r>
              <a:rPr sz="2400" b="1" spc="-5" dirty="0">
                <a:latin typeface="Tw Cen MT" panose="020B0602020104020603"/>
                <a:cs typeface="Tw Cen MT" panose="020B0602020104020603"/>
              </a:rPr>
              <a:t>liz</a:t>
            </a:r>
            <a:r>
              <a:rPr sz="2400" b="1" spc="45" dirty="0">
                <a:latin typeface="Tw Cen MT" panose="020B0602020104020603"/>
                <a:cs typeface="Tw Cen MT" panose="020B0602020104020603"/>
              </a:rPr>
              <a:t>a</a:t>
            </a:r>
            <a:r>
              <a:rPr sz="2400" b="1" spc="-5" dirty="0">
                <a:latin typeface="Tw Cen MT" panose="020B0602020104020603"/>
                <a:cs typeface="Tw Cen MT" panose="020B0602020104020603"/>
              </a:rPr>
              <a:t>tion</a:t>
            </a:r>
            <a:endParaRPr sz="2400">
              <a:latin typeface="Tw Cen MT" panose="020B0602020104020603"/>
              <a:cs typeface="Tw Cen MT" panose="020B0602020104020603"/>
            </a:endParaRPr>
          </a:p>
        </p:txBody>
      </p:sp>
      <p:sp>
        <p:nvSpPr>
          <p:cNvPr id="4" name="object 4"/>
          <p:cNvSpPr/>
          <p:nvPr/>
        </p:nvSpPr>
        <p:spPr>
          <a:xfrm>
            <a:off x="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375410">
              <a:lnSpc>
                <a:spcPct val="100000"/>
              </a:lnSpc>
            </a:pPr>
            <a:r>
              <a:rPr spc="-5" dirty="0"/>
              <a:t>H</a:t>
            </a:r>
            <a:r>
              <a:rPr spc="-10" dirty="0"/>
              <a:t>a</a:t>
            </a:r>
            <a:r>
              <a:rPr spc="-5" dirty="0"/>
              <a:t>rdw</a:t>
            </a:r>
            <a:r>
              <a:rPr spc="-10" dirty="0"/>
              <a:t>a</a:t>
            </a:r>
            <a:r>
              <a:rPr spc="75" dirty="0"/>
              <a:t>r</a:t>
            </a:r>
            <a:r>
              <a:rPr dirty="0"/>
              <a:t>e</a:t>
            </a:r>
            <a:r>
              <a:rPr b="0" spc="65" dirty="0">
                <a:latin typeface="Times New Roman" panose="02020603050405020304"/>
                <a:cs typeface="Times New Roman" panose="02020603050405020304"/>
              </a:rPr>
              <a:t> </a:t>
            </a:r>
            <a:r>
              <a:rPr spc="-50" dirty="0"/>
              <a:t>V</a:t>
            </a:r>
            <a:r>
              <a:rPr spc="-5" dirty="0"/>
              <a:t>i</a:t>
            </a:r>
            <a:r>
              <a:rPr spc="204" dirty="0"/>
              <a:t>r</a:t>
            </a:r>
            <a:r>
              <a:rPr spc="-5" dirty="0"/>
              <a:t>tu</a:t>
            </a:r>
            <a:r>
              <a:rPr spc="-10" dirty="0"/>
              <a:t>a</a:t>
            </a:r>
            <a:r>
              <a:rPr spc="-5" dirty="0"/>
              <a:t>li</a:t>
            </a:r>
            <a:r>
              <a:rPr dirty="0"/>
              <a:t>z</a:t>
            </a:r>
            <a:r>
              <a:rPr spc="75" dirty="0"/>
              <a:t>a</a:t>
            </a:r>
            <a:r>
              <a:rPr spc="-5" dirty="0"/>
              <a:t>tion</a:t>
            </a:r>
          </a:p>
        </p:txBody>
      </p:sp>
      <p:sp>
        <p:nvSpPr>
          <p:cNvPr id="3" name="object 3"/>
          <p:cNvSpPr txBox="1"/>
          <p:nvPr/>
        </p:nvSpPr>
        <p:spPr>
          <a:xfrm>
            <a:off x="161288" y="1289496"/>
            <a:ext cx="8830312" cy="4010329"/>
          </a:xfrm>
          <a:prstGeom prst="rect">
            <a:avLst/>
          </a:prstGeom>
        </p:spPr>
        <p:txBody>
          <a:bodyPr vert="horz" wrap="square" lIns="0" tIns="0" rIns="0" bIns="0" rtlCol="0">
            <a:spAutoFit/>
          </a:bodyPr>
          <a:lstStyle/>
          <a:p>
            <a:pPr marL="12700">
              <a:lnSpc>
                <a:spcPct val="100000"/>
              </a:lnSpc>
            </a:pPr>
            <a:r>
              <a:rPr sz="1200" b="1" spc="-5" dirty="0">
                <a:solidFill>
                  <a:srgbClr val="FFFFFF"/>
                </a:solidFill>
                <a:latin typeface="Comic Sans MS" panose="030F0702030302020204"/>
                <a:cs typeface="Comic Sans MS" panose="030F0702030302020204"/>
              </a:rPr>
              <a:t>1</a:t>
            </a:r>
            <a:r>
              <a:rPr sz="1200" b="1" dirty="0">
                <a:solidFill>
                  <a:srgbClr val="FFFFFF"/>
                </a:solidFill>
                <a:latin typeface="Comic Sans MS" panose="030F0702030302020204"/>
                <a:cs typeface="Comic Sans MS" panose="030F0702030302020204"/>
              </a:rPr>
              <a:t>2</a:t>
            </a:r>
            <a:endParaRPr sz="1200">
              <a:latin typeface="Comic Sans MS" panose="030F0702030302020204"/>
              <a:cs typeface="Comic Sans MS" panose="030F0702030302020204"/>
            </a:endParaRPr>
          </a:p>
          <a:p>
            <a:pPr marL="542290" marR="5080">
              <a:lnSpc>
                <a:spcPct val="120000"/>
              </a:lnSpc>
              <a:spcBef>
                <a:spcPts val="565"/>
              </a:spcBef>
            </a:pPr>
            <a:r>
              <a:rPr sz="2900" spc="-5" dirty="0">
                <a:latin typeface="Tw Cen MT" panose="020B0602020104020603"/>
                <a:cs typeface="Tw Cen MT" panose="020B0602020104020603"/>
              </a:rPr>
              <a:t>H</a:t>
            </a:r>
            <a:r>
              <a:rPr sz="2900" spc="-10" dirty="0">
                <a:latin typeface="Tw Cen MT" panose="020B0602020104020603"/>
                <a:cs typeface="Tw Cen MT" panose="020B0602020104020603"/>
              </a:rPr>
              <a:t>a</a:t>
            </a:r>
            <a:r>
              <a:rPr sz="2900" spc="-5" dirty="0">
                <a:latin typeface="Tw Cen MT" panose="020B0602020104020603"/>
                <a:cs typeface="Tw Cen MT" panose="020B0602020104020603"/>
              </a:rPr>
              <a:t>r</a:t>
            </a:r>
            <a:r>
              <a:rPr sz="2900" spc="-70" dirty="0">
                <a:latin typeface="Tw Cen MT" panose="020B0602020104020603"/>
                <a:cs typeface="Tw Cen MT" panose="020B0602020104020603"/>
              </a:rPr>
              <a:t>d</a:t>
            </a:r>
            <a:r>
              <a:rPr sz="2900" spc="-120" dirty="0">
                <a:latin typeface="Tw Cen MT" panose="020B0602020104020603"/>
                <a:cs typeface="Tw Cen MT" panose="020B0602020104020603"/>
              </a:rPr>
              <a:t>w</a:t>
            </a:r>
            <a:r>
              <a:rPr sz="2900" spc="-10" dirty="0">
                <a:latin typeface="Tw Cen MT" panose="020B0602020104020603"/>
                <a:cs typeface="Tw Cen MT" panose="020B0602020104020603"/>
              </a:rPr>
              <a:t>a</a:t>
            </a:r>
            <a:r>
              <a:rPr sz="2900" spc="-5" dirty="0">
                <a:latin typeface="Tw Cen MT" panose="020B0602020104020603"/>
                <a:cs typeface="Tw Cen MT" panose="020B0602020104020603"/>
              </a:rPr>
              <a:t>r</a:t>
            </a:r>
            <a:r>
              <a:rPr sz="2900" dirty="0">
                <a:latin typeface="Tw Cen MT" panose="020B0602020104020603"/>
                <a:cs typeface="Tw Cen MT" panose="020B0602020104020603"/>
              </a:rPr>
              <a:t>e</a:t>
            </a:r>
            <a:r>
              <a:rPr sz="2900" spc="-5" dirty="0">
                <a:latin typeface="Tw Cen MT" panose="020B0602020104020603"/>
                <a:cs typeface="Tw Cen MT" panose="020B0602020104020603"/>
              </a:rPr>
              <a:t> vi</a:t>
            </a:r>
            <a:r>
              <a:rPr sz="2900" spc="50" dirty="0">
                <a:latin typeface="Tw Cen MT" panose="020B0602020104020603"/>
                <a:cs typeface="Tw Cen MT" panose="020B0602020104020603"/>
              </a:rPr>
              <a:t>r</a:t>
            </a:r>
            <a:r>
              <a:rPr sz="2900" spc="-5" dirty="0">
                <a:latin typeface="Tw Cen MT" panose="020B0602020104020603"/>
                <a:cs typeface="Tw Cen MT" panose="020B0602020104020603"/>
              </a:rPr>
              <a:t>tu</a:t>
            </a:r>
            <a:r>
              <a:rPr sz="2900" spc="-10" dirty="0">
                <a:latin typeface="Tw Cen MT" panose="020B0602020104020603"/>
                <a:cs typeface="Tw Cen MT" panose="020B0602020104020603"/>
              </a:rPr>
              <a:t>a</a:t>
            </a:r>
            <a:r>
              <a:rPr sz="2900" spc="-5" dirty="0">
                <a:latin typeface="Tw Cen MT" panose="020B0602020104020603"/>
                <a:cs typeface="Tw Cen MT" panose="020B0602020104020603"/>
              </a:rPr>
              <a:t>liz</a:t>
            </a:r>
            <a:r>
              <a:rPr sz="2900" spc="-10" dirty="0">
                <a:latin typeface="Tw Cen MT" panose="020B0602020104020603"/>
                <a:cs typeface="Tw Cen MT" panose="020B0602020104020603"/>
              </a:rPr>
              <a:t>a</a:t>
            </a:r>
            <a:r>
              <a:rPr sz="2900" spc="-5" dirty="0">
                <a:latin typeface="Tw Cen MT" panose="020B0602020104020603"/>
                <a:cs typeface="Tw Cen MT" panose="020B0602020104020603"/>
              </a:rPr>
              <a:t>tion</a:t>
            </a:r>
            <a:r>
              <a:rPr sz="2900" dirty="0">
                <a:latin typeface="Tw Cen MT" panose="020B0602020104020603"/>
                <a:cs typeface="Tw Cen MT" panose="020B0602020104020603"/>
              </a:rPr>
              <a:t> </a:t>
            </a:r>
            <a:r>
              <a:rPr sz="2900" spc="-5">
                <a:latin typeface="Tw Cen MT" panose="020B0602020104020603"/>
                <a:cs typeface="Tw Cen MT" panose="020B0602020104020603"/>
              </a:rPr>
              <a:t>als</a:t>
            </a:r>
            <a:r>
              <a:rPr sz="2900">
                <a:latin typeface="Tw Cen MT" panose="020B0602020104020603"/>
                <a:cs typeface="Tw Cen MT" panose="020B0602020104020603"/>
              </a:rPr>
              <a:t>o</a:t>
            </a:r>
            <a:r>
              <a:rPr sz="2900" spc="-5">
                <a:latin typeface="Tw Cen MT" panose="020B0602020104020603"/>
                <a:cs typeface="Tw Cen MT" panose="020B0602020104020603"/>
              </a:rPr>
              <a:t> kn</a:t>
            </a:r>
            <a:r>
              <a:rPr sz="2900" spc="-95">
                <a:latin typeface="Tw Cen MT" panose="020B0602020104020603"/>
                <a:cs typeface="Tw Cen MT" panose="020B0602020104020603"/>
              </a:rPr>
              <a:t>o</a:t>
            </a:r>
            <a:r>
              <a:rPr sz="2900">
                <a:latin typeface="Tw Cen MT" panose="020B0602020104020603"/>
                <a:cs typeface="Tw Cen MT" panose="020B0602020104020603"/>
              </a:rPr>
              <a:t>w</a:t>
            </a:r>
            <a:r>
              <a:rPr lang="en-US" sz="2900" dirty="0">
                <a:latin typeface="Tw Cen MT" panose="020B0602020104020603"/>
                <a:cs typeface="Tw Cen MT" panose="020B0602020104020603"/>
              </a:rPr>
              <a:t>n</a:t>
            </a:r>
            <a:r>
              <a:rPr sz="2900" spc="-5">
                <a:latin typeface="Tw Cen MT" panose="020B0602020104020603"/>
                <a:cs typeface="Tw Cen MT" panose="020B0602020104020603"/>
              </a:rPr>
              <a:t> a</a:t>
            </a:r>
            <a:r>
              <a:rPr sz="2900">
                <a:latin typeface="Tw Cen MT" panose="020B0602020104020603"/>
                <a:cs typeface="Tw Cen MT" panose="020B0602020104020603"/>
              </a:rPr>
              <a:t>s</a:t>
            </a:r>
            <a:r>
              <a:rPr sz="2900" spc="-5">
                <a:latin typeface="Tw Cen MT" panose="020B0602020104020603"/>
                <a:cs typeface="Tw Cen MT" panose="020B0602020104020603"/>
              </a:rPr>
              <a:t> </a:t>
            </a:r>
            <a:r>
              <a:rPr sz="2900" spc="-5">
                <a:solidFill>
                  <a:srgbClr val="FF0000"/>
                </a:solidFill>
                <a:latin typeface="Tw Cen MT" panose="020B0602020104020603"/>
                <a:cs typeface="Tw Cen MT" panose="020B0602020104020603"/>
              </a:rPr>
              <a:t>se</a:t>
            </a:r>
            <a:r>
              <a:rPr sz="2900" spc="110">
                <a:solidFill>
                  <a:srgbClr val="FF0000"/>
                </a:solidFill>
                <a:latin typeface="Tw Cen MT" panose="020B0602020104020603"/>
                <a:cs typeface="Tw Cen MT" panose="020B0602020104020603"/>
              </a:rPr>
              <a:t>r</a:t>
            </a:r>
            <a:r>
              <a:rPr sz="2900" spc="-65">
                <a:solidFill>
                  <a:srgbClr val="FF0000"/>
                </a:solidFill>
                <a:latin typeface="Tw Cen MT" panose="020B0602020104020603"/>
                <a:cs typeface="Tw Cen MT" panose="020B0602020104020603"/>
              </a:rPr>
              <a:t>v</a:t>
            </a:r>
            <a:r>
              <a:rPr sz="2900" spc="-5">
                <a:solidFill>
                  <a:srgbClr val="FF0000"/>
                </a:solidFill>
                <a:latin typeface="Tw Cen MT" panose="020B0602020104020603"/>
                <a:cs typeface="Tw Cen MT" panose="020B0602020104020603"/>
              </a:rPr>
              <a:t>e</a:t>
            </a:r>
            <a:r>
              <a:rPr sz="2900">
                <a:solidFill>
                  <a:srgbClr val="FF0000"/>
                </a:solidFill>
                <a:latin typeface="Tw Cen MT" panose="020B0602020104020603"/>
                <a:cs typeface="Tw Cen MT" panose="020B0602020104020603"/>
              </a:rPr>
              <a:t>r</a:t>
            </a:r>
            <a:r>
              <a:rPr sz="2900" spc="-5">
                <a:solidFill>
                  <a:srgbClr val="FF0000"/>
                </a:solidFill>
                <a:latin typeface="Tw Cen MT" panose="020B0602020104020603"/>
                <a:cs typeface="Tw Cen MT" panose="020B0602020104020603"/>
              </a:rPr>
              <a:t> vi</a:t>
            </a:r>
            <a:r>
              <a:rPr sz="2900" spc="50">
                <a:solidFill>
                  <a:srgbClr val="FF0000"/>
                </a:solidFill>
                <a:latin typeface="Tw Cen MT" panose="020B0602020104020603"/>
                <a:cs typeface="Tw Cen MT" panose="020B0602020104020603"/>
              </a:rPr>
              <a:t>r</a:t>
            </a:r>
            <a:r>
              <a:rPr sz="2900" spc="-5">
                <a:solidFill>
                  <a:srgbClr val="FF0000"/>
                </a:solidFill>
                <a:latin typeface="Tw Cen MT" panose="020B0602020104020603"/>
                <a:cs typeface="Tw Cen MT" panose="020B0602020104020603"/>
              </a:rPr>
              <a:t>tu</a:t>
            </a:r>
            <a:r>
              <a:rPr sz="2900" spc="-10">
                <a:solidFill>
                  <a:srgbClr val="FF0000"/>
                </a:solidFill>
                <a:latin typeface="Tw Cen MT" panose="020B0602020104020603"/>
                <a:cs typeface="Tw Cen MT" panose="020B0602020104020603"/>
              </a:rPr>
              <a:t>a</a:t>
            </a:r>
            <a:r>
              <a:rPr sz="2900" spc="-5">
                <a:solidFill>
                  <a:srgbClr val="FF0000"/>
                </a:solidFill>
                <a:latin typeface="Tw Cen MT" panose="020B0602020104020603"/>
                <a:cs typeface="Tw Cen MT" panose="020B0602020104020603"/>
              </a:rPr>
              <a:t>liz</a:t>
            </a:r>
            <a:r>
              <a:rPr sz="2900" spc="-10">
                <a:solidFill>
                  <a:srgbClr val="FF0000"/>
                </a:solidFill>
                <a:latin typeface="Tw Cen MT" panose="020B0602020104020603"/>
                <a:cs typeface="Tw Cen MT" panose="020B0602020104020603"/>
              </a:rPr>
              <a:t>a</a:t>
            </a:r>
            <a:r>
              <a:rPr sz="2900" spc="-5">
                <a:solidFill>
                  <a:srgbClr val="FF0000"/>
                </a:solidFill>
                <a:latin typeface="Tw Cen MT" panose="020B0602020104020603"/>
                <a:cs typeface="Tw Cen MT" panose="020B0602020104020603"/>
              </a:rPr>
              <a:t>tion</a:t>
            </a:r>
            <a:r>
              <a:rPr lang="en-US" sz="2900" spc="-5" dirty="0">
                <a:solidFill>
                  <a:srgbClr val="FF0000"/>
                </a:solidFill>
                <a:latin typeface="Tw Cen MT" panose="020B0602020104020603"/>
                <a:cs typeface="Tw Cen MT" panose="020B0602020104020603"/>
              </a:rPr>
              <a:t> </a:t>
            </a:r>
            <a:r>
              <a:rPr sz="2900" spc="50">
                <a:solidFill>
                  <a:srgbClr val="FF0000"/>
                </a:solidFill>
                <a:latin typeface="Tw Cen MT" panose="020B0602020104020603"/>
                <a:cs typeface="Tw Cen MT" panose="020B0602020104020603"/>
              </a:rPr>
              <a:t>r</a:t>
            </a:r>
            <a:r>
              <a:rPr sz="2900" spc="-5">
                <a:solidFill>
                  <a:srgbClr val="FF0000"/>
                </a:solidFill>
                <a:latin typeface="Tw Cen MT" panose="020B0602020104020603"/>
                <a:cs typeface="Tw Cen MT" panose="020B0602020104020603"/>
              </a:rPr>
              <a:t>un</a:t>
            </a:r>
            <a:r>
              <a:rPr sz="2900">
                <a:solidFill>
                  <a:srgbClr val="FF0000"/>
                </a:solidFill>
                <a:latin typeface="Tw Cen MT" panose="020B0602020104020603"/>
                <a:cs typeface="Tw Cen MT" panose="020B0602020104020603"/>
              </a:rPr>
              <a:t>s</a:t>
            </a:r>
            <a:r>
              <a:rPr sz="2900" spc="-5">
                <a:solidFill>
                  <a:srgbClr val="FF0000"/>
                </a:solidFill>
                <a:latin typeface="Tw Cen MT" panose="020B0602020104020603"/>
                <a:cs typeface="Tw Cen MT" panose="020B0602020104020603"/>
              </a:rPr>
              <a:t> </a:t>
            </a:r>
            <a:r>
              <a:rPr sz="2900" spc="-5" dirty="0">
                <a:latin typeface="Tw Cen MT" panose="020B0602020104020603"/>
                <a:cs typeface="Tw Cen MT" panose="020B0602020104020603"/>
              </a:rPr>
              <a:t>on</a:t>
            </a:r>
            <a:r>
              <a:rPr sz="2900" dirty="0">
                <a:latin typeface="Tw Cen MT" panose="020B0602020104020603"/>
                <a:cs typeface="Tw Cen MT" panose="020B0602020104020603"/>
              </a:rPr>
              <a:t> </a:t>
            </a:r>
            <a:r>
              <a:rPr sz="2900" spc="-5" dirty="0">
                <a:latin typeface="Tw Cen MT" panose="020B0602020104020603"/>
                <a:cs typeface="Tw Cen MT" panose="020B0602020104020603"/>
              </a:rPr>
              <a:t>th</a:t>
            </a:r>
            <a:r>
              <a:rPr sz="2900" dirty="0">
                <a:latin typeface="Tw Cen MT" panose="020B0602020104020603"/>
                <a:cs typeface="Tw Cen MT" panose="020B0602020104020603"/>
              </a:rPr>
              <a:t>e</a:t>
            </a:r>
            <a:r>
              <a:rPr sz="2900" spc="-5" dirty="0">
                <a:latin typeface="Tw Cen MT" panose="020B0602020104020603"/>
                <a:cs typeface="Tw Cen MT" panose="020B0602020104020603"/>
              </a:rPr>
              <a:t> </a:t>
            </a:r>
            <a:r>
              <a:rPr sz="2900" spc="-10" dirty="0">
                <a:latin typeface="Tw Cen MT" panose="020B0602020104020603"/>
                <a:cs typeface="Tw Cen MT" panose="020B0602020104020603"/>
              </a:rPr>
              <a:t>c</a:t>
            </a:r>
            <a:r>
              <a:rPr sz="2900" spc="-5" dirty="0">
                <a:latin typeface="Tw Cen MT" panose="020B0602020104020603"/>
                <a:cs typeface="Tw Cen MT" panose="020B0602020104020603"/>
              </a:rPr>
              <a:t>on</a:t>
            </a:r>
            <a:r>
              <a:rPr sz="2900" spc="-10" dirty="0">
                <a:latin typeface="Tw Cen MT" panose="020B0602020104020603"/>
                <a:cs typeface="Tw Cen MT" panose="020B0602020104020603"/>
              </a:rPr>
              <a:t>c</a:t>
            </a:r>
            <a:r>
              <a:rPr sz="2900" spc="-5" dirty="0">
                <a:latin typeface="Tw Cen MT" panose="020B0602020104020603"/>
                <a:cs typeface="Tw Cen MT" panose="020B0602020104020603"/>
              </a:rPr>
              <a:t>e</a:t>
            </a:r>
            <a:r>
              <a:rPr sz="2900" spc="-10" dirty="0">
                <a:latin typeface="Tw Cen MT" panose="020B0602020104020603"/>
                <a:cs typeface="Tw Cen MT" panose="020B0602020104020603"/>
              </a:rPr>
              <a:t>p</a:t>
            </a:r>
            <a:r>
              <a:rPr sz="2900" spc="-5" dirty="0">
                <a:latin typeface="Tw Cen MT" panose="020B0602020104020603"/>
                <a:cs typeface="Tw Cen MT" panose="020B0602020104020603"/>
              </a:rPr>
              <a:t>t</a:t>
            </a:r>
            <a:r>
              <a:rPr sz="2900" dirty="0">
                <a:latin typeface="Tw Cen MT" panose="020B0602020104020603"/>
                <a:cs typeface="Tw Cen MT" panose="020B0602020104020603"/>
              </a:rPr>
              <a:t> </a:t>
            </a:r>
            <a:r>
              <a:rPr sz="2900" spc="-5" dirty="0">
                <a:latin typeface="Tw Cen MT" panose="020B0602020104020603"/>
                <a:cs typeface="Tw Cen MT" panose="020B0602020104020603"/>
              </a:rPr>
              <a:t>th</a:t>
            </a:r>
            <a:r>
              <a:rPr sz="2900" spc="-10" dirty="0">
                <a:latin typeface="Tw Cen MT" panose="020B0602020104020603"/>
                <a:cs typeface="Tw Cen MT" panose="020B0602020104020603"/>
              </a:rPr>
              <a:t>a</a:t>
            </a:r>
            <a:r>
              <a:rPr sz="2900" spc="-5" dirty="0">
                <a:latin typeface="Tw Cen MT" panose="020B0602020104020603"/>
                <a:cs typeface="Tw Cen MT" panose="020B0602020104020603"/>
              </a:rPr>
              <a:t>t</a:t>
            </a:r>
            <a:r>
              <a:rPr sz="2900" dirty="0">
                <a:latin typeface="Tw Cen MT" panose="020B0602020104020603"/>
                <a:cs typeface="Tw Cen MT" panose="020B0602020104020603"/>
              </a:rPr>
              <a:t> </a:t>
            </a:r>
            <a:r>
              <a:rPr sz="2900" spc="-5" dirty="0">
                <a:latin typeface="Tw Cen MT" panose="020B0602020104020603"/>
                <a:cs typeface="Tw Cen MT" panose="020B0602020104020603"/>
              </a:rPr>
              <a:t>an</a:t>
            </a:r>
            <a:r>
              <a:rPr sz="2900" dirty="0">
                <a:latin typeface="Tw Cen MT" panose="020B0602020104020603"/>
                <a:cs typeface="Tw Cen MT" panose="020B0602020104020603"/>
              </a:rPr>
              <a:t> </a:t>
            </a:r>
            <a:r>
              <a:rPr sz="2900" spc="-5" dirty="0">
                <a:solidFill>
                  <a:srgbClr val="00B050"/>
                </a:solidFill>
                <a:latin typeface="Tw Cen MT" panose="020B0602020104020603"/>
                <a:cs typeface="Tw Cen MT" panose="020B0602020104020603"/>
              </a:rPr>
              <a:t>in</a:t>
            </a:r>
            <a:r>
              <a:rPr sz="2900" spc="-10" dirty="0">
                <a:solidFill>
                  <a:srgbClr val="00B050"/>
                </a:solidFill>
                <a:latin typeface="Tw Cen MT" panose="020B0602020104020603"/>
                <a:cs typeface="Tw Cen MT" panose="020B0602020104020603"/>
              </a:rPr>
              <a:t>d</a:t>
            </a:r>
            <a:r>
              <a:rPr sz="2900" spc="-5" dirty="0">
                <a:solidFill>
                  <a:srgbClr val="00B050"/>
                </a:solidFill>
                <a:latin typeface="Tw Cen MT" panose="020B0602020104020603"/>
                <a:cs typeface="Tw Cen MT" panose="020B0602020104020603"/>
              </a:rPr>
              <a:t>ivi</a:t>
            </a:r>
            <a:r>
              <a:rPr sz="2900" spc="-10" dirty="0">
                <a:solidFill>
                  <a:srgbClr val="00B050"/>
                </a:solidFill>
                <a:latin typeface="Tw Cen MT" panose="020B0602020104020603"/>
                <a:cs typeface="Tw Cen MT" panose="020B0602020104020603"/>
              </a:rPr>
              <a:t>d</a:t>
            </a:r>
            <a:r>
              <a:rPr sz="2900" spc="-5" dirty="0">
                <a:solidFill>
                  <a:srgbClr val="00B050"/>
                </a:solidFill>
                <a:latin typeface="Tw Cen MT" panose="020B0602020104020603"/>
                <a:cs typeface="Tw Cen MT" panose="020B0602020104020603"/>
              </a:rPr>
              <a:t>u</a:t>
            </a:r>
            <a:r>
              <a:rPr sz="2900" spc="-10" dirty="0">
                <a:solidFill>
                  <a:srgbClr val="00B050"/>
                </a:solidFill>
                <a:latin typeface="Tw Cen MT" panose="020B0602020104020603"/>
                <a:cs typeface="Tw Cen MT" panose="020B0602020104020603"/>
              </a:rPr>
              <a:t>a</a:t>
            </a:r>
            <a:r>
              <a:rPr sz="2900" dirty="0">
                <a:solidFill>
                  <a:srgbClr val="00B050"/>
                </a:solidFill>
                <a:latin typeface="Tw Cen MT" panose="020B0602020104020603"/>
                <a:cs typeface="Tw Cen MT" panose="020B0602020104020603"/>
              </a:rPr>
              <a:t>l </a:t>
            </a:r>
            <a:r>
              <a:rPr sz="2900" spc="-5" dirty="0">
                <a:solidFill>
                  <a:srgbClr val="00B050"/>
                </a:solidFill>
                <a:latin typeface="Tw Cen MT" panose="020B0602020104020603"/>
                <a:cs typeface="Tw Cen MT" panose="020B0602020104020603"/>
              </a:rPr>
              <a:t>in</a:t>
            </a:r>
            <a:r>
              <a:rPr sz="2900" spc="-10" dirty="0">
                <a:solidFill>
                  <a:srgbClr val="00B050"/>
                </a:solidFill>
                <a:latin typeface="Tw Cen MT" panose="020B0602020104020603"/>
                <a:cs typeface="Tw Cen MT" panose="020B0602020104020603"/>
              </a:rPr>
              <a:t>d</a:t>
            </a:r>
            <a:r>
              <a:rPr sz="2900" spc="-5" dirty="0">
                <a:solidFill>
                  <a:srgbClr val="00B050"/>
                </a:solidFill>
                <a:latin typeface="Tw Cen MT" panose="020B0602020104020603"/>
                <a:cs typeface="Tw Cen MT" panose="020B0602020104020603"/>
              </a:rPr>
              <a:t>e</a:t>
            </a:r>
            <a:r>
              <a:rPr sz="2900" spc="-10" dirty="0">
                <a:solidFill>
                  <a:srgbClr val="00B050"/>
                </a:solidFill>
                <a:latin typeface="Tw Cen MT" panose="020B0602020104020603"/>
                <a:cs typeface="Tw Cen MT" panose="020B0602020104020603"/>
              </a:rPr>
              <a:t>p</a:t>
            </a:r>
            <a:r>
              <a:rPr sz="2900" spc="-5" dirty="0">
                <a:solidFill>
                  <a:srgbClr val="00B050"/>
                </a:solidFill>
                <a:latin typeface="Tw Cen MT" panose="020B0602020104020603"/>
                <a:cs typeface="Tw Cen MT" panose="020B0602020104020603"/>
              </a:rPr>
              <a:t>en</a:t>
            </a:r>
            <a:r>
              <a:rPr sz="2900" spc="-10" dirty="0">
                <a:solidFill>
                  <a:srgbClr val="00B050"/>
                </a:solidFill>
                <a:latin typeface="Tw Cen MT" panose="020B0602020104020603"/>
                <a:cs typeface="Tw Cen MT" panose="020B0602020104020603"/>
              </a:rPr>
              <a:t>d</a:t>
            </a:r>
            <a:r>
              <a:rPr sz="2900" spc="-5" dirty="0">
                <a:solidFill>
                  <a:srgbClr val="00B050"/>
                </a:solidFill>
                <a:latin typeface="Tw Cen MT" panose="020B0602020104020603"/>
                <a:cs typeface="Tw Cen MT" panose="020B0602020104020603"/>
              </a:rPr>
              <a:t>ent</a:t>
            </a:r>
            <a:r>
              <a:rPr sz="2900" dirty="0">
                <a:solidFill>
                  <a:srgbClr val="00B050"/>
                </a:solidFill>
                <a:latin typeface="Tw Cen MT" panose="020B0602020104020603"/>
                <a:cs typeface="Tw Cen MT" panose="020B0602020104020603"/>
              </a:rPr>
              <a:t> </a:t>
            </a:r>
            <a:r>
              <a:rPr sz="2900" spc="-5" dirty="0">
                <a:solidFill>
                  <a:srgbClr val="00B050"/>
                </a:solidFill>
                <a:latin typeface="Tw Cen MT" panose="020B0602020104020603"/>
                <a:cs typeface="Tw Cen MT" panose="020B0602020104020603"/>
              </a:rPr>
              <a:t>se</a:t>
            </a:r>
            <a:r>
              <a:rPr sz="2900" spc="-10" dirty="0">
                <a:solidFill>
                  <a:srgbClr val="00B050"/>
                </a:solidFill>
                <a:latin typeface="Tw Cen MT" panose="020B0602020104020603"/>
                <a:cs typeface="Tw Cen MT" panose="020B0602020104020603"/>
              </a:rPr>
              <a:t>g</a:t>
            </a:r>
            <a:r>
              <a:rPr sz="2900" dirty="0">
                <a:solidFill>
                  <a:srgbClr val="00B050"/>
                </a:solidFill>
                <a:latin typeface="Tw Cen MT" panose="020B0602020104020603"/>
                <a:cs typeface="Tw Cen MT" panose="020B0602020104020603"/>
              </a:rPr>
              <a:t>m</a:t>
            </a:r>
            <a:r>
              <a:rPr sz="2900" spc="-5" dirty="0">
                <a:solidFill>
                  <a:srgbClr val="00B050"/>
                </a:solidFill>
                <a:latin typeface="Tw Cen MT" panose="020B0602020104020603"/>
                <a:cs typeface="Tw Cen MT" panose="020B0602020104020603"/>
              </a:rPr>
              <a:t>ent</a:t>
            </a:r>
            <a:r>
              <a:rPr sz="2900" dirty="0">
                <a:solidFill>
                  <a:srgbClr val="00B050"/>
                </a:solidFill>
                <a:latin typeface="Tw Cen MT" panose="020B0602020104020603"/>
                <a:cs typeface="Tw Cen MT" panose="020B0602020104020603"/>
              </a:rPr>
              <a:t> </a:t>
            </a:r>
            <a:r>
              <a:rPr sz="2900" spc="-5" dirty="0">
                <a:solidFill>
                  <a:srgbClr val="0070C0"/>
                </a:solidFill>
                <a:latin typeface="Tw Cen MT" panose="020B0602020104020603"/>
                <a:cs typeface="Tw Cen MT" panose="020B0602020104020603"/>
              </a:rPr>
              <a:t>o</a:t>
            </a:r>
            <a:r>
              <a:rPr sz="2900" dirty="0">
                <a:solidFill>
                  <a:srgbClr val="0070C0"/>
                </a:solidFill>
                <a:latin typeface="Tw Cen MT" panose="020B0602020104020603"/>
                <a:cs typeface="Tw Cen MT" panose="020B0602020104020603"/>
              </a:rPr>
              <a:t>f</a:t>
            </a:r>
            <a:r>
              <a:rPr sz="2900" spc="80" dirty="0">
                <a:solidFill>
                  <a:srgbClr val="0070C0"/>
                </a:solidFill>
                <a:latin typeface="Tw Cen MT" panose="020B0602020104020603"/>
                <a:cs typeface="Tw Cen MT" panose="020B0602020104020603"/>
              </a:rPr>
              <a:t> </a:t>
            </a:r>
            <a:r>
              <a:rPr sz="2900" spc="-5" dirty="0">
                <a:solidFill>
                  <a:srgbClr val="0070C0"/>
                </a:solidFill>
                <a:latin typeface="Tw Cen MT" panose="020B0602020104020603"/>
                <a:cs typeface="Tw Cen MT" panose="020B0602020104020603"/>
              </a:rPr>
              <a:t>h</a:t>
            </a:r>
            <a:r>
              <a:rPr sz="2900" spc="-10" dirty="0">
                <a:solidFill>
                  <a:srgbClr val="0070C0"/>
                </a:solidFill>
                <a:latin typeface="Tw Cen MT" panose="020B0602020104020603"/>
                <a:cs typeface="Tw Cen MT" panose="020B0602020104020603"/>
              </a:rPr>
              <a:t>a</a:t>
            </a:r>
            <a:r>
              <a:rPr sz="2900" spc="-5" dirty="0">
                <a:solidFill>
                  <a:srgbClr val="0070C0"/>
                </a:solidFill>
                <a:latin typeface="Tw Cen MT" panose="020B0602020104020603"/>
                <a:cs typeface="Tw Cen MT" panose="020B0602020104020603"/>
              </a:rPr>
              <a:t>r</a:t>
            </a:r>
            <a:r>
              <a:rPr sz="2900" spc="-70" dirty="0">
                <a:solidFill>
                  <a:srgbClr val="0070C0"/>
                </a:solidFill>
                <a:latin typeface="Tw Cen MT" panose="020B0602020104020603"/>
                <a:cs typeface="Tw Cen MT" panose="020B0602020104020603"/>
              </a:rPr>
              <a:t>d</a:t>
            </a:r>
            <a:r>
              <a:rPr sz="2900" spc="-120" dirty="0">
                <a:solidFill>
                  <a:srgbClr val="0070C0"/>
                </a:solidFill>
                <a:latin typeface="Tw Cen MT" panose="020B0602020104020603"/>
                <a:cs typeface="Tw Cen MT" panose="020B0602020104020603"/>
              </a:rPr>
              <a:t>w</a:t>
            </a:r>
            <a:r>
              <a:rPr sz="2900" spc="-10" dirty="0">
                <a:solidFill>
                  <a:srgbClr val="0070C0"/>
                </a:solidFill>
                <a:latin typeface="Tw Cen MT" panose="020B0602020104020603"/>
                <a:cs typeface="Tw Cen MT" panose="020B0602020104020603"/>
              </a:rPr>
              <a:t>a</a:t>
            </a:r>
            <a:r>
              <a:rPr sz="2900" spc="-5" dirty="0">
                <a:solidFill>
                  <a:srgbClr val="0070C0"/>
                </a:solidFill>
                <a:latin typeface="Tw Cen MT" panose="020B0602020104020603"/>
                <a:cs typeface="Tw Cen MT" panose="020B0602020104020603"/>
              </a:rPr>
              <a:t>r</a:t>
            </a:r>
            <a:r>
              <a:rPr sz="2900" dirty="0">
                <a:solidFill>
                  <a:srgbClr val="0070C0"/>
                </a:solidFill>
                <a:latin typeface="Tw Cen MT" panose="020B0602020104020603"/>
                <a:cs typeface="Tw Cen MT" panose="020B0602020104020603"/>
              </a:rPr>
              <a:t>e</a:t>
            </a:r>
            <a:r>
              <a:rPr sz="2900" spc="-5" dirty="0">
                <a:solidFill>
                  <a:srgbClr val="0070C0"/>
                </a:solidFill>
                <a:latin typeface="Tw Cen MT" panose="020B0602020104020603"/>
                <a:cs typeface="Tw Cen MT" panose="020B0602020104020603"/>
              </a:rPr>
              <a:t> o</a:t>
            </a:r>
            <a:r>
              <a:rPr sz="2900" dirty="0">
                <a:solidFill>
                  <a:srgbClr val="0070C0"/>
                </a:solidFill>
                <a:latin typeface="Tw Cen MT" panose="020B0602020104020603"/>
                <a:cs typeface="Tw Cen MT" panose="020B0602020104020603"/>
              </a:rPr>
              <a:t>r</a:t>
            </a:r>
            <a:r>
              <a:rPr sz="2900" spc="-5" dirty="0">
                <a:solidFill>
                  <a:srgbClr val="0070C0"/>
                </a:solidFill>
                <a:latin typeface="Tw Cen MT" panose="020B0602020104020603"/>
                <a:cs typeface="Tw Cen MT" panose="020B0602020104020603"/>
              </a:rPr>
              <a:t> </a:t>
            </a:r>
            <a:r>
              <a:rPr sz="2900" dirty="0">
                <a:solidFill>
                  <a:srgbClr val="0070C0"/>
                </a:solidFill>
                <a:latin typeface="Tw Cen MT" panose="020B0602020104020603"/>
                <a:cs typeface="Tw Cen MT" panose="020B0602020104020603"/>
              </a:rPr>
              <a:t>a</a:t>
            </a:r>
            <a:r>
              <a:rPr sz="2900" spc="-5" dirty="0">
                <a:solidFill>
                  <a:srgbClr val="0070C0"/>
                </a:solidFill>
                <a:latin typeface="Tw Cen MT" panose="020B0602020104020603"/>
                <a:cs typeface="Tw Cen MT" panose="020B0602020104020603"/>
              </a:rPr>
              <a:t> p</a:t>
            </a:r>
            <a:r>
              <a:rPr sz="2900" spc="-65" dirty="0">
                <a:solidFill>
                  <a:srgbClr val="0070C0"/>
                </a:solidFill>
                <a:latin typeface="Tw Cen MT" panose="020B0602020104020603"/>
                <a:cs typeface="Tw Cen MT" panose="020B0602020104020603"/>
              </a:rPr>
              <a:t>h</a:t>
            </a:r>
            <a:r>
              <a:rPr sz="2900" spc="-5" dirty="0">
                <a:solidFill>
                  <a:srgbClr val="0070C0"/>
                </a:solidFill>
                <a:latin typeface="Tw Cen MT" panose="020B0602020104020603"/>
                <a:cs typeface="Tw Cen MT" panose="020B0602020104020603"/>
              </a:rPr>
              <a:t>ysi</a:t>
            </a:r>
            <a:r>
              <a:rPr sz="2900" spc="-10" dirty="0">
                <a:solidFill>
                  <a:srgbClr val="0070C0"/>
                </a:solidFill>
                <a:latin typeface="Tw Cen MT" panose="020B0602020104020603"/>
                <a:cs typeface="Tw Cen MT" panose="020B0602020104020603"/>
              </a:rPr>
              <a:t>ca</a:t>
            </a:r>
            <a:r>
              <a:rPr sz="2900" dirty="0">
                <a:solidFill>
                  <a:srgbClr val="0070C0"/>
                </a:solidFill>
                <a:latin typeface="Tw Cen MT" panose="020B0602020104020603"/>
                <a:cs typeface="Tw Cen MT" panose="020B0602020104020603"/>
              </a:rPr>
              <a:t>l </a:t>
            </a:r>
            <a:r>
              <a:rPr sz="2900" spc="-5" dirty="0">
                <a:solidFill>
                  <a:srgbClr val="0070C0"/>
                </a:solidFill>
                <a:latin typeface="Tw Cen MT" panose="020B0602020104020603"/>
                <a:cs typeface="Tw Cen MT" panose="020B0602020104020603"/>
              </a:rPr>
              <a:t>se</a:t>
            </a:r>
            <a:r>
              <a:rPr sz="2900" spc="110" dirty="0">
                <a:solidFill>
                  <a:srgbClr val="0070C0"/>
                </a:solidFill>
                <a:latin typeface="Tw Cen MT" panose="020B0602020104020603"/>
                <a:cs typeface="Tw Cen MT" panose="020B0602020104020603"/>
              </a:rPr>
              <a:t>r</a:t>
            </a:r>
            <a:r>
              <a:rPr sz="2900" spc="-65" dirty="0">
                <a:solidFill>
                  <a:srgbClr val="0070C0"/>
                </a:solidFill>
                <a:latin typeface="Tw Cen MT" panose="020B0602020104020603"/>
                <a:cs typeface="Tw Cen MT" panose="020B0602020104020603"/>
              </a:rPr>
              <a:t>v</a:t>
            </a:r>
            <a:r>
              <a:rPr sz="2900" spc="-5" dirty="0">
                <a:solidFill>
                  <a:srgbClr val="0070C0"/>
                </a:solidFill>
                <a:latin typeface="Tw Cen MT" panose="020B0602020104020603"/>
                <a:cs typeface="Tw Cen MT" panose="020B0602020104020603"/>
              </a:rPr>
              <a:t>e</a:t>
            </a:r>
            <a:r>
              <a:rPr sz="2900" spc="-210" dirty="0">
                <a:solidFill>
                  <a:srgbClr val="0070C0"/>
                </a:solidFill>
                <a:latin typeface="Tw Cen MT" panose="020B0602020104020603"/>
                <a:cs typeface="Tw Cen MT" panose="020B0602020104020603"/>
              </a:rPr>
              <a:t>r</a:t>
            </a:r>
            <a:r>
              <a:rPr sz="2900" dirty="0">
                <a:latin typeface="Tw Cen MT" panose="020B0602020104020603"/>
                <a:cs typeface="Tw Cen MT" panose="020B0602020104020603"/>
              </a:rPr>
              <a:t>,</a:t>
            </a:r>
            <a:r>
              <a:rPr sz="2900" spc="-5" dirty="0">
                <a:latin typeface="Tw Cen MT" panose="020B0602020104020603"/>
                <a:cs typeface="Tw Cen MT" panose="020B0602020104020603"/>
              </a:rPr>
              <a:t> </a:t>
            </a:r>
            <a:r>
              <a:rPr sz="2900" dirty="0">
                <a:latin typeface="Tw Cen MT" panose="020B0602020104020603"/>
                <a:cs typeface="Tw Cen MT" panose="020B0602020104020603"/>
              </a:rPr>
              <a:t>m</a:t>
            </a:r>
            <a:r>
              <a:rPr sz="2900" spc="-70" dirty="0">
                <a:latin typeface="Tw Cen MT" panose="020B0602020104020603"/>
                <a:cs typeface="Tw Cen MT" panose="020B0602020104020603"/>
              </a:rPr>
              <a:t>a</a:t>
            </a:r>
            <a:r>
              <a:rPr sz="2900" dirty="0">
                <a:latin typeface="Tw Cen MT" panose="020B0602020104020603"/>
                <a:cs typeface="Tw Cen MT" panose="020B0602020104020603"/>
              </a:rPr>
              <a:t>y</a:t>
            </a:r>
            <a:r>
              <a:rPr sz="2900" spc="-5" dirty="0">
                <a:latin typeface="Tw Cen MT" panose="020B0602020104020603"/>
                <a:cs typeface="Tw Cen MT" panose="020B0602020104020603"/>
              </a:rPr>
              <a:t> b</a:t>
            </a:r>
            <a:r>
              <a:rPr sz="2900" dirty="0">
                <a:latin typeface="Tw Cen MT" panose="020B0602020104020603"/>
                <a:cs typeface="Tw Cen MT" panose="020B0602020104020603"/>
              </a:rPr>
              <a:t>e</a:t>
            </a:r>
            <a:r>
              <a:rPr sz="2900" spc="-5" dirty="0">
                <a:latin typeface="Tw Cen MT" panose="020B0602020104020603"/>
                <a:cs typeface="Tw Cen MT" panose="020B0602020104020603"/>
              </a:rPr>
              <a:t> </a:t>
            </a:r>
            <a:r>
              <a:rPr sz="2900" dirty="0">
                <a:solidFill>
                  <a:srgbClr val="FF0000"/>
                </a:solidFill>
                <a:latin typeface="Tw Cen MT" panose="020B0602020104020603"/>
                <a:cs typeface="Tw Cen MT" panose="020B0602020104020603"/>
              </a:rPr>
              <a:t>m</a:t>
            </a:r>
            <a:r>
              <a:rPr sz="2900" spc="-10" dirty="0">
                <a:solidFill>
                  <a:srgbClr val="FF0000"/>
                </a:solidFill>
                <a:latin typeface="Tw Cen MT" panose="020B0602020104020603"/>
                <a:cs typeface="Tw Cen MT" panose="020B0602020104020603"/>
              </a:rPr>
              <a:t>ad</a:t>
            </a:r>
            <a:r>
              <a:rPr sz="2900" dirty="0">
                <a:solidFill>
                  <a:srgbClr val="FF0000"/>
                </a:solidFill>
                <a:latin typeface="Tw Cen MT" panose="020B0602020104020603"/>
                <a:cs typeface="Tw Cen MT" panose="020B0602020104020603"/>
              </a:rPr>
              <a:t>e</a:t>
            </a:r>
            <a:r>
              <a:rPr sz="2900" spc="-5" dirty="0">
                <a:solidFill>
                  <a:srgbClr val="FF0000"/>
                </a:solidFill>
                <a:latin typeface="Tw Cen MT" panose="020B0602020104020603"/>
                <a:cs typeface="Tw Cen MT" panose="020B0602020104020603"/>
              </a:rPr>
              <a:t> up </a:t>
            </a:r>
            <a:r>
              <a:rPr sz="2900" spc="-5" dirty="0">
                <a:latin typeface="Tw Cen MT" panose="020B0602020104020603"/>
                <a:cs typeface="Tw Cen MT" panose="020B0602020104020603"/>
              </a:rPr>
              <a:t>o</a:t>
            </a:r>
            <a:r>
              <a:rPr sz="2900" dirty="0">
                <a:latin typeface="Tw Cen MT" panose="020B0602020104020603"/>
                <a:cs typeface="Tw Cen MT" panose="020B0602020104020603"/>
              </a:rPr>
              <a:t>f</a:t>
            </a:r>
            <a:r>
              <a:rPr sz="2900" spc="80" dirty="0">
                <a:latin typeface="Tw Cen MT" panose="020B0602020104020603"/>
                <a:cs typeface="Tw Cen MT" panose="020B0602020104020603"/>
              </a:rPr>
              <a:t> </a:t>
            </a:r>
            <a:r>
              <a:rPr sz="2900" spc="55" dirty="0">
                <a:solidFill>
                  <a:srgbClr val="00B050"/>
                </a:solidFill>
                <a:latin typeface="Tw Cen MT" panose="020B0602020104020603"/>
                <a:cs typeface="Tw Cen MT" panose="020B0602020104020603"/>
              </a:rPr>
              <a:t>m</a:t>
            </a:r>
            <a:r>
              <a:rPr sz="2900" spc="-5" dirty="0">
                <a:solidFill>
                  <a:srgbClr val="00B050"/>
                </a:solidFill>
                <a:latin typeface="Tw Cen MT" panose="020B0602020104020603"/>
                <a:cs typeface="Tw Cen MT" panose="020B0602020104020603"/>
              </a:rPr>
              <a:t>ulti</a:t>
            </a:r>
            <a:r>
              <a:rPr sz="2900" spc="-10" dirty="0">
                <a:solidFill>
                  <a:srgbClr val="00B050"/>
                </a:solidFill>
                <a:latin typeface="Tw Cen MT" panose="020B0602020104020603"/>
                <a:cs typeface="Tw Cen MT" panose="020B0602020104020603"/>
              </a:rPr>
              <a:t>p</a:t>
            </a:r>
            <a:r>
              <a:rPr sz="2900" spc="-5" dirty="0">
                <a:solidFill>
                  <a:srgbClr val="00B050"/>
                </a:solidFill>
                <a:latin typeface="Tw Cen MT" panose="020B0602020104020603"/>
                <a:cs typeface="Tw Cen MT" panose="020B0602020104020603"/>
              </a:rPr>
              <a:t>l</a:t>
            </a:r>
            <a:r>
              <a:rPr sz="2900" dirty="0">
                <a:solidFill>
                  <a:srgbClr val="00B050"/>
                </a:solidFill>
                <a:latin typeface="Tw Cen MT" panose="020B0602020104020603"/>
                <a:cs typeface="Tw Cen MT" panose="020B0602020104020603"/>
              </a:rPr>
              <a:t>e</a:t>
            </a:r>
            <a:r>
              <a:rPr sz="2900" spc="-5" dirty="0">
                <a:solidFill>
                  <a:srgbClr val="00B050"/>
                </a:solidFill>
                <a:latin typeface="Tw Cen MT" panose="020B0602020104020603"/>
                <a:cs typeface="Tw Cen MT" panose="020B0602020104020603"/>
              </a:rPr>
              <a:t> </a:t>
            </a:r>
            <a:r>
              <a:rPr sz="2900" spc="-5">
                <a:solidFill>
                  <a:srgbClr val="00B050"/>
                </a:solidFill>
                <a:latin typeface="Tw Cen MT" panose="020B0602020104020603"/>
                <a:cs typeface="Tw Cen MT" panose="020B0602020104020603"/>
              </a:rPr>
              <a:t>s</a:t>
            </a:r>
            <a:r>
              <a:rPr sz="2900">
                <a:solidFill>
                  <a:srgbClr val="00B050"/>
                </a:solidFill>
                <a:latin typeface="Tw Cen MT" panose="020B0602020104020603"/>
                <a:cs typeface="Tw Cen MT" panose="020B0602020104020603"/>
              </a:rPr>
              <a:t>m</a:t>
            </a:r>
            <a:r>
              <a:rPr sz="2900" spc="-10">
                <a:solidFill>
                  <a:srgbClr val="00B050"/>
                </a:solidFill>
                <a:latin typeface="Tw Cen MT" panose="020B0602020104020603"/>
                <a:cs typeface="Tw Cen MT" panose="020B0602020104020603"/>
              </a:rPr>
              <a:t>a</a:t>
            </a:r>
            <a:r>
              <a:rPr sz="2900" spc="-5">
                <a:solidFill>
                  <a:srgbClr val="00B050"/>
                </a:solidFill>
                <a:latin typeface="Tw Cen MT" panose="020B0602020104020603"/>
                <a:cs typeface="Tw Cen MT" panose="020B0602020104020603"/>
              </a:rPr>
              <a:t>lle</a:t>
            </a:r>
            <a:r>
              <a:rPr sz="2900">
                <a:solidFill>
                  <a:srgbClr val="00B050"/>
                </a:solidFill>
                <a:latin typeface="Tw Cen MT" panose="020B0602020104020603"/>
                <a:cs typeface="Tw Cen MT" panose="020B0602020104020603"/>
              </a:rPr>
              <a:t>r </a:t>
            </a:r>
            <a:r>
              <a:rPr lang="en-US" sz="2900" spc="-5" dirty="0">
                <a:solidFill>
                  <a:srgbClr val="00B050"/>
                </a:solidFill>
                <a:latin typeface="Tw Cen MT" panose="020B0602020104020603"/>
                <a:cs typeface="Tw Cen MT" panose="020B0602020104020603"/>
              </a:rPr>
              <a:t>se</a:t>
            </a:r>
            <a:r>
              <a:rPr lang="en-US" sz="2900" spc="-10" dirty="0">
                <a:solidFill>
                  <a:srgbClr val="00B050"/>
                </a:solidFill>
                <a:latin typeface="Tw Cen MT" panose="020B0602020104020603"/>
                <a:cs typeface="Tw Cen MT" panose="020B0602020104020603"/>
              </a:rPr>
              <a:t>g</a:t>
            </a:r>
            <a:r>
              <a:rPr lang="en-US" sz="2900" dirty="0">
                <a:solidFill>
                  <a:srgbClr val="00B050"/>
                </a:solidFill>
                <a:latin typeface="Tw Cen MT" panose="020B0602020104020603"/>
                <a:cs typeface="Tw Cen MT" panose="020B0602020104020603"/>
              </a:rPr>
              <a:t>m</a:t>
            </a:r>
            <a:r>
              <a:rPr lang="en-US" sz="2900" spc="-5" dirty="0">
                <a:solidFill>
                  <a:srgbClr val="00B050"/>
                </a:solidFill>
                <a:latin typeface="Tw Cen MT" panose="020B0602020104020603"/>
                <a:cs typeface="Tw Cen MT" panose="020B0602020104020603"/>
              </a:rPr>
              <a:t>ent</a:t>
            </a:r>
            <a:r>
              <a:rPr lang="en-US" sz="2900" dirty="0">
                <a:solidFill>
                  <a:srgbClr val="00B050"/>
                </a:solidFill>
                <a:latin typeface="Tw Cen MT" panose="020B0602020104020603"/>
                <a:cs typeface="Tw Cen MT" panose="020B0602020104020603"/>
              </a:rPr>
              <a:t>s </a:t>
            </a:r>
            <a:r>
              <a:rPr lang="en-US" sz="2900" dirty="0">
                <a:solidFill>
                  <a:srgbClr val="0070C0"/>
                </a:solidFill>
                <a:latin typeface="Tw Cen MT" panose="020B0602020104020603"/>
                <a:cs typeface="Tw Cen MT" panose="020B0602020104020603"/>
              </a:rPr>
              <a:t>of </a:t>
            </a:r>
            <a:r>
              <a:rPr sz="2900" spc="-5">
                <a:solidFill>
                  <a:srgbClr val="0070C0"/>
                </a:solidFill>
                <a:latin typeface="Tw Cen MT" panose="020B0602020104020603"/>
                <a:cs typeface="Tw Cen MT" panose="020B0602020104020603"/>
              </a:rPr>
              <a:t>h</a:t>
            </a:r>
            <a:r>
              <a:rPr sz="2900" spc="-10">
                <a:solidFill>
                  <a:srgbClr val="0070C0"/>
                </a:solidFill>
                <a:latin typeface="Tw Cen MT" panose="020B0602020104020603"/>
                <a:cs typeface="Tw Cen MT" panose="020B0602020104020603"/>
              </a:rPr>
              <a:t>a</a:t>
            </a:r>
            <a:r>
              <a:rPr sz="2900" spc="-5">
                <a:solidFill>
                  <a:srgbClr val="0070C0"/>
                </a:solidFill>
                <a:latin typeface="Tw Cen MT" panose="020B0602020104020603"/>
                <a:cs typeface="Tw Cen MT" panose="020B0602020104020603"/>
              </a:rPr>
              <a:t>r</a:t>
            </a:r>
            <a:r>
              <a:rPr sz="2900" spc="-70">
                <a:solidFill>
                  <a:srgbClr val="0070C0"/>
                </a:solidFill>
                <a:latin typeface="Tw Cen MT" panose="020B0602020104020603"/>
                <a:cs typeface="Tw Cen MT" panose="020B0602020104020603"/>
              </a:rPr>
              <a:t>d</a:t>
            </a:r>
            <a:r>
              <a:rPr sz="2900" spc="-120">
                <a:solidFill>
                  <a:srgbClr val="0070C0"/>
                </a:solidFill>
                <a:latin typeface="Tw Cen MT" panose="020B0602020104020603"/>
                <a:cs typeface="Tw Cen MT" panose="020B0602020104020603"/>
              </a:rPr>
              <a:t>w</a:t>
            </a:r>
            <a:r>
              <a:rPr sz="2900" spc="-10">
                <a:solidFill>
                  <a:srgbClr val="0070C0"/>
                </a:solidFill>
                <a:latin typeface="Tw Cen MT" panose="020B0602020104020603"/>
                <a:cs typeface="Tw Cen MT" panose="020B0602020104020603"/>
              </a:rPr>
              <a:t>a</a:t>
            </a:r>
            <a:r>
              <a:rPr sz="2900" spc="-5">
                <a:solidFill>
                  <a:srgbClr val="0070C0"/>
                </a:solidFill>
                <a:latin typeface="Tw Cen MT" panose="020B0602020104020603"/>
                <a:cs typeface="Tw Cen MT" panose="020B0602020104020603"/>
              </a:rPr>
              <a:t>r</a:t>
            </a:r>
            <a:r>
              <a:rPr sz="2900">
                <a:solidFill>
                  <a:srgbClr val="0070C0"/>
                </a:solidFill>
                <a:latin typeface="Tw Cen MT" panose="020B0602020104020603"/>
                <a:cs typeface="Tw Cen MT" panose="020B0602020104020603"/>
              </a:rPr>
              <a:t>e</a:t>
            </a:r>
            <a:r>
              <a:rPr sz="2900" spc="-5">
                <a:solidFill>
                  <a:srgbClr val="0070C0"/>
                </a:solidFill>
                <a:latin typeface="Tw Cen MT" panose="020B0602020104020603"/>
                <a:cs typeface="Tw Cen MT" panose="020B0602020104020603"/>
              </a:rPr>
              <a:t> o</a:t>
            </a:r>
            <a:r>
              <a:rPr sz="2900">
                <a:solidFill>
                  <a:srgbClr val="0070C0"/>
                </a:solidFill>
                <a:latin typeface="Tw Cen MT" panose="020B0602020104020603"/>
                <a:cs typeface="Tw Cen MT" panose="020B0602020104020603"/>
              </a:rPr>
              <a:t>r</a:t>
            </a:r>
            <a:r>
              <a:rPr sz="2900" spc="-5">
                <a:solidFill>
                  <a:srgbClr val="0070C0"/>
                </a:solidFill>
                <a:latin typeface="Tw Cen MT" panose="020B0602020104020603"/>
                <a:cs typeface="Tw Cen MT" panose="020B0602020104020603"/>
              </a:rPr>
              <a:t> </a:t>
            </a:r>
            <a:r>
              <a:rPr sz="2900" spc="-5" dirty="0">
                <a:solidFill>
                  <a:srgbClr val="0070C0"/>
                </a:solidFill>
                <a:latin typeface="Tw Cen MT" panose="020B0602020104020603"/>
                <a:cs typeface="Tw Cen MT" panose="020B0602020104020603"/>
              </a:rPr>
              <a:t>se</a:t>
            </a:r>
            <a:r>
              <a:rPr sz="2900" spc="110" dirty="0">
                <a:solidFill>
                  <a:srgbClr val="0070C0"/>
                </a:solidFill>
                <a:latin typeface="Tw Cen MT" panose="020B0602020104020603"/>
                <a:cs typeface="Tw Cen MT" panose="020B0602020104020603"/>
              </a:rPr>
              <a:t>r</a:t>
            </a:r>
            <a:r>
              <a:rPr sz="2900" spc="-65" dirty="0">
                <a:solidFill>
                  <a:srgbClr val="0070C0"/>
                </a:solidFill>
                <a:latin typeface="Tw Cen MT" panose="020B0602020104020603"/>
                <a:cs typeface="Tw Cen MT" panose="020B0602020104020603"/>
              </a:rPr>
              <a:t>v</a:t>
            </a:r>
            <a:r>
              <a:rPr sz="2900" spc="-5" dirty="0">
                <a:solidFill>
                  <a:srgbClr val="0070C0"/>
                </a:solidFill>
                <a:latin typeface="Tw Cen MT" panose="020B0602020104020603"/>
                <a:cs typeface="Tw Cen MT" panose="020B0602020104020603"/>
              </a:rPr>
              <a:t>er</a:t>
            </a:r>
            <a:r>
              <a:rPr sz="2900" spc="-65" dirty="0">
                <a:solidFill>
                  <a:srgbClr val="0070C0"/>
                </a:solidFill>
                <a:latin typeface="Tw Cen MT" panose="020B0602020104020603"/>
                <a:cs typeface="Tw Cen MT" panose="020B0602020104020603"/>
              </a:rPr>
              <a:t>s</a:t>
            </a:r>
            <a:r>
              <a:rPr sz="2900" dirty="0">
                <a:latin typeface="Tw Cen MT" panose="020B0602020104020603"/>
                <a:cs typeface="Tw Cen MT" panose="020B0602020104020603"/>
              </a:rPr>
              <a:t>,</a:t>
            </a:r>
            <a:r>
              <a:rPr sz="2900" spc="-5" dirty="0">
                <a:latin typeface="Tw Cen MT" panose="020B0602020104020603"/>
                <a:cs typeface="Tw Cen MT" panose="020B0602020104020603"/>
              </a:rPr>
              <a:t> essenti</a:t>
            </a:r>
            <a:r>
              <a:rPr sz="2900" spc="-10" dirty="0">
                <a:latin typeface="Tw Cen MT" panose="020B0602020104020603"/>
                <a:cs typeface="Tw Cen MT" panose="020B0602020104020603"/>
              </a:rPr>
              <a:t>a</a:t>
            </a:r>
            <a:r>
              <a:rPr sz="2900" spc="-5" dirty="0">
                <a:latin typeface="Tw Cen MT" panose="020B0602020104020603"/>
                <a:cs typeface="Tw Cen MT" panose="020B0602020104020603"/>
              </a:rPr>
              <a:t>ll</a:t>
            </a:r>
            <a:r>
              <a:rPr sz="2900" dirty="0">
                <a:latin typeface="Tw Cen MT" panose="020B0602020104020603"/>
                <a:cs typeface="Tw Cen MT" panose="020B0602020104020603"/>
              </a:rPr>
              <a:t>y </a:t>
            </a:r>
            <a:r>
              <a:rPr sz="2900" spc="-10" dirty="0">
                <a:latin typeface="Tw Cen MT" panose="020B0602020104020603"/>
                <a:cs typeface="Tw Cen MT" panose="020B0602020104020603"/>
              </a:rPr>
              <a:t>c</a:t>
            </a:r>
            <a:r>
              <a:rPr sz="2900" spc="-5" dirty="0">
                <a:latin typeface="Tw Cen MT" panose="020B0602020104020603"/>
                <a:cs typeface="Tw Cen MT" panose="020B0602020104020603"/>
              </a:rPr>
              <a:t>onsoli</a:t>
            </a:r>
            <a:r>
              <a:rPr sz="2900" spc="-10" dirty="0">
                <a:latin typeface="Tw Cen MT" panose="020B0602020104020603"/>
                <a:cs typeface="Tw Cen MT" panose="020B0602020104020603"/>
              </a:rPr>
              <a:t>da</a:t>
            </a:r>
            <a:r>
              <a:rPr sz="2900" spc="-5" dirty="0">
                <a:latin typeface="Tw Cen MT" panose="020B0602020104020603"/>
                <a:cs typeface="Tw Cen MT" panose="020B0602020104020603"/>
              </a:rPr>
              <a:t>ting </a:t>
            </a:r>
            <a:r>
              <a:rPr sz="2900" spc="55" dirty="0">
                <a:latin typeface="Tw Cen MT" panose="020B0602020104020603"/>
                <a:cs typeface="Tw Cen MT" panose="020B0602020104020603"/>
              </a:rPr>
              <a:t>m</a:t>
            </a:r>
            <a:r>
              <a:rPr sz="2900" spc="-5" dirty="0">
                <a:latin typeface="Tw Cen MT" panose="020B0602020104020603"/>
                <a:cs typeface="Tw Cen MT" panose="020B0602020104020603"/>
              </a:rPr>
              <a:t>ulti</a:t>
            </a:r>
            <a:r>
              <a:rPr sz="2900" spc="-10" dirty="0">
                <a:latin typeface="Tw Cen MT" panose="020B0602020104020603"/>
                <a:cs typeface="Tw Cen MT" panose="020B0602020104020603"/>
              </a:rPr>
              <a:t>p</a:t>
            </a:r>
            <a:r>
              <a:rPr sz="2900" spc="-5" dirty="0">
                <a:latin typeface="Tw Cen MT" panose="020B0602020104020603"/>
                <a:cs typeface="Tw Cen MT" panose="020B0602020104020603"/>
              </a:rPr>
              <a:t>l</a:t>
            </a:r>
            <a:r>
              <a:rPr sz="2900" dirty="0">
                <a:latin typeface="Tw Cen MT" panose="020B0602020104020603"/>
                <a:cs typeface="Tw Cen MT" panose="020B0602020104020603"/>
              </a:rPr>
              <a:t>e</a:t>
            </a:r>
            <a:r>
              <a:rPr sz="2900" spc="-5" dirty="0">
                <a:latin typeface="Tw Cen MT" panose="020B0602020104020603"/>
                <a:cs typeface="Tw Cen MT" panose="020B0602020104020603"/>
              </a:rPr>
              <a:t> </a:t>
            </a:r>
            <a:r>
              <a:rPr sz="2900" spc="-5">
                <a:latin typeface="Tw Cen MT" panose="020B0602020104020603"/>
                <a:cs typeface="Tw Cen MT" panose="020B0602020104020603"/>
              </a:rPr>
              <a:t>p</a:t>
            </a:r>
            <a:r>
              <a:rPr sz="2900" spc="-65">
                <a:latin typeface="Tw Cen MT" panose="020B0602020104020603"/>
                <a:cs typeface="Tw Cen MT" panose="020B0602020104020603"/>
              </a:rPr>
              <a:t>h</a:t>
            </a:r>
            <a:r>
              <a:rPr sz="2900" spc="-5">
                <a:latin typeface="Tw Cen MT" panose="020B0602020104020603"/>
                <a:cs typeface="Tw Cen MT" panose="020B0602020104020603"/>
              </a:rPr>
              <a:t>ysi</a:t>
            </a:r>
            <a:r>
              <a:rPr sz="2900" spc="-10">
                <a:latin typeface="Tw Cen MT" panose="020B0602020104020603"/>
                <a:cs typeface="Tw Cen MT" panose="020B0602020104020603"/>
              </a:rPr>
              <a:t>ca</a:t>
            </a:r>
            <a:r>
              <a:rPr sz="2900">
                <a:latin typeface="Tw Cen MT" panose="020B0602020104020603"/>
                <a:cs typeface="Tw Cen MT" panose="020B0602020104020603"/>
              </a:rPr>
              <a:t>l</a:t>
            </a:r>
            <a:r>
              <a:rPr sz="2900" spc="-5">
                <a:latin typeface="Tw Cen MT" panose="020B0602020104020603"/>
                <a:cs typeface="Tw Cen MT" panose="020B0602020104020603"/>
              </a:rPr>
              <a:t> se</a:t>
            </a:r>
            <a:r>
              <a:rPr sz="2900" spc="110">
                <a:latin typeface="Tw Cen MT" panose="020B0602020104020603"/>
                <a:cs typeface="Tw Cen MT" panose="020B0602020104020603"/>
              </a:rPr>
              <a:t>r</a:t>
            </a:r>
            <a:r>
              <a:rPr sz="2900" spc="-65">
                <a:latin typeface="Tw Cen MT" panose="020B0602020104020603"/>
                <a:cs typeface="Tw Cen MT" panose="020B0602020104020603"/>
              </a:rPr>
              <a:t>v</a:t>
            </a:r>
            <a:r>
              <a:rPr sz="2900" spc="-5">
                <a:latin typeface="Tw Cen MT" panose="020B0602020104020603"/>
                <a:cs typeface="Tw Cen MT" panose="020B0602020104020603"/>
              </a:rPr>
              <a:t>er</a:t>
            </a:r>
            <a:r>
              <a:rPr sz="2900">
                <a:latin typeface="Tw Cen MT" panose="020B0602020104020603"/>
                <a:cs typeface="Tw Cen MT" panose="020B0602020104020603"/>
              </a:rPr>
              <a:t>s</a:t>
            </a:r>
            <a:r>
              <a:rPr lang="en-US" sz="2900" dirty="0">
                <a:latin typeface="Tw Cen MT" panose="020B0602020104020603"/>
                <a:cs typeface="Tw Cen MT" panose="020B0602020104020603"/>
              </a:rPr>
              <a:t> </a:t>
            </a:r>
            <a:r>
              <a:rPr sz="2900" spc="-5">
                <a:latin typeface="Tw Cen MT" panose="020B0602020104020603"/>
                <a:cs typeface="Tw Cen MT" panose="020B0602020104020603"/>
              </a:rPr>
              <a:t>int</a:t>
            </a:r>
            <a:r>
              <a:rPr sz="2900">
                <a:latin typeface="Tw Cen MT" panose="020B0602020104020603"/>
                <a:cs typeface="Tw Cen MT" panose="020B0602020104020603"/>
              </a:rPr>
              <a:t>o</a:t>
            </a:r>
            <a:r>
              <a:rPr sz="2900" spc="-5">
                <a:latin typeface="Tw Cen MT" panose="020B0602020104020603"/>
                <a:cs typeface="Tw Cen MT" panose="020B0602020104020603"/>
              </a:rPr>
              <a:t> </a:t>
            </a:r>
            <a:r>
              <a:rPr sz="2900" spc="-5" dirty="0">
                <a:solidFill>
                  <a:srgbClr val="FF0000"/>
                </a:solidFill>
                <a:latin typeface="Tw Cen MT" panose="020B0602020104020603"/>
                <a:cs typeface="Tw Cen MT" panose="020B0602020104020603"/>
              </a:rPr>
              <a:t>vi</a:t>
            </a:r>
            <a:r>
              <a:rPr sz="2900" spc="50" dirty="0">
                <a:solidFill>
                  <a:srgbClr val="FF0000"/>
                </a:solidFill>
                <a:latin typeface="Tw Cen MT" panose="020B0602020104020603"/>
                <a:cs typeface="Tw Cen MT" panose="020B0602020104020603"/>
              </a:rPr>
              <a:t>r</a:t>
            </a:r>
            <a:r>
              <a:rPr sz="2900" spc="-5" dirty="0">
                <a:solidFill>
                  <a:srgbClr val="FF0000"/>
                </a:solidFill>
                <a:latin typeface="Tw Cen MT" panose="020B0602020104020603"/>
                <a:cs typeface="Tw Cen MT" panose="020B0602020104020603"/>
              </a:rPr>
              <a:t>tu</a:t>
            </a:r>
            <a:r>
              <a:rPr sz="2900" spc="-10" dirty="0">
                <a:solidFill>
                  <a:srgbClr val="FF0000"/>
                </a:solidFill>
                <a:latin typeface="Tw Cen MT" panose="020B0602020104020603"/>
                <a:cs typeface="Tw Cen MT" panose="020B0602020104020603"/>
              </a:rPr>
              <a:t>a</a:t>
            </a:r>
            <a:r>
              <a:rPr sz="2900" dirty="0">
                <a:solidFill>
                  <a:srgbClr val="FF0000"/>
                </a:solidFill>
                <a:latin typeface="Tw Cen MT" panose="020B0602020104020603"/>
                <a:cs typeface="Tw Cen MT" panose="020B0602020104020603"/>
              </a:rPr>
              <a:t>l</a:t>
            </a:r>
            <a:r>
              <a:rPr sz="2900" spc="-5" dirty="0">
                <a:solidFill>
                  <a:srgbClr val="FF0000"/>
                </a:solidFill>
                <a:latin typeface="Tw Cen MT" panose="020B0602020104020603"/>
                <a:cs typeface="Tw Cen MT" panose="020B0602020104020603"/>
              </a:rPr>
              <a:t> se</a:t>
            </a:r>
            <a:r>
              <a:rPr sz="2900" spc="110" dirty="0">
                <a:solidFill>
                  <a:srgbClr val="FF0000"/>
                </a:solidFill>
                <a:latin typeface="Tw Cen MT" panose="020B0602020104020603"/>
                <a:cs typeface="Tw Cen MT" panose="020B0602020104020603"/>
              </a:rPr>
              <a:t>r</a:t>
            </a:r>
            <a:r>
              <a:rPr sz="2900" spc="-65" dirty="0">
                <a:solidFill>
                  <a:srgbClr val="FF0000"/>
                </a:solidFill>
                <a:latin typeface="Tw Cen MT" panose="020B0602020104020603"/>
                <a:cs typeface="Tw Cen MT" panose="020B0602020104020603"/>
              </a:rPr>
              <a:t>v</a:t>
            </a:r>
            <a:r>
              <a:rPr sz="2900" spc="-5" dirty="0">
                <a:solidFill>
                  <a:srgbClr val="FF0000"/>
                </a:solidFill>
                <a:latin typeface="Tw Cen MT" panose="020B0602020104020603"/>
                <a:cs typeface="Tw Cen MT" panose="020B0602020104020603"/>
              </a:rPr>
              <a:t>er</a:t>
            </a:r>
            <a:r>
              <a:rPr sz="2900" dirty="0">
                <a:solidFill>
                  <a:srgbClr val="FF0000"/>
                </a:solidFill>
                <a:latin typeface="Tw Cen MT" panose="020B0602020104020603"/>
                <a:cs typeface="Tw Cen MT" panose="020B0602020104020603"/>
              </a:rPr>
              <a:t>s</a:t>
            </a:r>
            <a:r>
              <a:rPr sz="2900" spc="-5" dirty="0">
                <a:solidFill>
                  <a:srgbClr val="FF0000"/>
                </a:solidFill>
                <a:latin typeface="Tw Cen MT" panose="020B0602020104020603"/>
                <a:cs typeface="Tw Cen MT" panose="020B0602020104020603"/>
              </a:rPr>
              <a:t> </a:t>
            </a:r>
            <a:r>
              <a:rPr sz="2900" spc="-5" dirty="0">
                <a:latin typeface="Tw Cen MT" panose="020B0602020104020603"/>
                <a:cs typeface="Tw Cen MT" panose="020B0602020104020603"/>
              </a:rPr>
              <a:t>th</a:t>
            </a:r>
            <a:r>
              <a:rPr sz="2900" spc="-10" dirty="0">
                <a:latin typeface="Tw Cen MT" panose="020B0602020104020603"/>
                <a:cs typeface="Tw Cen MT" panose="020B0602020104020603"/>
              </a:rPr>
              <a:t>a</a:t>
            </a:r>
            <a:r>
              <a:rPr sz="2900" spc="-5" dirty="0">
                <a:latin typeface="Tw Cen MT" panose="020B0602020104020603"/>
                <a:cs typeface="Tw Cen MT" panose="020B0602020104020603"/>
              </a:rPr>
              <a:t>t</a:t>
            </a:r>
            <a:r>
              <a:rPr sz="2900" dirty="0">
                <a:latin typeface="Tw Cen MT" panose="020B0602020104020603"/>
                <a:cs typeface="Tw Cen MT" panose="020B0602020104020603"/>
              </a:rPr>
              <a:t> </a:t>
            </a:r>
            <a:r>
              <a:rPr sz="2900" spc="50" dirty="0">
                <a:latin typeface="Tw Cen MT" panose="020B0602020104020603"/>
                <a:cs typeface="Tw Cen MT" panose="020B0602020104020603"/>
              </a:rPr>
              <a:t>r</a:t>
            </a:r>
            <a:r>
              <a:rPr sz="2900" spc="-5" dirty="0">
                <a:latin typeface="Tw Cen MT" panose="020B0602020104020603"/>
                <a:cs typeface="Tw Cen MT" panose="020B0602020104020603"/>
              </a:rPr>
              <a:t>un</a:t>
            </a:r>
            <a:r>
              <a:rPr sz="2900" dirty="0">
                <a:latin typeface="Tw Cen MT" panose="020B0602020104020603"/>
                <a:cs typeface="Tw Cen MT" panose="020B0602020104020603"/>
              </a:rPr>
              <a:t> </a:t>
            </a:r>
            <a:r>
              <a:rPr sz="2900" spc="-5" dirty="0">
                <a:latin typeface="Tw Cen MT" panose="020B0602020104020603"/>
                <a:cs typeface="Tw Cen MT" panose="020B0602020104020603"/>
              </a:rPr>
              <a:t>on</a:t>
            </a:r>
            <a:r>
              <a:rPr sz="2900" dirty="0">
                <a:latin typeface="Tw Cen MT" panose="020B0602020104020603"/>
                <a:cs typeface="Tw Cen MT" panose="020B0602020104020603"/>
              </a:rPr>
              <a:t> a</a:t>
            </a:r>
            <a:r>
              <a:rPr sz="2900" spc="-5" dirty="0">
                <a:latin typeface="Tw Cen MT" panose="020B0602020104020603"/>
                <a:cs typeface="Tw Cen MT" panose="020B0602020104020603"/>
              </a:rPr>
              <a:t> sin</a:t>
            </a:r>
            <a:r>
              <a:rPr sz="2900" spc="-10" dirty="0">
                <a:latin typeface="Tw Cen MT" panose="020B0602020104020603"/>
                <a:cs typeface="Tw Cen MT" panose="020B0602020104020603"/>
              </a:rPr>
              <a:t>g</a:t>
            </a:r>
            <a:r>
              <a:rPr sz="2900" spc="-5" dirty="0">
                <a:latin typeface="Tw Cen MT" panose="020B0602020104020603"/>
                <a:cs typeface="Tw Cen MT" panose="020B0602020104020603"/>
              </a:rPr>
              <a:t>l</a:t>
            </a:r>
            <a:r>
              <a:rPr sz="2900" dirty="0">
                <a:latin typeface="Tw Cen MT" panose="020B0602020104020603"/>
                <a:cs typeface="Tw Cen MT" panose="020B0602020104020603"/>
              </a:rPr>
              <a:t>e</a:t>
            </a:r>
            <a:r>
              <a:rPr sz="2900" spc="-5" dirty="0">
                <a:latin typeface="Tw Cen MT" panose="020B0602020104020603"/>
                <a:cs typeface="Tw Cen MT" panose="020B0602020104020603"/>
              </a:rPr>
              <a:t> pri</a:t>
            </a:r>
            <a:r>
              <a:rPr sz="2900" dirty="0">
                <a:latin typeface="Tw Cen MT" panose="020B0602020104020603"/>
                <a:cs typeface="Tw Cen MT" panose="020B0602020104020603"/>
              </a:rPr>
              <a:t>m</a:t>
            </a:r>
            <a:r>
              <a:rPr sz="2900" spc="-10" dirty="0">
                <a:latin typeface="Tw Cen MT" panose="020B0602020104020603"/>
                <a:cs typeface="Tw Cen MT" panose="020B0602020104020603"/>
              </a:rPr>
              <a:t>a</a:t>
            </a:r>
            <a:r>
              <a:rPr sz="2900" spc="-5" dirty="0">
                <a:latin typeface="Tw Cen MT" panose="020B0602020104020603"/>
                <a:cs typeface="Tw Cen MT" panose="020B0602020104020603"/>
              </a:rPr>
              <a:t>r</a:t>
            </a:r>
            <a:r>
              <a:rPr sz="2900" dirty="0">
                <a:latin typeface="Tw Cen MT" panose="020B0602020104020603"/>
                <a:cs typeface="Tw Cen MT" panose="020B0602020104020603"/>
              </a:rPr>
              <a:t>y </a:t>
            </a:r>
            <a:r>
              <a:rPr sz="2900" spc="-10" dirty="0">
                <a:latin typeface="Tw Cen MT" panose="020B0602020104020603"/>
                <a:cs typeface="Tw Cen MT" panose="020B0602020104020603"/>
              </a:rPr>
              <a:t>p</a:t>
            </a:r>
            <a:r>
              <a:rPr sz="2900" spc="-65" dirty="0">
                <a:latin typeface="Tw Cen MT" panose="020B0602020104020603"/>
                <a:cs typeface="Tw Cen MT" panose="020B0602020104020603"/>
              </a:rPr>
              <a:t>h</a:t>
            </a:r>
            <a:r>
              <a:rPr sz="2900" spc="-5" dirty="0">
                <a:latin typeface="Tw Cen MT" panose="020B0602020104020603"/>
                <a:cs typeface="Tw Cen MT" panose="020B0602020104020603"/>
              </a:rPr>
              <a:t>ysi</a:t>
            </a:r>
            <a:r>
              <a:rPr sz="2900" spc="-10" dirty="0">
                <a:latin typeface="Tw Cen MT" panose="020B0602020104020603"/>
                <a:cs typeface="Tw Cen MT" panose="020B0602020104020603"/>
              </a:rPr>
              <a:t>ca</a:t>
            </a:r>
            <a:r>
              <a:rPr sz="2900" dirty="0">
                <a:latin typeface="Tw Cen MT" panose="020B0602020104020603"/>
                <a:cs typeface="Tw Cen MT" panose="020B0602020104020603"/>
              </a:rPr>
              <a:t>l</a:t>
            </a:r>
            <a:r>
              <a:rPr sz="2900" spc="-5" dirty="0">
                <a:latin typeface="Tw Cen MT" panose="020B0602020104020603"/>
                <a:cs typeface="Tw Cen MT" panose="020B0602020104020603"/>
              </a:rPr>
              <a:t> se</a:t>
            </a:r>
            <a:r>
              <a:rPr sz="2900" spc="110" dirty="0">
                <a:latin typeface="Tw Cen MT" panose="020B0602020104020603"/>
                <a:cs typeface="Tw Cen MT" panose="020B0602020104020603"/>
              </a:rPr>
              <a:t>r</a:t>
            </a:r>
            <a:r>
              <a:rPr sz="2900" spc="-65" dirty="0">
                <a:latin typeface="Tw Cen MT" panose="020B0602020104020603"/>
                <a:cs typeface="Tw Cen MT" panose="020B0602020104020603"/>
              </a:rPr>
              <a:t>v</a:t>
            </a:r>
            <a:r>
              <a:rPr sz="2900" spc="-5" dirty="0">
                <a:latin typeface="Tw Cen MT" panose="020B0602020104020603"/>
                <a:cs typeface="Tw Cen MT" panose="020B0602020104020603"/>
              </a:rPr>
              <a:t>e</a:t>
            </a:r>
            <a:r>
              <a:rPr sz="2900" spc="-210" dirty="0">
                <a:latin typeface="Tw Cen MT" panose="020B0602020104020603"/>
                <a:cs typeface="Tw Cen MT" panose="020B0602020104020603"/>
              </a:rPr>
              <a:t>r</a:t>
            </a:r>
            <a:r>
              <a:rPr sz="2900" dirty="0">
                <a:latin typeface="Tw Cen MT" panose="020B0602020104020603"/>
                <a:cs typeface="Tw Cen MT" panose="020B0602020104020603"/>
              </a:rPr>
              <a:t>.</a:t>
            </a:r>
            <a:endParaRPr sz="2900">
              <a:latin typeface="Tw Cen MT" panose="020B0602020104020603"/>
              <a:cs typeface="Tw Cen MT" panose="020B0602020104020603"/>
            </a:endParaRPr>
          </a:p>
        </p:txBody>
      </p:sp>
      <p:sp>
        <p:nvSpPr>
          <p:cNvPr id="4" name="object 4"/>
          <p:cNvSpPr/>
          <p:nvPr/>
        </p:nvSpPr>
        <p:spPr>
          <a:xfrm>
            <a:off x="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57248" y="101017"/>
            <a:ext cx="5812155" cy="595630"/>
          </a:xfrm>
          <a:prstGeom prst="rect">
            <a:avLst/>
          </a:prstGeom>
        </p:spPr>
        <p:txBody>
          <a:bodyPr vert="horz" wrap="square" lIns="0" tIns="0" rIns="0" bIns="0" rtlCol="0">
            <a:spAutoFit/>
          </a:bodyPr>
          <a:lstStyle/>
          <a:p>
            <a:pPr marL="12700">
              <a:lnSpc>
                <a:spcPct val="100000"/>
              </a:lnSpc>
            </a:pPr>
            <a:r>
              <a:rPr spc="-5" dirty="0"/>
              <a:t>H</a:t>
            </a:r>
            <a:r>
              <a:rPr spc="-10" dirty="0"/>
              <a:t>a</a:t>
            </a:r>
            <a:r>
              <a:rPr spc="-5" dirty="0"/>
              <a:t>rdw</a:t>
            </a:r>
            <a:r>
              <a:rPr spc="-10" dirty="0"/>
              <a:t>a</a:t>
            </a:r>
            <a:r>
              <a:rPr spc="75" dirty="0"/>
              <a:t>r</a:t>
            </a:r>
            <a:r>
              <a:rPr dirty="0"/>
              <a:t>e</a:t>
            </a:r>
            <a:r>
              <a:rPr b="0" spc="65" dirty="0">
                <a:latin typeface="Times New Roman" panose="02020603050405020304"/>
                <a:cs typeface="Times New Roman" panose="02020603050405020304"/>
              </a:rPr>
              <a:t> </a:t>
            </a:r>
            <a:r>
              <a:rPr spc="-50" dirty="0"/>
              <a:t>V</a:t>
            </a:r>
            <a:r>
              <a:rPr spc="-5" dirty="0"/>
              <a:t>i</a:t>
            </a:r>
            <a:r>
              <a:rPr spc="204" dirty="0"/>
              <a:t>r</a:t>
            </a:r>
            <a:r>
              <a:rPr spc="-5" dirty="0"/>
              <a:t>tu</a:t>
            </a:r>
            <a:r>
              <a:rPr spc="-10" dirty="0"/>
              <a:t>a</a:t>
            </a:r>
            <a:r>
              <a:rPr spc="-5" dirty="0"/>
              <a:t>li</a:t>
            </a:r>
            <a:r>
              <a:rPr dirty="0"/>
              <a:t>z</a:t>
            </a:r>
            <a:r>
              <a:rPr spc="75" dirty="0"/>
              <a:t>a</a:t>
            </a:r>
            <a:r>
              <a:rPr spc="-5" dirty="0"/>
              <a:t>tion:</a:t>
            </a:r>
          </a:p>
        </p:txBody>
      </p:sp>
      <p:sp>
        <p:nvSpPr>
          <p:cNvPr id="4" name="object 4"/>
          <p:cNvSpPr txBox="1">
            <a:spLocks noGrp="1"/>
          </p:cNvSpPr>
          <p:nvPr>
            <p:ph idx="1"/>
          </p:nvPr>
        </p:nvSpPr>
        <p:spPr>
          <a:xfrm>
            <a:off x="461137" y="1600200"/>
            <a:ext cx="8682863" cy="5447645"/>
          </a:xfrm>
          <a:prstGeom prst="rect">
            <a:avLst/>
          </a:prstGeom>
        </p:spPr>
        <p:txBody>
          <a:bodyPr vert="horz" wrap="square" lIns="0" tIns="0" rIns="0" bIns="0" rtlCol="0">
            <a:spAutoFit/>
          </a:bodyPr>
          <a:lstStyle/>
          <a:p>
            <a:pPr marL="561975" marR="5080" indent="-319405">
              <a:lnSpc>
                <a:spcPct val="100000"/>
              </a:lnSpc>
              <a:buClr>
                <a:srgbClr val="DD8046"/>
              </a:buClr>
              <a:buSzPct val="60000"/>
              <a:buFont typeface="Wingdings" panose="05000000000000000000"/>
              <a:buChar char=""/>
              <a:tabLst>
                <a:tab pos="562610" algn="l"/>
              </a:tabLst>
            </a:pPr>
            <a:r>
              <a:rPr u="sng" spc="-5" dirty="0"/>
              <a:t>Ful</a:t>
            </a:r>
            <a:r>
              <a:rPr u="sng" dirty="0"/>
              <a:t>l</a:t>
            </a:r>
            <a:r>
              <a:rPr u="sng" spc="-5" dirty="0"/>
              <a:t> Vi</a:t>
            </a:r>
            <a:r>
              <a:rPr u="sng" spc="50" dirty="0"/>
              <a:t>r</a:t>
            </a:r>
            <a:r>
              <a:rPr u="sng" spc="-5" dirty="0"/>
              <a:t>tu</a:t>
            </a:r>
            <a:r>
              <a:rPr u="sng" spc="-10" dirty="0"/>
              <a:t>a</a:t>
            </a:r>
            <a:r>
              <a:rPr u="sng" spc="-5" dirty="0"/>
              <a:t>liz</a:t>
            </a:r>
            <a:r>
              <a:rPr u="sng" spc="-10" dirty="0"/>
              <a:t>a</a:t>
            </a:r>
            <a:r>
              <a:rPr u="sng" spc="-5" dirty="0"/>
              <a:t>tion</a:t>
            </a:r>
            <a:r>
              <a:rPr u="sng" dirty="0"/>
              <a:t> </a:t>
            </a:r>
            <a:r>
              <a:t>–</a:t>
            </a:r>
            <a:r>
              <a:rPr spc="-5"/>
              <a:t> </a:t>
            </a:r>
            <a:endParaRPr lang="en-US" spc="-5" dirty="0"/>
          </a:p>
          <a:p>
            <a:pPr marL="561975" marR="5080" indent="-319405">
              <a:lnSpc>
                <a:spcPct val="100000"/>
              </a:lnSpc>
              <a:buClr>
                <a:srgbClr val="DD8046"/>
              </a:buClr>
              <a:buSzPct val="60000"/>
              <a:buFont typeface="Arial" panose="020B0604020202020204" pitchFamily="34" charset="0"/>
              <a:buChar char="•"/>
              <a:tabLst>
                <a:tab pos="562610" algn="l"/>
              </a:tabLst>
            </a:pPr>
            <a:r>
              <a:rPr lang="en-US" spc="-5" dirty="0"/>
              <a:t>Th</a:t>
            </a:r>
            <a:r>
              <a:rPr lang="en-US" dirty="0"/>
              <a:t>e</a:t>
            </a:r>
            <a:r>
              <a:rPr lang="en-US" spc="-5" dirty="0"/>
              <a:t> un</a:t>
            </a:r>
            <a:r>
              <a:rPr lang="en-US" spc="-10" dirty="0"/>
              <a:t>d</a:t>
            </a:r>
            <a:r>
              <a:rPr lang="en-US" spc="-5" dirty="0"/>
              <a:t>e</a:t>
            </a:r>
            <a:r>
              <a:rPr lang="en-US" spc="50" dirty="0"/>
              <a:t>r</a:t>
            </a:r>
            <a:r>
              <a:rPr lang="en-US" spc="-5" dirty="0"/>
              <a:t>lying h</a:t>
            </a:r>
            <a:r>
              <a:rPr lang="en-US" spc="-10" dirty="0"/>
              <a:t>a</a:t>
            </a:r>
            <a:r>
              <a:rPr lang="en-US" spc="-5" dirty="0"/>
              <a:t>r</a:t>
            </a:r>
            <a:r>
              <a:rPr lang="en-US" spc="-70" dirty="0"/>
              <a:t>d</a:t>
            </a:r>
            <a:r>
              <a:rPr lang="en-US" spc="-120" dirty="0"/>
              <a:t>w</a:t>
            </a:r>
            <a:r>
              <a:rPr lang="en-US" spc="-10" dirty="0"/>
              <a:t>a</a:t>
            </a:r>
            <a:r>
              <a:rPr lang="en-US" spc="-5" dirty="0"/>
              <a:t>r</a:t>
            </a:r>
            <a:r>
              <a:rPr lang="en-US" dirty="0"/>
              <a:t>e</a:t>
            </a:r>
            <a:r>
              <a:rPr lang="en-US" spc="-5" dirty="0"/>
              <a:t> i</a:t>
            </a:r>
            <a:r>
              <a:rPr lang="en-US" dirty="0"/>
              <a:t>s </a:t>
            </a:r>
            <a:r>
              <a:rPr lang="en-US" spc="-5" dirty="0">
                <a:solidFill>
                  <a:srgbClr val="FF0000"/>
                </a:solidFill>
              </a:rPr>
              <a:t>full</a:t>
            </a:r>
            <a:r>
              <a:rPr lang="en-US" dirty="0">
                <a:solidFill>
                  <a:srgbClr val="FF0000"/>
                </a:solidFill>
              </a:rPr>
              <a:t>y</a:t>
            </a:r>
            <a:r>
              <a:rPr lang="en-US" spc="-5" dirty="0">
                <a:solidFill>
                  <a:srgbClr val="FF0000"/>
                </a:solidFill>
              </a:rPr>
              <a:t> si</a:t>
            </a:r>
            <a:r>
              <a:rPr lang="en-US" spc="55" dirty="0">
                <a:solidFill>
                  <a:srgbClr val="FF0000"/>
                </a:solidFill>
              </a:rPr>
              <a:t>m</a:t>
            </a:r>
            <a:r>
              <a:rPr lang="en-US" spc="-5" dirty="0">
                <a:solidFill>
                  <a:srgbClr val="FF0000"/>
                </a:solidFill>
              </a:rPr>
              <a:t>ul</a:t>
            </a:r>
            <a:r>
              <a:rPr lang="en-US" spc="-10" dirty="0">
                <a:solidFill>
                  <a:srgbClr val="FF0000"/>
                </a:solidFill>
              </a:rPr>
              <a:t>a</a:t>
            </a:r>
            <a:r>
              <a:rPr lang="en-US" spc="-5" dirty="0">
                <a:solidFill>
                  <a:srgbClr val="FF0000"/>
                </a:solidFill>
              </a:rPr>
              <a:t>te</a:t>
            </a:r>
            <a:r>
              <a:rPr lang="en-US" spc="-10" dirty="0">
                <a:solidFill>
                  <a:srgbClr val="FF0000"/>
                </a:solidFill>
              </a:rPr>
              <a:t>d</a:t>
            </a:r>
            <a:r>
              <a:rPr lang="en-US" dirty="0">
                <a:solidFill>
                  <a:srgbClr val="FF0000"/>
                </a:solidFill>
              </a:rPr>
              <a:t>.</a:t>
            </a:r>
            <a:endParaRPr lang="en-US" spc="-5" dirty="0">
              <a:solidFill>
                <a:srgbClr val="FF0000"/>
              </a:solidFill>
            </a:endParaRPr>
          </a:p>
          <a:p>
            <a:pPr marL="561975" marR="5080" indent="-319405">
              <a:lnSpc>
                <a:spcPct val="100000"/>
              </a:lnSpc>
              <a:buClr>
                <a:srgbClr val="DD8046"/>
              </a:buClr>
              <a:buSzPct val="60000"/>
              <a:buFont typeface="Arial" panose="020B0604020202020204" pitchFamily="34" charset="0"/>
              <a:buChar char="•"/>
              <a:tabLst>
                <a:tab pos="562610" algn="l"/>
              </a:tabLst>
            </a:pPr>
            <a:r>
              <a:rPr spc="-5"/>
              <a:t>Guest</a:t>
            </a:r>
            <a:r>
              <a:t> </a:t>
            </a:r>
            <a:r>
              <a:rPr spc="-5" dirty="0"/>
              <a:t>soft</a:t>
            </a:r>
            <a:r>
              <a:rPr spc="-120" dirty="0"/>
              <a:t>w</a:t>
            </a:r>
            <a:r>
              <a:rPr spc="-10" dirty="0"/>
              <a:t>a</a:t>
            </a:r>
            <a:r>
              <a:rPr spc="-5" dirty="0"/>
              <a:t>r</a:t>
            </a:r>
            <a:r>
              <a:rPr dirty="0"/>
              <a:t>e</a:t>
            </a:r>
            <a:r>
              <a:rPr spc="-5" dirty="0"/>
              <a:t> doe</a:t>
            </a:r>
            <a:r>
              <a:rPr dirty="0"/>
              <a:t>s</a:t>
            </a:r>
            <a:r>
              <a:rPr spc="-5" dirty="0"/>
              <a:t> not</a:t>
            </a:r>
            <a:r>
              <a:rPr dirty="0"/>
              <a:t> </a:t>
            </a:r>
            <a:r>
              <a:rPr spc="-5" dirty="0"/>
              <a:t>re</a:t>
            </a:r>
            <a:r>
              <a:rPr spc="-10" dirty="0"/>
              <a:t>q</a:t>
            </a:r>
            <a:r>
              <a:rPr spc="-5" dirty="0"/>
              <a:t>uir</a:t>
            </a:r>
            <a:r>
              <a:rPr dirty="0"/>
              <a:t>e </a:t>
            </a:r>
            <a:r>
              <a:rPr spc="-10"/>
              <a:t>a</a:t>
            </a:r>
            <a:r>
              <a:rPr spc="-95"/>
              <a:t>n</a:t>
            </a:r>
            <a:r>
              <a:t>y</a:t>
            </a:r>
            <a:r>
              <a:rPr spc="-5"/>
              <a:t> </a:t>
            </a:r>
            <a:r>
              <a:t>m</a:t>
            </a:r>
            <a:r>
              <a:rPr spc="-5"/>
              <a:t>o</a:t>
            </a:r>
            <a:r>
              <a:rPr spc="-10"/>
              <a:t>d</a:t>
            </a:r>
            <a:r>
              <a:rPr spc="-5"/>
              <a:t>ifi</a:t>
            </a:r>
            <a:r>
              <a:rPr spc="-10"/>
              <a:t>ca</a:t>
            </a:r>
            <a:r>
              <a:rPr spc="-5"/>
              <a:t>tion</a:t>
            </a:r>
            <a:r>
              <a:t>s</a:t>
            </a:r>
            <a:r>
              <a:rPr lang="en-US" dirty="0"/>
              <a:t>.</a:t>
            </a:r>
            <a:endParaRPr dirty="0"/>
          </a:p>
          <a:p>
            <a:pPr marL="561975" marR="255905" indent="-319405">
              <a:lnSpc>
                <a:spcPct val="100000"/>
              </a:lnSpc>
              <a:spcBef>
                <a:spcPts val="700"/>
              </a:spcBef>
              <a:buClr>
                <a:srgbClr val="DD8046"/>
              </a:buClr>
              <a:buSzPct val="59000"/>
              <a:buFont typeface="Wingdings" panose="05000000000000000000"/>
              <a:buChar char=""/>
              <a:tabLst>
                <a:tab pos="562610" algn="l"/>
              </a:tabLst>
            </a:pPr>
            <a:r>
              <a:rPr u="sng" spc="-180"/>
              <a:t>P</a:t>
            </a:r>
            <a:r>
              <a:rPr u="sng" spc="-10"/>
              <a:t>a</a:t>
            </a:r>
            <a:r>
              <a:rPr u="sng" spc="-35"/>
              <a:t>r</a:t>
            </a:r>
            <a:r>
              <a:rPr u="sng" spc="-10"/>
              <a:t>a</a:t>
            </a:r>
            <a:r>
              <a:rPr u="sng" spc="-5"/>
              <a:t>-vi</a:t>
            </a:r>
            <a:r>
              <a:rPr u="sng" spc="50"/>
              <a:t>r</a:t>
            </a:r>
            <a:r>
              <a:rPr u="sng" spc="-5"/>
              <a:t>tu</a:t>
            </a:r>
            <a:r>
              <a:rPr u="sng" spc="-10"/>
              <a:t>a</a:t>
            </a:r>
            <a:r>
              <a:rPr u="sng" spc="-5"/>
              <a:t>liz</a:t>
            </a:r>
            <a:r>
              <a:rPr u="sng" spc="-10"/>
              <a:t>a</a:t>
            </a:r>
            <a:r>
              <a:rPr u="sng" spc="-5"/>
              <a:t>tion</a:t>
            </a:r>
            <a:r>
              <a:rPr u="sng"/>
              <a:t> </a:t>
            </a:r>
            <a:r>
              <a:t>–</a:t>
            </a:r>
            <a:endParaRPr lang="en-US" dirty="0"/>
          </a:p>
          <a:p>
            <a:pPr marL="561975" marR="255905" indent="-319405">
              <a:lnSpc>
                <a:spcPct val="100000"/>
              </a:lnSpc>
              <a:spcBef>
                <a:spcPts val="700"/>
              </a:spcBef>
              <a:buClr>
                <a:srgbClr val="DD8046"/>
              </a:buClr>
              <a:buSzPct val="59000"/>
              <a:buFont typeface="Arial" panose="020B0604020202020204" pitchFamily="34" charset="0"/>
              <a:buChar char="•"/>
              <a:tabLst>
                <a:tab pos="562610" algn="l"/>
              </a:tabLst>
            </a:pPr>
            <a:r>
              <a:rPr spc="-5"/>
              <a:t> </a:t>
            </a:r>
            <a:r>
              <a:rPr lang="en-US" spc="-5" dirty="0"/>
              <a:t>T</a:t>
            </a:r>
            <a:r>
              <a:rPr spc="-5"/>
              <a:t>h</a:t>
            </a:r>
            <a:r>
              <a:t>e</a:t>
            </a:r>
            <a:r>
              <a:rPr spc="-5"/>
              <a:t> h</a:t>
            </a:r>
            <a:r>
              <a:rPr spc="-10"/>
              <a:t>a</a:t>
            </a:r>
            <a:r>
              <a:rPr spc="-5"/>
              <a:t>r</a:t>
            </a:r>
            <a:r>
              <a:rPr spc="-70"/>
              <a:t>d</a:t>
            </a:r>
            <a:r>
              <a:rPr spc="-120"/>
              <a:t>w</a:t>
            </a:r>
            <a:r>
              <a:rPr spc="-10"/>
              <a:t>a</a:t>
            </a:r>
            <a:r>
              <a:rPr spc="-5"/>
              <a:t>r</a:t>
            </a:r>
            <a:r>
              <a:t>e</a:t>
            </a:r>
            <a:r>
              <a:rPr spc="-5"/>
              <a:t> i</a:t>
            </a:r>
            <a:r>
              <a:t>s</a:t>
            </a:r>
            <a:r>
              <a:rPr spc="-5"/>
              <a:t> </a:t>
            </a:r>
            <a:r>
              <a:rPr spc="-5">
                <a:solidFill>
                  <a:srgbClr val="FF0000"/>
                </a:solidFill>
              </a:rPr>
              <a:t>not</a:t>
            </a:r>
            <a:r>
              <a:rPr>
                <a:solidFill>
                  <a:srgbClr val="FF0000"/>
                </a:solidFill>
              </a:rPr>
              <a:t> </a:t>
            </a:r>
            <a:r>
              <a:rPr spc="-5">
                <a:solidFill>
                  <a:srgbClr val="FF0000"/>
                </a:solidFill>
              </a:rPr>
              <a:t>si</a:t>
            </a:r>
            <a:r>
              <a:rPr spc="55">
                <a:solidFill>
                  <a:srgbClr val="FF0000"/>
                </a:solidFill>
              </a:rPr>
              <a:t>m</a:t>
            </a:r>
            <a:r>
              <a:rPr spc="-5">
                <a:solidFill>
                  <a:srgbClr val="FF0000"/>
                </a:solidFill>
              </a:rPr>
              <a:t>ul</a:t>
            </a:r>
            <a:r>
              <a:rPr spc="-10">
                <a:solidFill>
                  <a:srgbClr val="FF0000"/>
                </a:solidFill>
              </a:rPr>
              <a:t>a</a:t>
            </a:r>
            <a:r>
              <a:rPr spc="-5">
                <a:solidFill>
                  <a:srgbClr val="FF0000"/>
                </a:solidFill>
              </a:rPr>
              <a:t>ted</a:t>
            </a:r>
            <a:r>
              <a:rPr>
                <a:solidFill>
                  <a:srgbClr val="FF0000"/>
                </a:solidFill>
              </a:rPr>
              <a:t> </a:t>
            </a:r>
            <a:r>
              <a:rPr lang="en-US" spc="-10" dirty="0"/>
              <a:t>instead</a:t>
            </a:r>
            <a:r>
              <a:rPr spc="-5"/>
              <a:t> th</a:t>
            </a:r>
            <a:r>
              <a:t>e</a:t>
            </a:r>
            <a:r>
              <a:rPr spc="-5"/>
              <a:t> guest</a:t>
            </a:r>
            <a:r>
              <a:t> </a:t>
            </a:r>
            <a:r>
              <a:rPr spc="-5"/>
              <a:t>soft</a:t>
            </a:r>
            <a:r>
              <a:rPr spc="-120"/>
              <a:t>w</a:t>
            </a:r>
            <a:r>
              <a:rPr spc="-10"/>
              <a:t>a</a:t>
            </a:r>
            <a:r>
              <a:rPr spc="-5"/>
              <a:t>r</a:t>
            </a:r>
            <a:r>
              <a:t>e</a:t>
            </a:r>
            <a:r>
              <a:rPr spc="-5"/>
              <a:t> </a:t>
            </a:r>
            <a:r>
              <a:rPr spc="50"/>
              <a:t>r</a:t>
            </a:r>
            <a:r>
              <a:rPr spc="-5"/>
              <a:t>un</a:t>
            </a:r>
            <a:r>
              <a:t> </a:t>
            </a:r>
            <a:r>
              <a:rPr spc="-5"/>
              <a:t>thei</a:t>
            </a:r>
            <a:r>
              <a:t>r</a:t>
            </a:r>
            <a:r>
              <a:rPr spc="-5"/>
              <a:t> </a:t>
            </a:r>
            <a:r>
              <a:rPr spc="-95">
                <a:solidFill>
                  <a:srgbClr val="00B050"/>
                </a:solidFill>
              </a:rPr>
              <a:t>o</a:t>
            </a:r>
            <a:r>
              <a:rPr>
                <a:solidFill>
                  <a:srgbClr val="00B050"/>
                </a:solidFill>
              </a:rPr>
              <a:t>w</a:t>
            </a:r>
            <a:r>
              <a:rPr spc="-5">
                <a:solidFill>
                  <a:srgbClr val="00B050"/>
                </a:solidFill>
              </a:rPr>
              <a:t>n</a:t>
            </a:r>
            <a:r>
              <a:rPr>
                <a:solidFill>
                  <a:srgbClr val="00B050"/>
                </a:solidFill>
              </a:rPr>
              <a:t> </a:t>
            </a:r>
            <a:r>
              <a:rPr spc="-5">
                <a:solidFill>
                  <a:srgbClr val="00B050"/>
                </a:solidFill>
              </a:rPr>
              <a:t>isol</a:t>
            </a:r>
            <a:r>
              <a:rPr spc="-10">
                <a:solidFill>
                  <a:srgbClr val="00B050"/>
                </a:solidFill>
              </a:rPr>
              <a:t>a</a:t>
            </a:r>
            <a:r>
              <a:rPr spc="-5">
                <a:solidFill>
                  <a:srgbClr val="00B050"/>
                </a:solidFill>
              </a:rPr>
              <a:t>ted</a:t>
            </a:r>
            <a:r>
              <a:rPr>
                <a:solidFill>
                  <a:srgbClr val="00B050"/>
                </a:solidFill>
              </a:rPr>
              <a:t> </a:t>
            </a:r>
            <a:r>
              <a:rPr spc="-10">
                <a:solidFill>
                  <a:srgbClr val="00B050"/>
                </a:solidFill>
              </a:rPr>
              <a:t>d</a:t>
            </a:r>
            <a:r>
              <a:rPr spc="-5">
                <a:solidFill>
                  <a:srgbClr val="00B050"/>
                </a:solidFill>
              </a:rPr>
              <a:t>o</a:t>
            </a:r>
            <a:r>
              <a:rPr>
                <a:solidFill>
                  <a:srgbClr val="00B050"/>
                </a:solidFill>
              </a:rPr>
              <a:t>m</a:t>
            </a:r>
            <a:r>
              <a:rPr spc="-10">
                <a:solidFill>
                  <a:srgbClr val="00B050"/>
                </a:solidFill>
              </a:rPr>
              <a:t>a</a:t>
            </a:r>
            <a:r>
              <a:rPr spc="-5">
                <a:solidFill>
                  <a:srgbClr val="00B050"/>
                </a:solidFill>
              </a:rPr>
              <a:t>in</a:t>
            </a:r>
            <a:r>
              <a:rPr spc="-35">
                <a:solidFill>
                  <a:srgbClr val="00B050"/>
                </a:solidFill>
              </a:rPr>
              <a:t>s</a:t>
            </a:r>
            <a:r>
              <a:rPr>
                <a:solidFill>
                  <a:srgbClr val="00B050"/>
                </a:solidFill>
              </a:rPr>
              <a:t>.</a:t>
            </a:r>
            <a:endParaRPr lang="en-US" dirty="0">
              <a:solidFill>
                <a:srgbClr val="00B050"/>
              </a:solidFill>
            </a:endParaRPr>
          </a:p>
          <a:p>
            <a:pPr marL="561975" marR="255905" indent="-319405">
              <a:spcBef>
                <a:spcPts val="700"/>
              </a:spcBef>
              <a:buClr>
                <a:srgbClr val="DD8046"/>
              </a:buClr>
              <a:buSzPct val="59000"/>
              <a:buFont typeface="Wingdings" panose="05000000000000000000"/>
              <a:buChar char=""/>
              <a:tabLst>
                <a:tab pos="562610" algn="l"/>
              </a:tabLst>
            </a:pPr>
            <a:r>
              <a:rPr lang="en-US" u="sng" spc="-5" dirty="0"/>
              <a:t>E</a:t>
            </a:r>
            <a:r>
              <a:rPr lang="en-US" u="sng" spc="55" dirty="0"/>
              <a:t>m</a:t>
            </a:r>
            <a:r>
              <a:rPr lang="en-US" u="sng" spc="-5" dirty="0"/>
              <a:t>ul</a:t>
            </a:r>
            <a:r>
              <a:rPr lang="en-US" u="sng" spc="-10" dirty="0"/>
              <a:t>a</a:t>
            </a:r>
            <a:r>
              <a:rPr lang="en-US" u="sng" spc="-5" dirty="0"/>
              <a:t>tion</a:t>
            </a:r>
            <a:r>
              <a:rPr lang="en-US" u="sng" dirty="0"/>
              <a:t> </a:t>
            </a:r>
            <a:r>
              <a:rPr lang="en-US" u="sng" spc="-5" dirty="0"/>
              <a:t>Vi</a:t>
            </a:r>
            <a:r>
              <a:rPr lang="en-US" u="sng" spc="50" dirty="0"/>
              <a:t>r</a:t>
            </a:r>
            <a:r>
              <a:rPr lang="en-US" u="sng" spc="-5" dirty="0"/>
              <a:t>tu</a:t>
            </a:r>
            <a:r>
              <a:rPr lang="en-US" u="sng" spc="-10" dirty="0"/>
              <a:t>a</a:t>
            </a:r>
            <a:r>
              <a:rPr lang="en-US" u="sng" spc="-5" dirty="0"/>
              <a:t>liz</a:t>
            </a:r>
            <a:r>
              <a:rPr lang="en-US" u="sng" spc="-10" dirty="0"/>
              <a:t>a</a:t>
            </a:r>
            <a:r>
              <a:rPr lang="en-US" u="sng" spc="-5" dirty="0"/>
              <a:t>tion</a:t>
            </a:r>
            <a:r>
              <a:rPr lang="en-US" u="sng" dirty="0"/>
              <a:t> </a:t>
            </a:r>
            <a:r>
              <a:rPr lang="en-US" dirty="0"/>
              <a:t>–</a:t>
            </a:r>
            <a:r>
              <a:rPr lang="en-US" spc="-5" dirty="0"/>
              <a:t> </a:t>
            </a:r>
          </a:p>
          <a:p>
            <a:pPr marL="561975" marR="255905" indent="-319405">
              <a:spcBef>
                <a:spcPts val="700"/>
              </a:spcBef>
              <a:buClr>
                <a:srgbClr val="DD8046"/>
              </a:buClr>
              <a:buSzPct val="59000"/>
              <a:buFont typeface="Arial" panose="020B0604020202020204" pitchFamily="34" charset="0"/>
              <a:buChar char="•"/>
              <a:tabLst>
                <a:tab pos="562610" algn="l"/>
              </a:tabLst>
            </a:pPr>
            <a:r>
              <a:rPr lang="en-US" spc="-5" dirty="0"/>
              <a:t>Th</a:t>
            </a:r>
            <a:r>
              <a:rPr lang="en-US" dirty="0"/>
              <a:t>e</a:t>
            </a:r>
            <a:r>
              <a:rPr lang="en-US" spc="-5" dirty="0"/>
              <a:t> </a:t>
            </a:r>
            <a:r>
              <a:rPr lang="en-US" spc="-5" dirty="0">
                <a:solidFill>
                  <a:srgbClr val="FF0000"/>
                </a:solidFill>
              </a:rPr>
              <a:t>vi</a:t>
            </a:r>
            <a:r>
              <a:rPr lang="en-US" spc="50" dirty="0">
                <a:solidFill>
                  <a:srgbClr val="FF0000"/>
                </a:solidFill>
              </a:rPr>
              <a:t>r</a:t>
            </a:r>
            <a:r>
              <a:rPr lang="en-US" spc="-5" dirty="0">
                <a:solidFill>
                  <a:srgbClr val="FF0000"/>
                </a:solidFill>
              </a:rPr>
              <a:t>tu</a:t>
            </a:r>
            <a:r>
              <a:rPr lang="en-US" spc="-10" dirty="0">
                <a:solidFill>
                  <a:srgbClr val="FF0000"/>
                </a:solidFill>
              </a:rPr>
              <a:t>a</a:t>
            </a:r>
            <a:r>
              <a:rPr lang="en-US" dirty="0">
                <a:solidFill>
                  <a:srgbClr val="FF0000"/>
                </a:solidFill>
              </a:rPr>
              <a:t>l</a:t>
            </a:r>
            <a:r>
              <a:rPr lang="en-US" spc="-5" dirty="0">
                <a:solidFill>
                  <a:srgbClr val="FF0000"/>
                </a:solidFill>
              </a:rPr>
              <a:t> </a:t>
            </a:r>
            <a:r>
              <a:rPr lang="en-US" dirty="0">
                <a:solidFill>
                  <a:srgbClr val="FF0000"/>
                </a:solidFill>
              </a:rPr>
              <a:t>m</a:t>
            </a:r>
            <a:r>
              <a:rPr lang="en-US" spc="-10" dirty="0">
                <a:solidFill>
                  <a:srgbClr val="FF0000"/>
                </a:solidFill>
              </a:rPr>
              <a:t>a</a:t>
            </a:r>
            <a:r>
              <a:rPr lang="en-US" spc="100" dirty="0">
                <a:solidFill>
                  <a:srgbClr val="FF0000"/>
                </a:solidFill>
              </a:rPr>
              <a:t>c</a:t>
            </a:r>
            <a:r>
              <a:rPr lang="en-US" spc="-5" dirty="0">
                <a:solidFill>
                  <a:srgbClr val="FF0000"/>
                </a:solidFill>
              </a:rPr>
              <a:t>hin</a:t>
            </a:r>
            <a:r>
              <a:rPr lang="en-US" dirty="0">
                <a:solidFill>
                  <a:srgbClr val="FF0000"/>
                </a:solidFill>
              </a:rPr>
              <a:t>e </a:t>
            </a:r>
            <a:r>
              <a:rPr lang="en-US" spc="-5" dirty="0">
                <a:solidFill>
                  <a:srgbClr val="FF0000"/>
                </a:solidFill>
              </a:rPr>
              <a:t>si</a:t>
            </a:r>
            <a:r>
              <a:rPr lang="en-US" spc="55" dirty="0">
                <a:solidFill>
                  <a:srgbClr val="FF0000"/>
                </a:solidFill>
              </a:rPr>
              <a:t>m</a:t>
            </a:r>
            <a:r>
              <a:rPr lang="en-US" spc="-5" dirty="0">
                <a:solidFill>
                  <a:srgbClr val="FF0000"/>
                </a:solidFill>
              </a:rPr>
              <a:t>ul</a:t>
            </a:r>
            <a:r>
              <a:rPr lang="en-US" spc="-10" dirty="0">
                <a:solidFill>
                  <a:srgbClr val="FF0000"/>
                </a:solidFill>
              </a:rPr>
              <a:t>a</a:t>
            </a:r>
            <a:r>
              <a:rPr lang="en-US" spc="-5" dirty="0">
                <a:solidFill>
                  <a:srgbClr val="FF0000"/>
                </a:solidFill>
              </a:rPr>
              <a:t>te</a:t>
            </a:r>
            <a:r>
              <a:rPr lang="en-US" dirty="0">
                <a:solidFill>
                  <a:srgbClr val="FF0000"/>
                </a:solidFill>
              </a:rPr>
              <a:t>s</a:t>
            </a:r>
            <a:r>
              <a:rPr lang="en-US" spc="-5" dirty="0">
                <a:solidFill>
                  <a:srgbClr val="FF0000"/>
                </a:solidFill>
              </a:rPr>
              <a:t> th</a:t>
            </a:r>
            <a:r>
              <a:rPr lang="en-US" dirty="0">
                <a:solidFill>
                  <a:srgbClr val="FF0000"/>
                </a:solidFill>
              </a:rPr>
              <a:t>e</a:t>
            </a:r>
            <a:r>
              <a:rPr lang="en-US" spc="-5" dirty="0">
                <a:solidFill>
                  <a:srgbClr val="FF0000"/>
                </a:solidFill>
              </a:rPr>
              <a:t> h</a:t>
            </a:r>
            <a:r>
              <a:rPr lang="en-US" spc="-10" dirty="0">
                <a:solidFill>
                  <a:srgbClr val="FF0000"/>
                </a:solidFill>
              </a:rPr>
              <a:t>a</a:t>
            </a:r>
            <a:r>
              <a:rPr lang="en-US" spc="-5" dirty="0">
                <a:solidFill>
                  <a:srgbClr val="FF0000"/>
                </a:solidFill>
              </a:rPr>
              <a:t>r</a:t>
            </a:r>
            <a:r>
              <a:rPr lang="en-US" spc="-70" dirty="0">
                <a:solidFill>
                  <a:srgbClr val="FF0000"/>
                </a:solidFill>
              </a:rPr>
              <a:t>d</a:t>
            </a:r>
            <a:r>
              <a:rPr lang="en-US" spc="-120" dirty="0">
                <a:solidFill>
                  <a:srgbClr val="FF0000"/>
                </a:solidFill>
              </a:rPr>
              <a:t>w</a:t>
            </a:r>
            <a:r>
              <a:rPr lang="en-US" spc="-10" dirty="0">
                <a:solidFill>
                  <a:srgbClr val="FF0000"/>
                </a:solidFill>
              </a:rPr>
              <a:t>a</a:t>
            </a:r>
            <a:r>
              <a:rPr lang="en-US" spc="-5" dirty="0">
                <a:solidFill>
                  <a:srgbClr val="FF0000"/>
                </a:solidFill>
              </a:rPr>
              <a:t>r</a:t>
            </a:r>
            <a:r>
              <a:rPr lang="en-US" dirty="0">
                <a:solidFill>
                  <a:srgbClr val="FF0000"/>
                </a:solidFill>
              </a:rPr>
              <a:t>e</a:t>
            </a:r>
            <a:r>
              <a:rPr lang="en-US" spc="-5" dirty="0">
                <a:solidFill>
                  <a:srgbClr val="FF0000"/>
                </a:solidFill>
              </a:rPr>
              <a:t> </a:t>
            </a:r>
            <a:r>
              <a:rPr lang="en-US" spc="-5" dirty="0"/>
              <a:t>and </a:t>
            </a:r>
            <a:r>
              <a:rPr lang="en-US" spc="-10" dirty="0"/>
              <a:t>b</a:t>
            </a:r>
            <a:r>
              <a:rPr lang="en-US" spc="-5" dirty="0"/>
              <a:t>e</a:t>
            </a:r>
            <a:r>
              <a:rPr lang="en-US" spc="-10" dirty="0"/>
              <a:t>c</a:t>
            </a:r>
            <a:r>
              <a:rPr lang="en-US" spc="-5" dirty="0"/>
              <a:t>o</a:t>
            </a:r>
            <a:r>
              <a:rPr lang="en-US" dirty="0"/>
              <a:t>m</a:t>
            </a:r>
            <a:r>
              <a:rPr lang="en-US" spc="-5" dirty="0"/>
              <a:t>e</a:t>
            </a:r>
            <a:r>
              <a:rPr lang="en-US" dirty="0"/>
              <a:t>s</a:t>
            </a:r>
            <a:r>
              <a:rPr lang="en-US" spc="-5" dirty="0"/>
              <a:t> </a:t>
            </a:r>
            <a:r>
              <a:rPr lang="en-US" spc="-5" dirty="0">
                <a:solidFill>
                  <a:srgbClr val="FF0000"/>
                </a:solidFill>
              </a:rPr>
              <a:t>in</a:t>
            </a:r>
            <a:r>
              <a:rPr lang="en-US" spc="-10" dirty="0">
                <a:solidFill>
                  <a:srgbClr val="FF0000"/>
                </a:solidFill>
              </a:rPr>
              <a:t>d</a:t>
            </a:r>
            <a:r>
              <a:rPr lang="en-US" spc="-5" dirty="0">
                <a:solidFill>
                  <a:srgbClr val="FF0000"/>
                </a:solidFill>
              </a:rPr>
              <a:t>e</a:t>
            </a:r>
            <a:r>
              <a:rPr lang="en-US" spc="-10" dirty="0">
                <a:solidFill>
                  <a:srgbClr val="FF0000"/>
                </a:solidFill>
              </a:rPr>
              <a:t>p</a:t>
            </a:r>
            <a:r>
              <a:rPr lang="en-US" spc="-5" dirty="0">
                <a:solidFill>
                  <a:srgbClr val="FF0000"/>
                </a:solidFill>
              </a:rPr>
              <a:t>en</a:t>
            </a:r>
            <a:r>
              <a:rPr lang="en-US" spc="-10" dirty="0">
                <a:solidFill>
                  <a:srgbClr val="FF0000"/>
                </a:solidFill>
              </a:rPr>
              <a:t>d</a:t>
            </a:r>
            <a:r>
              <a:rPr lang="en-US" spc="-5" dirty="0">
                <a:solidFill>
                  <a:srgbClr val="FF0000"/>
                </a:solidFill>
              </a:rPr>
              <a:t>ent </a:t>
            </a:r>
            <a:r>
              <a:rPr lang="en-US" spc="-5" dirty="0"/>
              <a:t>o</a:t>
            </a:r>
            <a:r>
              <a:rPr lang="en-US" dirty="0"/>
              <a:t>f</a:t>
            </a:r>
            <a:r>
              <a:rPr lang="en-US" spc="80" dirty="0"/>
              <a:t> </a:t>
            </a:r>
            <a:r>
              <a:rPr lang="en-US" spc="-5" dirty="0"/>
              <a:t>it</a:t>
            </a:r>
            <a:r>
              <a:rPr lang="en-US" dirty="0"/>
              <a:t>.</a:t>
            </a:r>
            <a:r>
              <a:rPr lang="en-US" spc="-5" dirty="0"/>
              <a:t> </a:t>
            </a:r>
          </a:p>
          <a:p>
            <a:pPr marL="561975" marR="255905" indent="-319405">
              <a:spcBef>
                <a:spcPts val="700"/>
              </a:spcBef>
              <a:buClr>
                <a:srgbClr val="DD8046"/>
              </a:buClr>
              <a:buSzPct val="59000"/>
              <a:buFont typeface="Arial" panose="020B0604020202020204" pitchFamily="34" charset="0"/>
              <a:buChar char="•"/>
              <a:tabLst>
                <a:tab pos="562610" algn="l"/>
              </a:tabLst>
            </a:pPr>
            <a:r>
              <a:rPr lang="en-US" spc="-5" dirty="0"/>
              <a:t>Guest</a:t>
            </a:r>
            <a:r>
              <a:rPr lang="en-US" dirty="0"/>
              <a:t> </a:t>
            </a:r>
            <a:r>
              <a:rPr lang="en-US" spc="-5" dirty="0"/>
              <a:t>software doe</a:t>
            </a:r>
            <a:r>
              <a:rPr lang="en-US" dirty="0"/>
              <a:t>s</a:t>
            </a:r>
            <a:r>
              <a:rPr lang="en-US" spc="-5" dirty="0"/>
              <a:t> not</a:t>
            </a:r>
            <a:r>
              <a:rPr lang="en-US" dirty="0"/>
              <a:t> </a:t>
            </a:r>
            <a:r>
              <a:rPr lang="en-US" spc="-5" dirty="0"/>
              <a:t>re</a:t>
            </a:r>
            <a:r>
              <a:rPr lang="en-US" spc="-10" dirty="0"/>
              <a:t>q</a:t>
            </a:r>
            <a:r>
              <a:rPr lang="en-US" spc="-5" dirty="0"/>
              <a:t>uir</a:t>
            </a:r>
            <a:r>
              <a:rPr lang="en-US" dirty="0"/>
              <a:t>e </a:t>
            </a:r>
            <a:r>
              <a:rPr lang="en-US" spc="-10" dirty="0"/>
              <a:t>a</a:t>
            </a:r>
            <a:r>
              <a:rPr lang="en-US" spc="-95" dirty="0"/>
              <a:t>n</a:t>
            </a:r>
            <a:r>
              <a:rPr lang="en-US" dirty="0"/>
              <a:t>y</a:t>
            </a:r>
            <a:r>
              <a:rPr lang="en-US" spc="-5" dirty="0"/>
              <a:t> </a:t>
            </a:r>
            <a:r>
              <a:rPr lang="en-US" dirty="0"/>
              <a:t>m</a:t>
            </a:r>
            <a:r>
              <a:rPr lang="en-US" spc="-5" dirty="0"/>
              <a:t>o</a:t>
            </a:r>
            <a:r>
              <a:rPr lang="en-US" spc="-10" dirty="0"/>
              <a:t>d</a:t>
            </a:r>
            <a:r>
              <a:rPr lang="en-US" spc="-5" dirty="0"/>
              <a:t>ifi</a:t>
            </a:r>
            <a:r>
              <a:rPr lang="en-US" spc="-10" dirty="0"/>
              <a:t>ca</a:t>
            </a:r>
            <a:r>
              <a:rPr lang="en-US" spc="-5" dirty="0"/>
              <a:t>tion</a:t>
            </a:r>
            <a:r>
              <a:rPr lang="en-US" spc="-35" dirty="0"/>
              <a:t>s</a:t>
            </a:r>
            <a:r>
              <a:rPr lang="en-US" dirty="0"/>
              <a:t>.</a:t>
            </a:r>
          </a:p>
          <a:p>
            <a:pPr marL="561975" marR="255905" indent="-319405">
              <a:lnSpc>
                <a:spcPct val="100000"/>
              </a:lnSpc>
              <a:spcBef>
                <a:spcPts val="700"/>
              </a:spcBef>
              <a:buClr>
                <a:srgbClr val="DD8046"/>
              </a:buClr>
              <a:buSzPct val="59000"/>
              <a:tabLst>
                <a:tab pos="562610" algn="l"/>
              </a:tabLst>
            </a:pPr>
            <a:endParaRPr dirty="0"/>
          </a:p>
        </p:txBody>
      </p:sp>
      <p:sp>
        <p:nvSpPr>
          <p:cNvPr id="3" name="object 3"/>
          <p:cNvSpPr txBox="1"/>
          <p:nvPr/>
        </p:nvSpPr>
        <p:spPr>
          <a:xfrm>
            <a:off x="3624453" y="781968"/>
            <a:ext cx="2129790" cy="584835"/>
          </a:xfrm>
          <a:prstGeom prst="rect">
            <a:avLst/>
          </a:prstGeom>
        </p:spPr>
        <p:txBody>
          <a:bodyPr vert="horz" wrap="square" lIns="0" tIns="0" rIns="0" bIns="0" rtlCol="0">
            <a:spAutoFit/>
          </a:bodyPr>
          <a:lstStyle/>
          <a:p>
            <a:pPr marL="12700">
              <a:lnSpc>
                <a:spcPct val="100000"/>
              </a:lnSpc>
            </a:pPr>
            <a:r>
              <a:rPr sz="4400" b="1" u="heavy" spc="-5" dirty="0">
                <a:solidFill>
                  <a:srgbClr val="006FC0"/>
                </a:solidFill>
                <a:latin typeface="Tw Cen MT" panose="020B0602020104020603"/>
                <a:cs typeface="Tw Cen MT" panose="020B0602020104020603"/>
              </a:rPr>
              <a:t>Subtyp</a:t>
            </a:r>
            <a:r>
              <a:rPr sz="4400" b="1" u="heavy" dirty="0">
                <a:solidFill>
                  <a:srgbClr val="006FC0"/>
                </a:solidFill>
                <a:latin typeface="Tw Cen MT" panose="020B0602020104020603"/>
                <a:cs typeface="Tw Cen MT" panose="020B0602020104020603"/>
              </a:rPr>
              <a:t>e</a:t>
            </a:r>
            <a:r>
              <a:rPr sz="4400" b="1" u="heavy" spc="-5" dirty="0">
                <a:solidFill>
                  <a:srgbClr val="006FC0"/>
                </a:solidFill>
                <a:latin typeface="Tw Cen MT" panose="020B0602020104020603"/>
                <a:cs typeface="Tw Cen MT" panose="020B0602020104020603"/>
              </a:rPr>
              <a:t>s</a:t>
            </a:r>
            <a:endParaRPr sz="4400">
              <a:latin typeface="Tw Cen MT" panose="020B0602020104020603"/>
              <a:cs typeface="Tw Cen MT" panose="020B0602020104020603"/>
            </a:endParaRPr>
          </a:p>
        </p:txBody>
      </p:sp>
      <p:sp>
        <p:nvSpPr>
          <p:cNvPr id="5" name="object 5"/>
          <p:cNvSpPr txBox="1"/>
          <p:nvPr/>
        </p:nvSpPr>
        <p:spPr>
          <a:xfrm>
            <a:off x="161289" y="1289496"/>
            <a:ext cx="211454" cy="177800"/>
          </a:xfrm>
          <a:prstGeom prst="rect">
            <a:avLst/>
          </a:prstGeom>
        </p:spPr>
        <p:txBody>
          <a:bodyPr vert="horz" wrap="square" lIns="0" tIns="0" rIns="0" bIns="0" rtlCol="0">
            <a:spAutoFit/>
          </a:bodyPr>
          <a:lstStyle/>
          <a:p>
            <a:pPr marL="12700">
              <a:lnSpc>
                <a:spcPct val="100000"/>
              </a:lnSpc>
            </a:pPr>
            <a:r>
              <a:rPr sz="1200" b="1" spc="-5" dirty="0">
                <a:solidFill>
                  <a:srgbClr val="FFFFFF"/>
                </a:solidFill>
                <a:latin typeface="Comic Sans MS" panose="030F0702030302020204"/>
                <a:cs typeface="Comic Sans MS" panose="030F0702030302020204"/>
              </a:rPr>
              <a:t>1</a:t>
            </a:r>
            <a:r>
              <a:rPr sz="1200" b="1" dirty="0">
                <a:solidFill>
                  <a:srgbClr val="FFFFFF"/>
                </a:solidFill>
                <a:latin typeface="Comic Sans MS" panose="030F0702030302020204"/>
                <a:cs typeface="Comic Sans MS" panose="030F0702030302020204"/>
              </a:rPr>
              <a:t>3</a:t>
            </a:r>
            <a:endParaRPr sz="1200">
              <a:latin typeface="Comic Sans MS" panose="030F0702030302020204"/>
              <a:cs typeface="Comic Sans MS" panose="030F0702030302020204"/>
            </a:endParaRPr>
          </a:p>
        </p:txBody>
      </p:sp>
      <p:sp>
        <p:nvSpPr>
          <p:cNvPr id="6" name="object 6"/>
          <p:cNvSpPr/>
          <p:nvPr/>
        </p:nvSpPr>
        <p:spPr>
          <a:xfrm>
            <a:off x="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76200"/>
            <a:ext cx="7772400" cy="1440179"/>
          </a:xfrm>
        </p:spPr>
        <p:txBody>
          <a:bodyPr/>
          <a:lstStyle/>
          <a:p>
            <a:endParaRPr lang="en-US"/>
          </a:p>
        </p:txBody>
      </p:sp>
      <p:sp>
        <p:nvSpPr>
          <p:cNvPr id="3" name="Subtitle 2"/>
          <p:cNvSpPr>
            <a:spLocks noGrp="1"/>
          </p:cNvSpPr>
          <p:nvPr>
            <p:ph type="subTitle" idx="1"/>
          </p:nvPr>
        </p:nvSpPr>
        <p:spPr>
          <a:xfrm>
            <a:off x="304800" y="1524000"/>
            <a:ext cx="8336915" cy="4462780"/>
          </a:xfrm>
        </p:spPr>
        <p:txBody>
          <a:bodyPr wrap="square"/>
          <a:lstStyle/>
          <a:p>
            <a:r>
              <a:rPr lang="en-US"/>
              <a:t>Full virtualization is a common and cost-effective type of virtualization, which is basically a method by which computer service requests are separated from the physical hardware that facilitates them. </a:t>
            </a:r>
          </a:p>
          <a:p>
            <a:r>
              <a:rPr lang="en-US"/>
              <a:t>With full virtualization, operating systems and their hosted software are run on top of virtual hardware. </a:t>
            </a:r>
          </a:p>
          <a:p>
            <a:r>
              <a:rPr lang="en-US"/>
              <a:t>It differs from other forms of virtualization (like paravirtualization and hardware-assisted virtualization) in its total isolation of guest operating systems from their hosts.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492887" y="436297"/>
            <a:ext cx="8158225" cy="676910"/>
          </a:xfrm>
        </p:spPr>
        <p:txBody>
          <a:bodyPr/>
          <a:lstStyle/>
          <a:p>
            <a:r>
              <a:rPr lang="en-US">
                <a:sym typeface="+mn-ea"/>
              </a:rPr>
              <a:t>Full virtualization</a:t>
            </a:r>
            <a:endParaRPr lang="en-US"/>
          </a:p>
        </p:txBody>
      </p:sp>
      <p:sp>
        <p:nvSpPr>
          <p:cNvPr id="3" name="Content Placeholder 2"/>
          <p:cNvSpPr>
            <a:spLocks noGrp="1"/>
          </p:cNvSpPr>
          <p:nvPr>
            <p:ph sz="half" idx="1"/>
          </p:nvPr>
        </p:nvSpPr>
        <p:spPr>
          <a:xfrm>
            <a:off x="457200" y="2514600"/>
            <a:ext cx="8193912" cy="2662267"/>
          </a:xfrm>
        </p:spPr>
        <p:txBody>
          <a:bodyPr wrap="square">
            <a:normAutofit fontScale="92500"/>
          </a:bodyPr>
          <a:lstStyle/>
          <a:p>
            <a:r>
              <a:rPr lang="en-US" sz="2400" dirty="0"/>
              <a:t>Full virtualization is fulfilled by the use of both binary translation and direct execution. </a:t>
            </a:r>
          </a:p>
          <a:p>
            <a:endParaRPr lang="en-US" sz="2400" dirty="0"/>
          </a:p>
          <a:p>
            <a:r>
              <a:rPr lang="en-US" sz="2400" dirty="0"/>
              <a:t> In full virtualization, the guest OS is completely isolated by the virtual machine from the virtualization layer and hardware. </a:t>
            </a:r>
          </a:p>
          <a:p>
            <a:endParaRPr lang="en-US" sz="2400" dirty="0"/>
          </a:p>
          <a:p>
            <a:r>
              <a:rPr lang="en-US" sz="2400" dirty="0"/>
              <a:t>Microsoft and Parallels systems are examples of full virtualization..</a:t>
            </a:r>
            <a:r>
              <a:rPr lang="en-US" dirty="0"/>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2887" y="436297"/>
            <a:ext cx="8158225" cy="677108"/>
          </a:xfrm>
        </p:spPr>
        <p:txBody>
          <a:bodyPr/>
          <a:lstStyle/>
          <a:p>
            <a:r>
              <a:rPr lang="en-US" dirty="0"/>
              <a:t>Fig.</a:t>
            </a:r>
          </a:p>
        </p:txBody>
      </p:sp>
      <p:pic>
        <p:nvPicPr>
          <p:cNvPr id="5" name="Picture 2" descr="Architecture of Full Virtualization | Download Scientific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4" y="1752600"/>
            <a:ext cx="6191250" cy="47148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u="sng" spc="-180">
                <a:sym typeface="+mn-ea"/>
              </a:rPr>
              <a:t>P</a:t>
            </a:r>
            <a:r>
              <a:rPr u="sng" spc="-10">
                <a:sym typeface="+mn-ea"/>
              </a:rPr>
              <a:t>a</a:t>
            </a:r>
            <a:r>
              <a:rPr u="sng" spc="-35">
                <a:sym typeface="+mn-ea"/>
              </a:rPr>
              <a:t>r</a:t>
            </a:r>
            <a:r>
              <a:rPr u="sng" spc="-10">
                <a:sym typeface="+mn-ea"/>
              </a:rPr>
              <a:t>a</a:t>
            </a:r>
            <a:r>
              <a:rPr u="sng" spc="-5">
                <a:sym typeface="+mn-ea"/>
              </a:rPr>
              <a:t>-vi</a:t>
            </a:r>
            <a:r>
              <a:rPr u="sng" spc="50">
                <a:sym typeface="+mn-ea"/>
              </a:rPr>
              <a:t>r</a:t>
            </a:r>
            <a:r>
              <a:rPr u="sng" spc="-5">
                <a:sym typeface="+mn-ea"/>
              </a:rPr>
              <a:t>tu</a:t>
            </a:r>
            <a:r>
              <a:rPr u="sng" spc="-10">
                <a:sym typeface="+mn-ea"/>
              </a:rPr>
              <a:t>a</a:t>
            </a:r>
            <a:r>
              <a:rPr u="sng" spc="-5">
                <a:sym typeface="+mn-ea"/>
              </a:rPr>
              <a:t>liz</a:t>
            </a:r>
            <a:r>
              <a:rPr u="sng" spc="-10">
                <a:sym typeface="+mn-ea"/>
              </a:rPr>
              <a:t>a</a:t>
            </a:r>
            <a:r>
              <a:rPr u="sng" spc="-5">
                <a:sym typeface="+mn-ea"/>
              </a:rPr>
              <a:t>tion</a:t>
            </a:r>
            <a:endParaRPr lang="en-US"/>
          </a:p>
        </p:txBody>
      </p:sp>
      <p:sp>
        <p:nvSpPr>
          <p:cNvPr id="6" name="Text Box 5"/>
          <p:cNvSpPr txBox="1"/>
          <p:nvPr/>
        </p:nvSpPr>
        <p:spPr>
          <a:xfrm>
            <a:off x="762000" y="2087245"/>
            <a:ext cx="7602220" cy="3416320"/>
          </a:xfrm>
          <a:prstGeom prst="rect">
            <a:avLst/>
          </a:prstGeom>
          <a:noFill/>
        </p:spPr>
        <p:txBody>
          <a:bodyPr wrap="square" rtlCol="0">
            <a:spAutoFit/>
          </a:bodyPr>
          <a:lstStyle/>
          <a:p>
            <a:pPr algn="just"/>
            <a:r>
              <a:rPr lang="en-US" sz="2400" dirty="0"/>
              <a:t>Paravirtualization is the category of CPU virtualization which uses </a:t>
            </a:r>
            <a:r>
              <a:rPr lang="en-US" sz="2400" dirty="0" err="1"/>
              <a:t>hypercalls</a:t>
            </a:r>
            <a:r>
              <a:rPr lang="en-US" sz="2400" dirty="0"/>
              <a:t> for operations to handle instructions at compile time.</a:t>
            </a:r>
          </a:p>
          <a:p>
            <a:pPr algn="just"/>
            <a:endParaRPr lang="en-US" sz="2400" dirty="0"/>
          </a:p>
          <a:p>
            <a:pPr algn="just"/>
            <a:r>
              <a:rPr lang="en-US" sz="2400" dirty="0"/>
              <a:t>In paravirtualization, guest OS is not completely isolated but it is partially isolated by the virtual machine from the virtualization layer and hardware. </a:t>
            </a:r>
          </a:p>
          <a:p>
            <a:pPr algn="just"/>
            <a:endParaRPr lang="en-US" sz="2400" dirty="0"/>
          </a:p>
          <a:p>
            <a:pPr algn="just"/>
            <a:r>
              <a:rPr lang="en-US" sz="2400" dirty="0"/>
              <a:t>VMware and Xen are some examples of paravirtualization..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2887" y="436297"/>
            <a:ext cx="8158225" cy="677108"/>
          </a:xfrm>
        </p:spPr>
        <p:txBody>
          <a:bodyPr/>
          <a:lstStyle/>
          <a:p>
            <a:r>
              <a:rPr lang="en-US" dirty="0"/>
              <a:t>Fig.</a:t>
            </a:r>
          </a:p>
        </p:txBody>
      </p:sp>
      <p:pic>
        <p:nvPicPr>
          <p:cNvPr id="2050" name="Picture 2" descr="What is paravirtualization? - Quor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1752600"/>
            <a:ext cx="4919662" cy="47561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083808" y="1412747"/>
            <a:ext cx="3060191" cy="4175760"/>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0" y="1302196"/>
            <a:ext cx="3385185" cy="4215130"/>
          </a:xfrm>
          <a:prstGeom prst="rect">
            <a:avLst/>
          </a:prstGeom>
        </p:spPr>
        <p:txBody>
          <a:bodyPr vert="horz" wrap="square" lIns="0" tIns="0" rIns="0" bIns="0" rtlCol="0">
            <a:spAutoFit/>
          </a:bodyPr>
          <a:lstStyle/>
          <a:p>
            <a:pPr marL="173990">
              <a:lnSpc>
                <a:spcPct val="100000"/>
              </a:lnSpc>
            </a:pPr>
            <a:r>
              <a:rPr sz="1200" b="1" spc="-5" dirty="0">
                <a:solidFill>
                  <a:srgbClr val="FFFFFF"/>
                </a:solidFill>
                <a:latin typeface="Comic Sans MS" panose="030F0702030302020204"/>
                <a:cs typeface="Comic Sans MS" panose="030F0702030302020204"/>
              </a:rPr>
              <a:t>1</a:t>
            </a:r>
            <a:r>
              <a:rPr sz="1200" b="1" dirty="0">
                <a:solidFill>
                  <a:srgbClr val="FFFFFF"/>
                </a:solidFill>
                <a:latin typeface="Comic Sans MS" panose="030F0702030302020204"/>
                <a:cs typeface="Comic Sans MS" panose="030F0702030302020204"/>
              </a:rPr>
              <a:t>4</a:t>
            </a:r>
            <a:endParaRPr sz="1200">
              <a:latin typeface="Comic Sans MS" panose="030F0702030302020204"/>
              <a:cs typeface="Comic Sans MS" panose="030F0702030302020204"/>
            </a:endParaRPr>
          </a:p>
        </p:txBody>
      </p:sp>
      <p:sp>
        <p:nvSpPr>
          <p:cNvPr id="4" name="object 4"/>
          <p:cNvSpPr/>
          <p:nvPr/>
        </p:nvSpPr>
        <p:spPr>
          <a:xfrm>
            <a:off x="0" y="1341119"/>
            <a:ext cx="3384804" cy="4175760"/>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2915411" y="1341119"/>
            <a:ext cx="3276600" cy="4282440"/>
          </a:xfrm>
          <a:prstGeom prst="rect">
            <a:avLst/>
          </a:prstGeom>
          <a:blipFill>
            <a:blip r:embed="rId4" cstate="print"/>
            <a:stretch>
              <a:fillRect/>
            </a:stretch>
          </a:blipFill>
        </p:spPr>
        <p:txBody>
          <a:bodyPr wrap="square" lIns="0" tIns="0" rIns="0" bIns="0" rtlCol="0"/>
          <a:lstStyle/>
          <a:p>
            <a:endParaRPr/>
          </a:p>
        </p:txBody>
      </p:sp>
      <p:sp>
        <p:nvSpPr>
          <p:cNvPr id="6" name="object 6"/>
          <p:cNvSpPr txBox="1"/>
          <p:nvPr/>
        </p:nvSpPr>
        <p:spPr>
          <a:xfrm>
            <a:off x="474281" y="5831933"/>
            <a:ext cx="2553335" cy="330200"/>
          </a:xfrm>
          <a:prstGeom prst="rect">
            <a:avLst/>
          </a:prstGeom>
        </p:spPr>
        <p:txBody>
          <a:bodyPr vert="horz" wrap="square" lIns="0" tIns="0" rIns="0" bIns="0" rtlCol="0">
            <a:spAutoFit/>
          </a:bodyPr>
          <a:lstStyle/>
          <a:p>
            <a:pPr marL="12700">
              <a:lnSpc>
                <a:spcPct val="100000"/>
              </a:lnSpc>
            </a:pPr>
            <a:r>
              <a:rPr sz="2400" spc="-5" dirty="0">
                <a:latin typeface="Comic Sans MS" panose="030F0702030302020204"/>
                <a:cs typeface="Comic Sans MS" panose="030F0702030302020204"/>
              </a:rPr>
              <a:t>Fu</a:t>
            </a:r>
            <a:r>
              <a:rPr sz="2400" spc="-10" dirty="0">
                <a:latin typeface="Comic Sans MS" panose="030F0702030302020204"/>
                <a:cs typeface="Comic Sans MS" panose="030F0702030302020204"/>
              </a:rPr>
              <a:t>l</a:t>
            </a:r>
            <a:r>
              <a:rPr sz="2400" spc="-5" dirty="0">
                <a:latin typeface="Comic Sans MS" panose="030F0702030302020204"/>
                <a:cs typeface="Comic Sans MS" panose="030F0702030302020204"/>
              </a:rPr>
              <a:t>l V</a:t>
            </a:r>
            <a:r>
              <a:rPr sz="2400" dirty="0">
                <a:latin typeface="Comic Sans MS" panose="030F0702030302020204"/>
                <a:cs typeface="Comic Sans MS" panose="030F0702030302020204"/>
              </a:rPr>
              <a:t>ir</a:t>
            </a:r>
            <a:r>
              <a:rPr sz="2400" spc="-5" dirty="0">
                <a:latin typeface="Comic Sans MS" panose="030F0702030302020204"/>
                <a:cs typeface="Comic Sans MS" panose="030F0702030302020204"/>
              </a:rPr>
              <a:t>t</a:t>
            </a:r>
            <a:r>
              <a:rPr sz="2400" dirty="0">
                <a:latin typeface="Comic Sans MS" panose="030F0702030302020204"/>
                <a:cs typeface="Comic Sans MS" panose="030F0702030302020204"/>
              </a:rPr>
              <a:t>u</a:t>
            </a:r>
            <a:r>
              <a:rPr sz="2400" spc="-5" dirty="0">
                <a:latin typeface="Comic Sans MS" panose="030F0702030302020204"/>
                <a:cs typeface="Comic Sans MS" panose="030F0702030302020204"/>
              </a:rPr>
              <a:t>a</a:t>
            </a:r>
            <a:r>
              <a:rPr sz="2400" spc="-10" dirty="0">
                <a:latin typeface="Comic Sans MS" panose="030F0702030302020204"/>
                <a:cs typeface="Comic Sans MS" panose="030F0702030302020204"/>
              </a:rPr>
              <a:t>l</a:t>
            </a:r>
            <a:r>
              <a:rPr sz="2400" dirty="0">
                <a:latin typeface="Comic Sans MS" panose="030F0702030302020204"/>
                <a:cs typeface="Comic Sans MS" panose="030F0702030302020204"/>
              </a:rPr>
              <a:t>i</a:t>
            </a:r>
            <a:r>
              <a:rPr sz="2400" spc="-5" dirty="0">
                <a:latin typeface="Comic Sans MS" panose="030F0702030302020204"/>
                <a:cs typeface="Comic Sans MS" panose="030F0702030302020204"/>
              </a:rPr>
              <a:t>zat</a:t>
            </a:r>
            <a:r>
              <a:rPr sz="2400" dirty="0">
                <a:latin typeface="Comic Sans MS" panose="030F0702030302020204"/>
                <a:cs typeface="Comic Sans MS" panose="030F0702030302020204"/>
              </a:rPr>
              <a:t>i</a:t>
            </a:r>
            <a:r>
              <a:rPr sz="2400" spc="-5" dirty="0">
                <a:latin typeface="Comic Sans MS" panose="030F0702030302020204"/>
                <a:cs typeface="Comic Sans MS" panose="030F0702030302020204"/>
              </a:rPr>
              <a:t>o</a:t>
            </a:r>
            <a:r>
              <a:rPr sz="2400" dirty="0">
                <a:latin typeface="Comic Sans MS" panose="030F0702030302020204"/>
                <a:cs typeface="Comic Sans MS" panose="030F0702030302020204"/>
              </a:rPr>
              <a:t>n</a:t>
            </a:r>
            <a:endParaRPr sz="2400">
              <a:latin typeface="Comic Sans MS" panose="030F0702030302020204"/>
              <a:cs typeface="Comic Sans MS" panose="030F0702030302020204"/>
            </a:endParaRPr>
          </a:p>
        </p:txBody>
      </p:sp>
      <p:sp>
        <p:nvSpPr>
          <p:cNvPr id="7" name="object 7"/>
          <p:cNvSpPr txBox="1"/>
          <p:nvPr/>
        </p:nvSpPr>
        <p:spPr>
          <a:xfrm>
            <a:off x="6738975" y="5975951"/>
            <a:ext cx="1400175" cy="330200"/>
          </a:xfrm>
          <a:prstGeom prst="rect">
            <a:avLst/>
          </a:prstGeom>
        </p:spPr>
        <p:txBody>
          <a:bodyPr vert="horz" wrap="square" lIns="0" tIns="0" rIns="0" bIns="0" rtlCol="0">
            <a:spAutoFit/>
          </a:bodyPr>
          <a:lstStyle/>
          <a:p>
            <a:pPr marL="12700">
              <a:lnSpc>
                <a:spcPct val="100000"/>
              </a:lnSpc>
            </a:pPr>
            <a:r>
              <a:rPr sz="2400" spc="-5" dirty="0">
                <a:latin typeface="Comic Sans MS" panose="030F0702030302020204"/>
                <a:cs typeface="Comic Sans MS" panose="030F0702030302020204"/>
              </a:rPr>
              <a:t>Emu</a:t>
            </a:r>
            <a:r>
              <a:rPr sz="2400" spc="-10" dirty="0">
                <a:latin typeface="Comic Sans MS" panose="030F0702030302020204"/>
                <a:cs typeface="Comic Sans MS" panose="030F0702030302020204"/>
              </a:rPr>
              <a:t>l</a:t>
            </a:r>
            <a:r>
              <a:rPr sz="2400" spc="-5" dirty="0">
                <a:latin typeface="Comic Sans MS" panose="030F0702030302020204"/>
                <a:cs typeface="Comic Sans MS" panose="030F0702030302020204"/>
              </a:rPr>
              <a:t>at</a:t>
            </a:r>
            <a:r>
              <a:rPr sz="2400" dirty="0">
                <a:latin typeface="Comic Sans MS" panose="030F0702030302020204"/>
                <a:cs typeface="Comic Sans MS" panose="030F0702030302020204"/>
              </a:rPr>
              <a:t>i</a:t>
            </a:r>
            <a:r>
              <a:rPr sz="2400" spc="-5" dirty="0">
                <a:latin typeface="Comic Sans MS" panose="030F0702030302020204"/>
                <a:cs typeface="Comic Sans MS" panose="030F0702030302020204"/>
              </a:rPr>
              <a:t>o</a:t>
            </a:r>
            <a:r>
              <a:rPr sz="2400" dirty="0">
                <a:latin typeface="Comic Sans MS" panose="030F0702030302020204"/>
                <a:cs typeface="Comic Sans MS" panose="030F0702030302020204"/>
              </a:rPr>
              <a:t>n</a:t>
            </a:r>
            <a:endParaRPr sz="2400">
              <a:latin typeface="Comic Sans MS" panose="030F0702030302020204"/>
              <a:cs typeface="Comic Sans MS" panose="030F0702030302020204"/>
            </a:endParaRPr>
          </a:p>
        </p:txBody>
      </p:sp>
      <p:sp>
        <p:nvSpPr>
          <p:cNvPr id="8" name="object 8"/>
          <p:cNvSpPr txBox="1"/>
          <p:nvPr/>
        </p:nvSpPr>
        <p:spPr>
          <a:xfrm>
            <a:off x="3570617" y="5903941"/>
            <a:ext cx="2661285" cy="330200"/>
          </a:xfrm>
          <a:prstGeom prst="rect">
            <a:avLst/>
          </a:prstGeom>
        </p:spPr>
        <p:txBody>
          <a:bodyPr vert="horz" wrap="square" lIns="0" tIns="0" rIns="0" bIns="0" rtlCol="0">
            <a:spAutoFit/>
          </a:bodyPr>
          <a:lstStyle/>
          <a:p>
            <a:pPr marL="12700">
              <a:lnSpc>
                <a:spcPct val="100000"/>
              </a:lnSpc>
            </a:pPr>
            <a:r>
              <a:rPr sz="2400" spc="-5" dirty="0">
                <a:latin typeface="Comic Sans MS" panose="030F0702030302020204"/>
                <a:cs typeface="Comic Sans MS" panose="030F0702030302020204"/>
              </a:rPr>
              <a:t>Para Virt</a:t>
            </a:r>
            <a:r>
              <a:rPr sz="2400" dirty="0">
                <a:latin typeface="Comic Sans MS" panose="030F0702030302020204"/>
                <a:cs typeface="Comic Sans MS" panose="030F0702030302020204"/>
              </a:rPr>
              <a:t>u</a:t>
            </a:r>
            <a:r>
              <a:rPr sz="2400" spc="-5" dirty="0">
                <a:latin typeface="Comic Sans MS" panose="030F0702030302020204"/>
                <a:cs typeface="Comic Sans MS" panose="030F0702030302020204"/>
              </a:rPr>
              <a:t>a</a:t>
            </a:r>
            <a:r>
              <a:rPr sz="2400" spc="-10" dirty="0">
                <a:latin typeface="Comic Sans MS" panose="030F0702030302020204"/>
                <a:cs typeface="Comic Sans MS" panose="030F0702030302020204"/>
              </a:rPr>
              <a:t>l</a:t>
            </a:r>
            <a:r>
              <a:rPr sz="2400" dirty="0">
                <a:latin typeface="Comic Sans MS" panose="030F0702030302020204"/>
                <a:cs typeface="Comic Sans MS" panose="030F0702030302020204"/>
              </a:rPr>
              <a:t>i</a:t>
            </a:r>
            <a:r>
              <a:rPr sz="2400" spc="-5" dirty="0">
                <a:latin typeface="Comic Sans MS" panose="030F0702030302020204"/>
                <a:cs typeface="Comic Sans MS" panose="030F0702030302020204"/>
              </a:rPr>
              <a:t>zat</a:t>
            </a:r>
            <a:r>
              <a:rPr sz="2400" dirty="0">
                <a:latin typeface="Comic Sans MS" panose="030F0702030302020204"/>
                <a:cs typeface="Comic Sans MS" panose="030F0702030302020204"/>
              </a:rPr>
              <a:t>i</a:t>
            </a:r>
            <a:r>
              <a:rPr sz="2400" spc="-5" dirty="0">
                <a:latin typeface="Comic Sans MS" panose="030F0702030302020204"/>
                <a:cs typeface="Comic Sans MS" panose="030F0702030302020204"/>
              </a:rPr>
              <a:t>o</a:t>
            </a:r>
            <a:r>
              <a:rPr sz="2400" dirty="0">
                <a:latin typeface="Comic Sans MS" panose="030F0702030302020204"/>
                <a:cs typeface="Comic Sans MS" panose="030F0702030302020204"/>
              </a:rPr>
              <a:t>n</a:t>
            </a:r>
            <a:endParaRPr sz="2400">
              <a:latin typeface="Comic Sans MS" panose="030F0702030302020204"/>
              <a:cs typeface="Comic Sans MS" panose="030F0702030302020204"/>
            </a:endParaRPr>
          </a:p>
        </p:txBody>
      </p:sp>
      <p:sp>
        <p:nvSpPr>
          <p:cNvPr id="9" name="object 9"/>
          <p:cNvSpPr txBox="1">
            <a:spLocks noGrp="1"/>
          </p:cNvSpPr>
          <p:nvPr>
            <p:ph type="title"/>
          </p:nvPr>
        </p:nvSpPr>
        <p:spPr>
          <a:xfrm>
            <a:off x="1857248" y="101017"/>
            <a:ext cx="5812155" cy="1266190"/>
          </a:xfrm>
          <a:prstGeom prst="rect">
            <a:avLst/>
          </a:prstGeom>
        </p:spPr>
        <p:txBody>
          <a:bodyPr vert="horz" wrap="square" lIns="0" tIns="0" rIns="0" bIns="0" rtlCol="0">
            <a:spAutoFit/>
          </a:bodyPr>
          <a:lstStyle/>
          <a:p>
            <a:pPr marL="12700">
              <a:lnSpc>
                <a:spcPct val="100000"/>
              </a:lnSpc>
            </a:pPr>
            <a:r>
              <a:rPr spc="-5" dirty="0"/>
              <a:t>H</a:t>
            </a:r>
            <a:r>
              <a:rPr spc="-10" dirty="0"/>
              <a:t>a</a:t>
            </a:r>
            <a:r>
              <a:rPr spc="-5" dirty="0"/>
              <a:t>rdw</a:t>
            </a:r>
            <a:r>
              <a:rPr spc="-10" dirty="0"/>
              <a:t>a</a:t>
            </a:r>
            <a:r>
              <a:rPr spc="75" dirty="0"/>
              <a:t>r</a:t>
            </a:r>
            <a:r>
              <a:rPr dirty="0"/>
              <a:t>e</a:t>
            </a:r>
            <a:r>
              <a:rPr b="0" spc="65" dirty="0">
                <a:latin typeface="Times New Roman" panose="02020603050405020304"/>
                <a:cs typeface="Times New Roman" panose="02020603050405020304"/>
              </a:rPr>
              <a:t> </a:t>
            </a:r>
            <a:r>
              <a:rPr spc="-50" dirty="0"/>
              <a:t>V</a:t>
            </a:r>
            <a:r>
              <a:rPr spc="-5" dirty="0"/>
              <a:t>i</a:t>
            </a:r>
            <a:r>
              <a:rPr spc="204" dirty="0"/>
              <a:t>r</a:t>
            </a:r>
            <a:r>
              <a:rPr spc="-5" dirty="0"/>
              <a:t>tu</a:t>
            </a:r>
            <a:r>
              <a:rPr spc="-10" dirty="0"/>
              <a:t>a</a:t>
            </a:r>
            <a:r>
              <a:rPr spc="-5" dirty="0"/>
              <a:t>li</a:t>
            </a:r>
            <a:r>
              <a:rPr dirty="0"/>
              <a:t>z</a:t>
            </a:r>
            <a:r>
              <a:rPr spc="75" dirty="0"/>
              <a:t>a</a:t>
            </a:r>
            <a:r>
              <a:rPr spc="-5" dirty="0"/>
              <a:t>tion:</a:t>
            </a:r>
          </a:p>
          <a:p>
            <a:pPr marL="1779905">
              <a:lnSpc>
                <a:spcPct val="100000"/>
              </a:lnSpc>
            </a:pPr>
            <a:r>
              <a:rPr spc="-5" dirty="0"/>
              <a:t>Subtyp</a:t>
            </a:r>
            <a:r>
              <a:rPr dirty="0"/>
              <a:t>e</a:t>
            </a:r>
            <a:r>
              <a:rPr spc="-5" dirty="0"/>
              <a:t>s</a:t>
            </a:r>
          </a:p>
        </p:txBody>
      </p:sp>
      <p:sp>
        <p:nvSpPr>
          <p:cNvPr id="10" name="object 10"/>
          <p:cNvSpPr/>
          <p:nvPr/>
        </p:nvSpPr>
        <p:spPr>
          <a:xfrm>
            <a:off x="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494155">
              <a:lnSpc>
                <a:spcPct val="100000"/>
              </a:lnSpc>
            </a:pPr>
            <a:r>
              <a:rPr spc="-5" dirty="0"/>
              <a:t>Softw</a:t>
            </a:r>
            <a:r>
              <a:rPr spc="-10" dirty="0"/>
              <a:t>a</a:t>
            </a:r>
            <a:r>
              <a:rPr spc="75" dirty="0"/>
              <a:t>r</a:t>
            </a:r>
            <a:r>
              <a:rPr dirty="0"/>
              <a:t>e</a:t>
            </a:r>
            <a:r>
              <a:rPr b="0" spc="65" dirty="0">
                <a:latin typeface="Times New Roman" panose="02020603050405020304"/>
                <a:cs typeface="Times New Roman" panose="02020603050405020304"/>
              </a:rPr>
              <a:t> </a:t>
            </a:r>
            <a:r>
              <a:rPr spc="-50" dirty="0"/>
              <a:t>V</a:t>
            </a:r>
            <a:r>
              <a:rPr spc="-5" dirty="0"/>
              <a:t>i</a:t>
            </a:r>
            <a:r>
              <a:rPr spc="204" dirty="0"/>
              <a:t>r</a:t>
            </a:r>
            <a:r>
              <a:rPr spc="-5" dirty="0"/>
              <a:t>tu</a:t>
            </a:r>
            <a:r>
              <a:rPr spc="-10" dirty="0"/>
              <a:t>a</a:t>
            </a:r>
            <a:r>
              <a:rPr spc="-5" dirty="0"/>
              <a:t>li</a:t>
            </a:r>
            <a:r>
              <a:rPr dirty="0"/>
              <a:t>z</a:t>
            </a:r>
            <a:r>
              <a:rPr spc="75" dirty="0"/>
              <a:t>a</a:t>
            </a:r>
            <a:r>
              <a:rPr spc="-5" dirty="0"/>
              <a:t>tion</a:t>
            </a:r>
          </a:p>
        </p:txBody>
      </p:sp>
      <p:pic>
        <p:nvPicPr>
          <p:cNvPr id="5" name="Content Placeholder 4"/>
          <p:cNvPicPr>
            <a:picLocks noGrp="1" noChangeAspect="1"/>
          </p:cNvPicPr>
          <p:nvPr>
            <p:ph sz="half" idx="1"/>
          </p:nvPr>
        </p:nvPicPr>
        <p:blipFill>
          <a:blip r:embed="rId2"/>
          <a:srcRect r="30603"/>
          <a:stretch>
            <a:fillRect/>
          </a:stretch>
        </p:blipFill>
        <p:spPr>
          <a:xfrm>
            <a:off x="6172200" y="2438400"/>
            <a:ext cx="2760345" cy="2081530"/>
          </a:xfrm>
          <a:prstGeom prst="rect">
            <a:avLst/>
          </a:prstGeom>
        </p:spPr>
      </p:pic>
      <p:sp>
        <p:nvSpPr>
          <p:cNvPr id="3" name="object 3"/>
          <p:cNvSpPr txBox="1"/>
          <p:nvPr/>
        </p:nvSpPr>
        <p:spPr>
          <a:xfrm>
            <a:off x="161290" y="1289685"/>
            <a:ext cx="5908675" cy="4481830"/>
          </a:xfrm>
          <a:prstGeom prst="rect">
            <a:avLst/>
          </a:prstGeom>
        </p:spPr>
        <p:txBody>
          <a:bodyPr vert="horz" wrap="square" lIns="0" tIns="0" rIns="0" bIns="0" rtlCol="0">
            <a:spAutoFit/>
          </a:bodyPr>
          <a:lstStyle/>
          <a:p>
            <a:pPr marL="12700">
              <a:lnSpc>
                <a:spcPct val="100000"/>
              </a:lnSpc>
            </a:pPr>
            <a:r>
              <a:rPr sz="1200" b="1" spc="-5" dirty="0">
                <a:solidFill>
                  <a:srgbClr val="FFFFFF"/>
                </a:solidFill>
                <a:latin typeface="Comic Sans MS" panose="030F0702030302020204"/>
                <a:cs typeface="Comic Sans MS" panose="030F0702030302020204"/>
              </a:rPr>
              <a:t>1</a:t>
            </a:r>
            <a:r>
              <a:rPr sz="1200" b="1" dirty="0">
                <a:solidFill>
                  <a:srgbClr val="FFFFFF"/>
                </a:solidFill>
                <a:latin typeface="Comic Sans MS" panose="030F0702030302020204"/>
                <a:cs typeface="Comic Sans MS" panose="030F0702030302020204"/>
              </a:rPr>
              <a:t>5</a:t>
            </a:r>
            <a:endParaRPr sz="1200">
              <a:latin typeface="Comic Sans MS" panose="030F0702030302020204"/>
              <a:cs typeface="Comic Sans MS" panose="030F0702030302020204"/>
            </a:endParaRPr>
          </a:p>
          <a:p>
            <a:pPr marL="542290" marR="5080">
              <a:lnSpc>
                <a:spcPct val="120000"/>
              </a:lnSpc>
              <a:spcBef>
                <a:spcPts val="565"/>
              </a:spcBef>
              <a:buFont typeface="Arial" panose="020B0604020202020204" pitchFamily="34" charset="0"/>
              <a:buChar char="•"/>
            </a:pPr>
            <a:r>
              <a:rPr sz="2400" spc="-5" dirty="0">
                <a:latin typeface="Tw Cen MT" panose="020B0602020104020603"/>
                <a:cs typeface="Tw Cen MT" panose="020B0602020104020603"/>
              </a:rPr>
              <a:t>Soft</a:t>
            </a:r>
            <a:r>
              <a:rPr sz="2400" spc="-120" dirty="0">
                <a:latin typeface="Tw Cen MT" panose="020B0602020104020603"/>
                <a:cs typeface="Tw Cen MT" panose="020B0602020104020603"/>
              </a:rPr>
              <a:t>w</a:t>
            </a:r>
            <a:r>
              <a:rPr sz="2400" spc="-10" dirty="0">
                <a:latin typeface="Tw Cen MT" panose="020B0602020104020603"/>
                <a:cs typeface="Tw Cen MT" panose="020B0602020104020603"/>
              </a:rPr>
              <a:t>a</a:t>
            </a:r>
            <a:r>
              <a:rPr sz="2400" spc="-5" dirty="0">
                <a:latin typeface="Tw Cen MT" panose="020B0602020104020603"/>
                <a:cs typeface="Tw Cen MT" panose="020B0602020104020603"/>
              </a:rPr>
              <a:t>r</a:t>
            </a:r>
            <a:r>
              <a:rPr sz="2400" dirty="0">
                <a:latin typeface="Tw Cen MT" panose="020B0602020104020603"/>
                <a:cs typeface="Tw Cen MT" panose="020B0602020104020603"/>
              </a:rPr>
              <a:t>e</a:t>
            </a:r>
            <a:r>
              <a:rPr sz="2400" spc="-5" dirty="0">
                <a:latin typeface="Tw Cen MT" panose="020B0602020104020603"/>
                <a:cs typeface="Tw Cen MT" panose="020B0602020104020603"/>
              </a:rPr>
              <a:t> Vi</a:t>
            </a:r>
            <a:r>
              <a:rPr sz="2400" spc="50" dirty="0">
                <a:latin typeface="Tw Cen MT" panose="020B0602020104020603"/>
                <a:cs typeface="Tw Cen MT" panose="020B0602020104020603"/>
              </a:rPr>
              <a:t>r</a:t>
            </a:r>
            <a:r>
              <a:rPr sz="2400" spc="-5" dirty="0">
                <a:latin typeface="Tw Cen MT" panose="020B0602020104020603"/>
                <a:cs typeface="Tw Cen MT" panose="020B0602020104020603"/>
              </a:rPr>
              <a:t>tu</a:t>
            </a:r>
            <a:r>
              <a:rPr sz="2400" spc="-10" dirty="0">
                <a:latin typeface="Tw Cen MT" panose="020B0602020104020603"/>
                <a:cs typeface="Tw Cen MT" panose="020B0602020104020603"/>
              </a:rPr>
              <a:t>a</a:t>
            </a:r>
            <a:r>
              <a:rPr sz="2400" spc="-5" dirty="0">
                <a:latin typeface="Tw Cen MT" panose="020B0602020104020603"/>
                <a:cs typeface="Tw Cen MT" panose="020B0602020104020603"/>
              </a:rPr>
              <a:t>liz</a:t>
            </a:r>
            <a:r>
              <a:rPr sz="2400" spc="-10" dirty="0">
                <a:latin typeface="Tw Cen MT" panose="020B0602020104020603"/>
                <a:cs typeface="Tw Cen MT" panose="020B0602020104020603"/>
              </a:rPr>
              <a:t>a</a:t>
            </a:r>
            <a:r>
              <a:rPr sz="2400" spc="-5" dirty="0">
                <a:latin typeface="Tw Cen MT" panose="020B0602020104020603"/>
                <a:cs typeface="Tw Cen MT" panose="020B0602020104020603"/>
              </a:rPr>
              <a:t>tion</a:t>
            </a:r>
            <a:r>
              <a:rPr sz="2400" dirty="0">
                <a:latin typeface="Tw Cen MT" panose="020B0602020104020603"/>
                <a:cs typeface="Tw Cen MT" panose="020B0602020104020603"/>
              </a:rPr>
              <a:t> </a:t>
            </a:r>
            <a:r>
              <a:rPr sz="2400" spc="-5" dirty="0">
                <a:latin typeface="Tw Cen MT" panose="020B0602020104020603"/>
                <a:cs typeface="Tw Cen MT" panose="020B0602020104020603"/>
              </a:rPr>
              <a:t>in</a:t>
            </a:r>
            <a:r>
              <a:rPr sz="2400" spc="-65" dirty="0">
                <a:latin typeface="Tw Cen MT" panose="020B0602020104020603"/>
                <a:cs typeface="Tw Cen MT" panose="020B0602020104020603"/>
              </a:rPr>
              <a:t>v</a:t>
            </a:r>
            <a:r>
              <a:rPr sz="2400" spc="-5" dirty="0">
                <a:latin typeface="Tw Cen MT" panose="020B0602020104020603"/>
                <a:cs typeface="Tw Cen MT" panose="020B0602020104020603"/>
              </a:rPr>
              <a:t>ol</a:t>
            </a:r>
            <a:r>
              <a:rPr sz="2400" spc="-65" dirty="0">
                <a:latin typeface="Tw Cen MT" panose="020B0602020104020603"/>
                <a:cs typeface="Tw Cen MT" panose="020B0602020104020603"/>
              </a:rPr>
              <a:t>v</a:t>
            </a:r>
            <a:r>
              <a:rPr sz="2400" spc="-5" dirty="0">
                <a:latin typeface="Tw Cen MT" panose="020B0602020104020603"/>
                <a:cs typeface="Tw Cen MT" panose="020B0602020104020603"/>
              </a:rPr>
              <a:t>e</a:t>
            </a:r>
            <a:r>
              <a:rPr sz="2400" dirty="0">
                <a:latin typeface="Tw Cen MT" panose="020B0602020104020603"/>
                <a:cs typeface="Tw Cen MT" panose="020B0602020104020603"/>
              </a:rPr>
              <a:t>s</a:t>
            </a:r>
            <a:r>
              <a:rPr sz="2400" spc="-5" dirty="0">
                <a:latin typeface="Tw Cen MT" panose="020B0602020104020603"/>
                <a:cs typeface="Tw Cen MT" panose="020B0602020104020603"/>
              </a:rPr>
              <a:t> th</a:t>
            </a:r>
            <a:r>
              <a:rPr sz="2400" dirty="0">
                <a:latin typeface="Tw Cen MT" panose="020B0602020104020603"/>
                <a:cs typeface="Tw Cen MT" panose="020B0602020104020603"/>
              </a:rPr>
              <a:t>e</a:t>
            </a:r>
            <a:r>
              <a:rPr sz="2400" spc="-5" dirty="0">
                <a:latin typeface="Tw Cen MT" panose="020B0602020104020603"/>
                <a:cs typeface="Tw Cen MT" panose="020B0602020104020603"/>
              </a:rPr>
              <a:t> </a:t>
            </a:r>
            <a:r>
              <a:rPr sz="2400" spc="-10">
                <a:solidFill>
                  <a:srgbClr val="00B050"/>
                </a:solidFill>
                <a:latin typeface="Tw Cen MT" panose="020B0602020104020603"/>
                <a:cs typeface="Tw Cen MT" panose="020B0602020104020603"/>
              </a:rPr>
              <a:t>c</a:t>
            </a:r>
            <a:r>
              <a:rPr sz="2400" spc="-5">
                <a:solidFill>
                  <a:srgbClr val="00B050"/>
                </a:solidFill>
                <a:latin typeface="Tw Cen MT" panose="020B0602020104020603"/>
                <a:cs typeface="Tw Cen MT" panose="020B0602020104020603"/>
              </a:rPr>
              <a:t>re</a:t>
            </a:r>
            <a:r>
              <a:rPr sz="2400" spc="-10">
                <a:solidFill>
                  <a:srgbClr val="00B050"/>
                </a:solidFill>
                <a:latin typeface="Tw Cen MT" panose="020B0602020104020603"/>
                <a:cs typeface="Tw Cen MT" panose="020B0602020104020603"/>
              </a:rPr>
              <a:t>a</a:t>
            </a:r>
            <a:r>
              <a:rPr sz="2400" spc="-5">
                <a:solidFill>
                  <a:srgbClr val="00B050"/>
                </a:solidFill>
                <a:latin typeface="Tw Cen MT" panose="020B0602020104020603"/>
                <a:cs typeface="Tw Cen MT" panose="020B0602020104020603"/>
              </a:rPr>
              <a:t>tion</a:t>
            </a:r>
            <a:r>
              <a:rPr sz="2400">
                <a:solidFill>
                  <a:srgbClr val="00B050"/>
                </a:solidFill>
                <a:latin typeface="Tw Cen MT" panose="020B0602020104020603"/>
                <a:cs typeface="Tw Cen MT" panose="020B0602020104020603"/>
              </a:rPr>
              <a:t> </a:t>
            </a:r>
            <a:r>
              <a:rPr sz="2400" spc="-5">
                <a:solidFill>
                  <a:srgbClr val="00B050"/>
                </a:solidFill>
                <a:latin typeface="Tw Cen MT" panose="020B0602020104020603"/>
                <a:cs typeface="Tw Cen MT" panose="020B0602020104020603"/>
              </a:rPr>
              <a:t>an</a:t>
            </a:r>
            <a:r>
              <a:rPr lang="en-US" sz="2400" spc="-5" dirty="0">
                <a:solidFill>
                  <a:srgbClr val="00B050"/>
                </a:solidFill>
                <a:latin typeface="Tw Cen MT" panose="020B0602020104020603"/>
                <a:cs typeface="Tw Cen MT" panose="020B0602020104020603"/>
              </a:rPr>
              <a:t>d</a:t>
            </a:r>
            <a:r>
              <a:rPr sz="2400" spc="-5">
                <a:solidFill>
                  <a:srgbClr val="00B050"/>
                </a:solidFill>
                <a:latin typeface="Tw Cen MT" panose="020B0602020104020603"/>
                <a:cs typeface="Tw Cen MT" panose="020B0602020104020603"/>
              </a:rPr>
              <a:t> </a:t>
            </a:r>
            <a:r>
              <a:rPr sz="2400" spc="-5" dirty="0">
                <a:solidFill>
                  <a:srgbClr val="00B050"/>
                </a:solidFill>
                <a:latin typeface="Tw Cen MT" panose="020B0602020104020603"/>
                <a:cs typeface="Tw Cen MT" panose="020B0602020104020603"/>
              </a:rPr>
              <a:t>o</a:t>
            </a:r>
            <a:r>
              <a:rPr sz="2400" spc="-10" dirty="0">
                <a:solidFill>
                  <a:srgbClr val="00B050"/>
                </a:solidFill>
                <a:latin typeface="Tw Cen MT" panose="020B0602020104020603"/>
                <a:cs typeface="Tw Cen MT" panose="020B0602020104020603"/>
              </a:rPr>
              <a:t>p</a:t>
            </a:r>
            <a:r>
              <a:rPr sz="2400" spc="-5" dirty="0">
                <a:solidFill>
                  <a:srgbClr val="00B050"/>
                </a:solidFill>
                <a:latin typeface="Tw Cen MT" panose="020B0602020104020603"/>
                <a:cs typeface="Tw Cen MT" panose="020B0602020104020603"/>
              </a:rPr>
              <a:t>e</a:t>
            </a:r>
            <a:r>
              <a:rPr sz="2400" spc="-35" dirty="0">
                <a:solidFill>
                  <a:srgbClr val="00B050"/>
                </a:solidFill>
                <a:latin typeface="Tw Cen MT" panose="020B0602020104020603"/>
                <a:cs typeface="Tw Cen MT" panose="020B0602020104020603"/>
              </a:rPr>
              <a:t>r</a:t>
            </a:r>
            <a:r>
              <a:rPr sz="2400" spc="-10" dirty="0">
                <a:solidFill>
                  <a:srgbClr val="00B050"/>
                </a:solidFill>
                <a:latin typeface="Tw Cen MT" panose="020B0602020104020603"/>
                <a:cs typeface="Tw Cen MT" panose="020B0602020104020603"/>
              </a:rPr>
              <a:t>a</a:t>
            </a:r>
            <a:r>
              <a:rPr sz="2400" spc="-5" dirty="0">
                <a:solidFill>
                  <a:srgbClr val="00B050"/>
                </a:solidFill>
                <a:latin typeface="Tw Cen MT" panose="020B0602020104020603"/>
                <a:cs typeface="Tw Cen MT" panose="020B0602020104020603"/>
              </a:rPr>
              <a:t>tion</a:t>
            </a:r>
            <a:r>
              <a:rPr sz="2400" dirty="0">
                <a:latin typeface="Tw Cen MT" panose="020B0602020104020603"/>
                <a:cs typeface="Tw Cen MT" panose="020B0602020104020603"/>
              </a:rPr>
              <a:t> </a:t>
            </a:r>
            <a:r>
              <a:rPr sz="2400" spc="-5" dirty="0">
                <a:latin typeface="Tw Cen MT" panose="020B0602020104020603"/>
                <a:cs typeface="Tw Cen MT" panose="020B0602020104020603"/>
              </a:rPr>
              <a:t>o</a:t>
            </a:r>
            <a:r>
              <a:rPr sz="2400" dirty="0">
                <a:latin typeface="Tw Cen MT" panose="020B0602020104020603"/>
                <a:cs typeface="Tw Cen MT" panose="020B0602020104020603"/>
              </a:rPr>
              <a:t>f</a:t>
            </a:r>
            <a:r>
              <a:rPr sz="2400" spc="80" dirty="0">
                <a:latin typeface="Tw Cen MT" panose="020B0602020104020603"/>
                <a:cs typeface="Tw Cen MT" panose="020B0602020104020603"/>
              </a:rPr>
              <a:t> </a:t>
            </a:r>
            <a:r>
              <a:rPr sz="2400" spc="55" dirty="0">
                <a:solidFill>
                  <a:srgbClr val="FF0000"/>
                </a:solidFill>
                <a:latin typeface="Tw Cen MT" panose="020B0602020104020603"/>
                <a:cs typeface="Tw Cen MT" panose="020B0602020104020603"/>
              </a:rPr>
              <a:t>m</a:t>
            </a:r>
            <a:r>
              <a:rPr sz="2400" spc="-5" dirty="0">
                <a:solidFill>
                  <a:srgbClr val="FF0000"/>
                </a:solidFill>
                <a:latin typeface="Tw Cen MT" panose="020B0602020104020603"/>
                <a:cs typeface="Tw Cen MT" panose="020B0602020104020603"/>
              </a:rPr>
              <a:t>ulti</a:t>
            </a:r>
            <a:r>
              <a:rPr sz="2400" spc="-10" dirty="0">
                <a:solidFill>
                  <a:srgbClr val="FF0000"/>
                </a:solidFill>
                <a:latin typeface="Tw Cen MT" panose="020B0602020104020603"/>
                <a:cs typeface="Tw Cen MT" panose="020B0602020104020603"/>
              </a:rPr>
              <a:t>p</a:t>
            </a:r>
            <a:r>
              <a:rPr sz="2400" spc="-5" dirty="0">
                <a:solidFill>
                  <a:srgbClr val="FF0000"/>
                </a:solidFill>
                <a:latin typeface="Tw Cen MT" panose="020B0602020104020603"/>
                <a:cs typeface="Tw Cen MT" panose="020B0602020104020603"/>
              </a:rPr>
              <a:t>l</a:t>
            </a:r>
            <a:r>
              <a:rPr sz="2400" dirty="0">
                <a:solidFill>
                  <a:srgbClr val="FF0000"/>
                </a:solidFill>
                <a:latin typeface="Tw Cen MT" panose="020B0602020104020603"/>
                <a:cs typeface="Tw Cen MT" panose="020B0602020104020603"/>
              </a:rPr>
              <a:t>e</a:t>
            </a:r>
            <a:r>
              <a:rPr sz="2400" spc="-5" dirty="0">
                <a:solidFill>
                  <a:srgbClr val="FF0000"/>
                </a:solidFill>
                <a:latin typeface="Tw Cen MT" panose="020B0602020104020603"/>
                <a:cs typeface="Tw Cen MT" panose="020B0602020104020603"/>
              </a:rPr>
              <a:t> vi</a:t>
            </a:r>
            <a:r>
              <a:rPr sz="2400" spc="50" dirty="0">
                <a:solidFill>
                  <a:srgbClr val="FF0000"/>
                </a:solidFill>
                <a:latin typeface="Tw Cen MT" panose="020B0602020104020603"/>
                <a:cs typeface="Tw Cen MT" panose="020B0602020104020603"/>
              </a:rPr>
              <a:t>r</a:t>
            </a:r>
            <a:r>
              <a:rPr sz="2400" spc="-5" dirty="0">
                <a:solidFill>
                  <a:srgbClr val="FF0000"/>
                </a:solidFill>
                <a:latin typeface="Tw Cen MT" panose="020B0602020104020603"/>
                <a:cs typeface="Tw Cen MT" panose="020B0602020104020603"/>
              </a:rPr>
              <a:t>tu</a:t>
            </a:r>
            <a:r>
              <a:rPr sz="2400" spc="-10" dirty="0">
                <a:solidFill>
                  <a:srgbClr val="FF0000"/>
                </a:solidFill>
                <a:latin typeface="Tw Cen MT" panose="020B0602020104020603"/>
                <a:cs typeface="Tw Cen MT" panose="020B0602020104020603"/>
              </a:rPr>
              <a:t>a</a:t>
            </a:r>
            <a:r>
              <a:rPr sz="2400" dirty="0">
                <a:solidFill>
                  <a:srgbClr val="FF0000"/>
                </a:solidFill>
                <a:latin typeface="Tw Cen MT" panose="020B0602020104020603"/>
                <a:cs typeface="Tw Cen MT" panose="020B0602020104020603"/>
              </a:rPr>
              <a:t>l</a:t>
            </a:r>
            <a:r>
              <a:rPr sz="2400" spc="-5" dirty="0">
                <a:solidFill>
                  <a:srgbClr val="FF0000"/>
                </a:solidFill>
                <a:latin typeface="Tw Cen MT" panose="020B0602020104020603"/>
                <a:cs typeface="Tw Cen MT" panose="020B0602020104020603"/>
              </a:rPr>
              <a:t> envi</a:t>
            </a:r>
            <a:r>
              <a:rPr sz="2400" spc="-65" dirty="0">
                <a:solidFill>
                  <a:srgbClr val="FF0000"/>
                </a:solidFill>
                <a:latin typeface="Tw Cen MT" panose="020B0602020104020603"/>
                <a:cs typeface="Tw Cen MT" panose="020B0602020104020603"/>
              </a:rPr>
              <a:t>r</a:t>
            </a:r>
            <a:r>
              <a:rPr sz="2400" spc="-5" dirty="0">
                <a:solidFill>
                  <a:srgbClr val="FF0000"/>
                </a:solidFill>
                <a:latin typeface="Tw Cen MT" panose="020B0602020104020603"/>
                <a:cs typeface="Tw Cen MT" panose="020B0602020104020603"/>
              </a:rPr>
              <a:t>on</a:t>
            </a:r>
            <a:r>
              <a:rPr sz="2400" dirty="0">
                <a:solidFill>
                  <a:srgbClr val="FF0000"/>
                </a:solidFill>
                <a:latin typeface="Tw Cen MT" panose="020B0602020104020603"/>
                <a:cs typeface="Tw Cen MT" panose="020B0602020104020603"/>
              </a:rPr>
              <a:t>m</a:t>
            </a:r>
            <a:r>
              <a:rPr sz="2400" spc="-5" dirty="0">
                <a:solidFill>
                  <a:srgbClr val="FF0000"/>
                </a:solidFill>
                <a:latin typeface="Tw Cen MT" panose="020B0602020104020603"/>
                <a:cs typeface="Tw Cen MT" panose="020B0602020104020603"/>
              </a:rPr>
              <a:t>ent</a:t>
            </a:r>
            <a:r>
              <a:rPr sz="2400" dirty="0">
                <a:solidFill>
                  <a:srgbClr val="FF0000"/>
                </a:solidFill>
                <a:latin typeface="Tw Cen MT" panose="020B0602020104020603"/>
                <a:cs typeface="Tw Cen MT" panose="020B0602020104020603"/>
              </a:rPr>
              <a:t>s</a:t>
            </a:r>
            <a:r>
              <a:rPr sz="2400" spc="-5" dirty="0">
                <a:solidFill>
                  <a:srgbClr val="FF0000"/>
                </a:solidFill>
                <a:latin typeface="Tw Cen MT" panose="020B0602020104020603"/>
                <a:cs typeface="Tw Cen MT" panose="020B0602020104020603"/>
              </a:rPr>
              <a:t> </a:t>
            </a:r>
            <a:r>
              <a:rPr sz="2400" spc="-5" dirty="0">
                <a:latin typeface="Tw Cen MT" panose="020B0602020104020603"/>
                <a:cs typeface="Tw Cen MT" panose="020B0602020104020603"/>
              </a:rPr>
              <a:t>on</a:t>
            </a:r>
            <a:r>
              <a:rPr sz="2400" dirty="0">
                <a:latin typeface="Tw Cen MT" panose="020B0602020104020603"/>
                <a:cs typeface="Tw Cen MT" panose="020B0602020104020603"/>
              </a:rPr>
              <a:t> </a:t>
            </a:r>
            <a:r>
              <a:rPr sz="2400" spc="-5" dirty="0">
                <a:latin typeface="Tw Cen MT" panose="020B0602020104020603"/>
                <a:cs typeface="Tw Cen MT" panose="020B0602020104020603"/>
              </a:rPr>
              <a:t>th</a:t>
            </a:r>
            <a:r>
              <a:rPr sz="2400" dirty="0">
                <a:latin typeface="Tw Cen MT" panose="020B0602020104020603"/>
                <a:cs typeface="Tw Cen MT" panose="020B0602020104020603"/>
              </a:rPr>
              <a:t>e </a:t>
            </a:r>
            <a:r>
              <a:rPr sz="2400" spc="-5" dirty="0">
                <a:latin typeface="Tw Cen MT" panose="020B0602020104020603"/>
                <a:cs typeface="Tw Cen MT" panose="020B0602020104020603"/>
              </a:rPr>
              <a:t>host</a:t>
            </a:r>
            <a:r>
              <a:rPr sz="2400" dirty="0">
                <a:latin typeface="Tw Cen MT" panose="020B0602020104020603"/>
                <a:cs typeface="Tw Cen MT" panose="020B0602020104020603"/>
              </a:rPr>
              <a:t> </a:t>
            </a:r>
            <a:r>
              <a:rPr sz="2400">
                <a:latin typeface="Tw Cen MT" panose="020B0602020104020603"/>
                <a:cs typeface="Tw Cen MT" panose="020B0602020104020603"/>
              </a:rPr>
              <a:t>m</a:t>
            </a:r>
            <a:r>
              <a:rPr sz="2400" spc="-10">
                <a:latin typeface="Tw Cen MT" panose="020B0602020104020603"/>
                <a:cs typeface="Tw Cen MT" panose="020B0602020104020603"/>
              </a:rPr>
              <a:t>a</a:t>
            </a:r>
            <a:r>
              <a:rPr sz="2400" spc="100">
                <a:latin typeface="Tw Cen MT" panose="020B0602020104020603"/>
                <a:cs typeface="Tw Cen MT" panose="020B0602020104020603"/>
              </a:rPr>
              <a:t>c</a:t>
            </a:r>
            <a:r>
              <a:rPr sz="2400" spc="-5">
                <a:latin typeface="Tw Cen MT" panose="020B0602020104020603"/>
                <a:cs typeface="Tw Cen MT" panose="020B0602020104020603"/>
              </a:rPr>
              <a:t>hin</a:t>
            </a:r>
            <a:r>
              <a:rPr sz="2400" spc="-35">
                <a:latin typeface="Tw Cen MT" panose="020B0602020104020603"/>
                <a:cs typeface="Tw Cen MT" panose="020B0602020104020603"/>
              </a:rPr>
              <a:t>e</a:t>
            </a:r>
            <a:r>
              <a:rPr sz="2400">
                <a:latin typeface="Tw Cen MT" panose="020B0602020104020603"/>
                <a:cs typeface="Tw Cen MT" panose="020B0602020104020603"/>
              </a:rPr>
              <a:t>.</a:t>
            </a:r>
            <a:endParaRPr lang="en-US" sz="2400" dirty="0">
              <a:latin typeface="Tw Cen MT" panose="020B0602020104020603"/>
              <a:cs typeface="Tw Cen MT" panose="020B0602020104020603"/>
            </a:endParaRPr>
          </a:p>
          <a:p>
            <a:pPr marL="542290" marR="5080">
              <a:lnSpc>
                <a:spcPct val="120000"/>
              </a:lnSpc>
              <a:spcBef>
                <a:spcPts val="565"/>
              </a:spcBef>
              <a:buFont typeface="Arial" panose="020B0604020202020204" pitchFamily="34" charset="0"/>
              <a:buChar char="•"/>
            </a:pPr>
            <a:r>
              <a:rPr sz="2400" spc="-5">
                <a:latin typeface="Tw Cen MT" panose="020B0602020104020603"/>
                <a:cs typeface="Tw Cen MT" panose="020B0602020104020603"/>
              </a:rPr>
              <a:t> It</a:t>
            </a:r>
            <a:r>
              <a:rPr sz="2400">
                <a:latin typeface="Tw Cen MT" panose="020B0602020104020603"/>
                <a:cs typeface="Tw Cen MT" panose="020B0602020104020603"/>
              </a:rPr>
              <a:t> </a:t>
            </a:r>
            <a:r>
              <a:rPr lang="en-US" sz="2400" spc="-10" dirty="0">
                <a:latin typeface="Tw Cen MT" panose="020B0602020104020603"/>
                <a:cs typeface="Tw Cen MT" panose="020B0602020104020603"/>
              </a:rPr>
              <a:t>is used to enable</a:t>
            </a:r>
            <a:r>
              <a:rPr sz="2400" spc="-5">
                <a:latin typeface="Tw Cen MT" panose="020B0602020104020603"/>
                <a:cs typeface="Tw Cen MT" panose="020B0602020104020603"/>
              </a:rPr>
              <a:t> </a:t>
            </a:r>
            <a:r>
              <a:rPr sz="2400">
                <a:latin typeface="Tw Cen MT" panose="020B0602020104020603"/>
                <a:cs typeface="Tw Cen MT" panose="020B0602020104020603"/>
              </a:rPr>
              <a:t>a</a:t>
            </a:r>
            <a:r>
              <a:rPr sz="2400" spc="-5">
                <a:latin typeface="Tw Cen MT" panose="020B0602020104020603"/>
                <a:cs typeface="Tw Cen MT" panose="020B0602020104020603"/>
              </a:rPr>
              <a:t> </a:t>
            </a:r>
            <a:r>
              <a:rPr lang="en-US" sz="2400" spc="-10" dirty="0">
                <a:solidFill>
                  <a:srgbClr val="FF0000"/>
                </a:solidFill>
                <a:latin typeface="Tw Cen MT" panose="020B0602020104020603"/>
                <a:cs typeface="Tw Cen MT" panose="020B0602020104020603"/>
              </a:rPr>
              <a:t>c</a:t>
            </a:r>
            <a:r>
              <a:rPr lang="en-US" sz="2400" spc="-5" dirty="0">
                <a:solidFill>
                  <a:srgbClr val="FF0000"/>
                </a:solidFill>
                <a:latin typeface="Tw Cen MT" panose="020B0602020104020603"/>
                <a:cs typeface="Tw Cen MT" panose="020B0602020104020603"/>
              </a:rPr>
              <a:t>o</a:t>
            </a:r>
            <a:r>
              <a:rPr lang="en-US" sz="2400" dirty="0">
                <a:solidFill>
                  <a:srgbClr val="FF0000"/>
                </a:solidFill>
                <a:latin typeface="Tw Cen MT" panose="020B0602020104020603"/>
                <a:cs typeface="Tw Cen MT" panose="020B0602020104020603"/>
              </a:rPr>
              <a:t>m</a:t>
            </a:r>
            <a:r>
              <a:rPr lang="en-US" sz="2400" spc="-10" dirty="0">
                <a:solidFill>
                  <a:srgbClr val="FF0000"/>
                </a:solidFill>
                <a:latin typeface="Tw Cen MT" panose="020B0602020104020603"/>
                <a:cs typeface="Tw Cen MT" panose="020B0602020104020603"/>
              </a:rPr>
              <a:t>p</a:t>
            </a:r>
            <a:r>
              <a:rPr lang="en-US" sz="2400" spc="-5" dirty="0">
                <a:solidFill>
                  <a:srgbClr val="FF0000"/>
                </a:solidFill>
                <a:latin typeface="Tw Cen MT" panose="020B0602020104020603"/>
                <a:cs typeface="Tw Cen MT" panose="020B0602020104020603"/>
              </a:rPr>
              <a:t>let</a:t>
            </a:r>
            <a:r>
              <a:rPr lang="en-US" sz="2400" dirty="0">
                <a:solidFill>
                  <a:srgbClr val="FF0000"/>
                </a:solidFill>
                <a:latin typeface="Tw Cen MT" panose="020B0602020104020603"/>
                <a:cs typeface="Tw Cen MT" panose="020B0602020104020603"/>
              </a:rPr>
              <a:t>e</a:t>
            </a:r>
            <a:r>
              <a:rPr lang="en-US" sz="2400" spc="-5" dirty="0">
                <a:solidFill>
                  <a:srgbClr val="FF0000"/>
                </a:solidFill>
                <a:latin typeface="Tw Cen MT" panose="020B0602020104020603"/>
                <a:cs typeface="Tw Cen MT" panose="020B0602020104020603"/>
              </a:rPr>
              <a:t> </a:t>
            </a:r>
            <a:r>
              <a:rPr sz="2400" spc="-10">
                <a:solidFill>
                  <a:srgbClr val="FF0000"/>
                </a:solidFill>
                <a:latin typeface="Tw Cen MT" panose="020B0602020104020603"/>
                <a:cs typeface="Tw Cen MT" panose="020B0602020104020603"/>
              </a:rPr>
              <a:t>c</a:t>
            </a:r>
            <a:r>
              <a:rPr sz="2400" spc="-5">
                <a:solidFill>
                  <a:srgbClr val="FF0000"/>
                </a:solidFill>
                <a:latin typeface="Tw Cen MT" panose="020B0602020104020603"/>
                <a:cs typeface="Tw Cen MT" panose="020B0602020104020603"/>
              </a:rPr>
              <a:t>o</a:t>
            </a:r>
            <a:r>
              <a:rPr sz="2400">
                <a:solidFill>
                  <a:srgbClr val="FF0000"/>
                </a:solidFill>
                <a:latin typeface="Tw Cen MT" panose="020B0602020104020603"/>
                <a:cs typeface="Tw Cen MT" panose="020B0602020104020603"/>
              </a:rPr>
              <a:t>m</a:t>
            </a:r>
            <a:r>
              <a:rPr sz="2400" spc="-10">
                <a:solidFill>
                  <a:srgbClr val="FF0000"/>
                </a:solidFill>
                <a:latin typeface="Tw Cen MT" panose="020B0602020104020603"/>
                <a:cs typeface="Tw Cen MT" panose="020B0602020104020603"/>
              </a:rPr>
              <a:t>p</a:t>
            </a:r>
            <a:r>
              <a:rPr sz="2400" spc="-5">
                <a:solidFill>
                  <a:srgbClr val="FF0000"/>
                </a:solidFill>
                <a:latin typeface="Tw Cen MT" panose="020B0602020104020603"/>
                <a:cs typeface="Tw Cen MT" panose="020B0602020104020603"/>
              </a:rPr>
              <a:t>ute</a:t>
            </a:r>
            <a:r>
              <a:rPr sz="2400">
                <a:solidFill>
                  <a:srgbClr val="FF0000"/>
                </a:solidFill>
                <a:latin typeface="Tw Cen MT" panose="020B0602020104020603"/>
                <a:cs typeface="Tw Cen MT" panose="020B0602020104020603"/>
              </a:rPr>
              <a:t>r</a:t>
            </a:r>
            <a:r>
              <a:rPr sz="2400" spc="-5">
                <a:solidFill>
                  <a:srgbClr val="FF0000"/>
                </a:solidFill>
                <a:latin typeface="Tw Cen MT" panose="020B0602020104020603"/>
                <a:cs typeface="Tw Cen MT" panose="020B0602020104020603"/>
              </a:rPr>
              <a:t> syste</a:t>
            </a:r>
            <a:r>
              <a:rPr sz="2400">
                <a:solidFill>
                  <a:srgbClr val="FF0000"/>
                </a:solidFill>
                <a:latin typeface="Tw Cen MT" panose="020B0602020104020603"/>
                <a:cs typeface="Tw Cen MT" panose="020B0602020104020603"/>
              </a:rPr>
              <a:t>m </a:t>
            </a:r>
            <a:r>
              <a:rPr lang="en-US" sz="2400" dirty="0">
                <a:latin typeface="Tw Cen MT" panose="020B0602020104020603"/>
                <a:cs typeface="Tw Cen MT" panose="020B0602020104020603"/>
              </a:rPr>
              <a:t>in order to </a:t>
            </a:r>
            <a:r>
              <a:rPr lang="en-US" sz="2400" dirty="0">
                <a:solidFill>
                  <a:srgbClr val="00B050"/>
                </a:solidFill>
                <a:latin typeface="Tw Cen MT" panose="020B0602020104020603"/>
                <a:cs typeface="Tw Cen MT" panose="020B0602020104020603"/>
              </a:rPr>
              <a:t>allow </a:t>
            </a:r>
            <a:r>
              <a:rPr sz="2400" spc="-5">
                <a:solidFill>
                  <a:srgbClr val="00B050"/>
                </a:solidFill>
                <a:latin typeface="Tw Cen MT" panose="020B0602020104020603"/>
                <a:cs typeface="Tw Cen MT" panose="020B0602020104020603"/>
              </a:rPr>
              <a:t>th</a:t>
            </a:r>
            <a:r>
              <a:rPr sz="2400">
                <a:solidFill>
                  <a:srgbClr val="00B050"/>
                </a:solidFill>
                <a:latin typeface="Tw Cen MT" panose="020B0602020104020603"/>
                <a:cs typeface="Tw Cen MT" panose="020B0602020104020603"/>
              </a:rPr>
              <a:t>e</a:t>
            </a:r>
            <a:r>
              <a:rPr sz="2400" spc="-5">
                <a:solidFill>
                  <a:srgbClr val="00B050"/>
                </a:solidFill>
                <a:latin typeface="Tw Cen MT" panose="020B0602020104020603"/>
                <a:cs typeface="Tw Cen MT" panose="020B0602020104020603"/>
              </a:rPr>
              <a:t> </a:t>
            </a:r>
            <a:r>
              <a:rPr sz="2400" spc="-5" dirty="0">
                <a:solidFill>
                  <a:srgbClr val="00B050"/>
                </a:solidFill>
                <a:latin typeface="Tw Cen MT" panose="020B0602020104020603"/>
                <a:cs typeface="Tw Cen MT" panose="020B0602020104020603"/>
              </a:rPr>
              <a:t>guest o</a:t>
            </a:r>
            <a:r>
              <a:rPr sz="2400" spc="-10" dirty="0">
                <a:solidFill>
                  <a:srgbClr val="00B050"/>
                </a:solidFill>
                <a:latin typeface="Tw Cen MT" panose="020B0602020104020603"/>
                <a:cs typeface="Tw Cen MT" panose="020B0602020104020603"/>
              </a:rPr>
              <a:t>p</a:t>
            </a:r>
            <a:r>
              <a:rPr sz="2400" spc="-5" dirty="0">
                <a:solidFill>
                  <a:srgbClr val="00B050"/>
                </a:solidFill>
                <a:latin typeface="Tw Cen MT" panose="020B0602020104020603"/>
                <a:cs typeface="Tw Cen MT" panose="020B0602020104020603"/>
              </a:rPr>
              <a:t>e</a:t>
            </a:r>
            <a:r>
              <a:rPr sz="2400" spc="-35" dirty="0">
                <a:solidFill>
                  <a:srgbClr val="00B050"/>
                </a:solidFill>
                <a:latin typeface="Tw Cen MT" panose="020B0602020104020603"/>
                <a:cs typeface="Tw Cen MT" panose="020B0602020104020603"/>
              </a:rPr>
              <a:t>r</a:t>
            </a:r>
            <a:r>
              <a:rPr sz="2400" spc="-10" dirty="0">
                <a:solidFill>
                  <a:srgbClr val="00B050"/>
                </a:solidFill>
                <a:latin typeface="Tw Cen MT" panose="020B0602020104020603"/>
                <a:cs typeface="Tw Cen MT" panose="020B0602020104020603"/>
              </a:rPr>
              <a:t>a</a:t>
            </a:r>
            <a:r>
              <a:rPr sz="2400" spc="-5" dirty="0">
                <a:solidFill>
                  <a:srgbClr val="00B050"/>
                </a:solidFill>
                <a:latin typeface="Tw Cen MT" panose="020B0602020104020603"/>
                <a:cs typeface="Tw Cen MT" panose="020B0602020104020603"/>
              </a:rPr>
              <a:t>ting syste</a:t>
            </a:r>
            <a:r>
              <a:rPr sz="2400" dirty="0">
                <a:solidFill>
                  <a:srgbClr val="00B050"/>
                </a:solidFill>
                <a:latin typeface="Tw Cen MT" panose="020B0602020104020603"/>
                <a:cs typeface="Tw Cen MT" panose="020B0602020104020603"/>
              </a:rPr>
              <a:t>m</a:t>
            </a:r>
            <a:r>
              <a:rPr sz="2400" spc="-5" dirty="0">
                <a:solidFill>
                  <a:srgbClr val="00B050"/>
                </a:solidFill>
                <a:latin typeface="Tw Cen MT" panose="020B0602020104020603"/>
                <a:cs typeface="Tw Cen MT" panose="020B0602020104020603"/>
              </a:rPr>
              <a:t> </a:t>
            </a:r>
            <a:r>
              <a:rPr sz="2400" spc="-5">
                <a:solidFill>
                  <a:srgbClr val="00B050"/>
                </a:solidFill>
                <a:latin typeface="Tw Cen MT" panose="020B0602020104020603"/>
                <a:cs typeface="Tw Cen MT" panose="020B0602020104020603"/>
              </a:rPr>
              <a:t>t</a:t>
            </a:r>
            <a:r>
              <a:rPr sz="2400">
                <a:solidFill>
                  <a:srgbClr val="00B050"/>
                </a:solidFill>
                <a:latin typeface="Tw Cen MT" panose="020B0602020104020603"/>
                <a:cs typeface="Tw Cen MT" panose="020B0602020104020603"/>
              </a:rPr>
              <a:t>o</a:t>
            </a:r>
            <a:r>
              <a:rPr sz="2400" spc="-5">
                <a:solidFill>
                  <a:srgbClr val="00B050"/>
                </a:solidFill>
                <a:latin typeface="Tw Cen MT" panose="020B0602020104020603"/>
                <a:cs typeface="Tw Cen MT" panose="020B0602020104020603"/>
              </a:rPr>
              <a:t> </a:t>
            </a:r>
            <a:r>
              <a:rPr sz="2400" spc="50">
                <a:solidFill>
                  <a:srgbClr val="00B050"/>
                </a:solidFill>
                <a:latin typeface="Tw Cen MT" panose="020B0602020104020603"/>
                <a:cs typeface="Tw Cen MT" panose="020B0602020104020603"/>
              </a:rPr>
              <a:t>r</a:t>
            </a:r>
            <a:r>
              <a:rPr sz="2400" spc="-5">
                <a:solidFill>
                  <a:srgbClr val="00B050"/>
                </a:solidFill>
                <a:latin typeface="Tw Cen MT" panose="020B0602020104020603"/>
                <a:cs typeface="Tw Cen MT" panose="020B0602020104020603"/>
              </a:rPr>
              <a:t>un</a:t>
            </a:r>
            <a:r>
              <a:rPr lang="en-US" sz="2400" spc="-5" dirty="0">
                <a:solidFill>
                  <a:srgbClr val="00B050"/>
                </a:solidFill>
                <a:latin typeface="Tw Cen MT" panose="020B0602020104020603"/>
                <a:cs typeface="Tw Cen MT" panose="020B0602020104020603"/>
              </a:rPr>
              <a:t>.</a:t>
            </a:r>
            <a:endParaRPr lang="en-US" sz="2400" dirty="0">
              <a:solidFill>
                <a:srgbClr val="00B050"/>
              </a:solidFill>
              <a:latin typeface="Tw Cen MT" panose="020B0602020104020603"/>
              <a:cs typeface="Tw Cen MT" panose="020B0602020104020603"/>
            </a:endParaRPr>
          </a:p>
          <a:p>
            <a:pPr marL="542290" marR="5080">
              <a:lnSpc>
                <a:spcPct val="120000"/>
              </a:lnSpc>
              <a:spcBef>
                <a:spcPts val="565"/>
              </a:spcBef>
              <a:buFont typeface="Arial" panose="020B0604020202020204" pitchFamily="34" charset="0"/>
              <a:buChar char="•"/>
            </a:pPr>
            <a:r>
              <a:rPr sz="2400" spc="-35">
                <a:latin typeface="Tw Cen MT" panose="020B0602020104020603"/>
                <a:cs typeface="Tw Cen MT" panose="020B0602020104020603"/>
              </a:rPr>
              <a:t>F</a:t>
            </a:r>
            <a:r>
              <a:rPr sz="2400" spc="-5">
                <a:latin typeface="Tw Cen MT" panose="020B0602020104020603"/>
                <a:cs typeface="Tw Cen MT" panose="020B0602020104020603"/>
              </a:rPr>
              <a:t>o</a:t>
            </a:r>
            <a:r>
              <a:rPr sz="2400">
                <a:latin typeface="Tw Cen MT" panose="020B0602020104020603"/>
                <a:cs typeface="Tw Cen MT" panose="020B0602020104020603"/>
              </a:rPr>
              <a:t>r</a:t>
            </a:r>
            <a:r>
              <a:rPr sz="2400" spc="-5">
                <a:latin typeface="Tw Cen MT" panose="020B0602020104020603"/>
                <a:cs typeface="Tw Cen MT" panose="020B0602020104020603"/>
              </a:rPr>
              <a:t> </a:t>
            </a:r>
            <a:r>
              <a:rPr lang="en-US" sz="2400" spc="-95" dirty="0">
                <a:latin typeface="Tw Cen MT" panose="020B0602020104020603"/>
                <a:cs typeface="Tw Cen MT" panose="020B0602020104020603"/>
              </a:rPr>
              <a:t>instance, letting </a:t>
            </a:r>
            <a:r>
              <a:rPr lang="en-US" sz="2400" spc="-5" dirty="0">
                <a:latin typeface="Tw Cen MT" panose="020B0602020104020603"/>
                <a:cs typeface="Tw Cen MT" panose="020B0602020104020603"/>
              </a:rPr>
              <a:t>LINUX</a:t>
            </a:r>
            <a:r>
              <a:rPr sz="2400" spc="-5">
                <a:latin typeface="Tw Cen MT" panose="020B0602020104020603"/>
                <a:cs typeface="Tw Cen MT" panose="020B0602020104020603"/>
              </a:rPr>
              <a:t> O</a:t>
            </a:r>
            <a:r>
              <a:rPr sz="2400">
                <a:latin typeface="Tw Cen MT" panose="020B0602020104020603"/>
                <a:cs typeface="Tw Cen MT" panose="020B0602020104020603"/>
              </a:rPr>
              <a:t>S</a:t>
            </a:r>
            <a:r>
              <a:rPr sz="2400" spc="-5">
                <a:latin typeface="Tw Cen MT" panose="020B0602020104020603"/>
                <a:cs typeface="Tw Cen MT" panose="020B0602020104020603"/>
              </a:rPr>
              <a:t> </a:t>
            </a:r>
            <a:r>
              <a:rPr lang="en-US" sz="2400" spc="-5" dirty="0">
                <a:latin typeface="Tw Cen MT" panose="020B0602020104020603"/>
                <a:cs typeface="Tw Cen MT" panose="020B0602020104020603"/>
              </a:rPr>
              <a:t>to run as a guest that is </a:t>
            </a:r>
            <a:r>
              <a:rPr sz="2400" spc="-5">
                <a:latin typeface="Tw Cen MT" panose="020B0602020104020603"/>
                <a:cs typeface="Tw Cen MT" panose="020B0602020104020603"/>
              </a:rPr>
              <a:t>n</a:t>
            </a:r>
            <a:r>
              <a:rPr sz="2400" spc="-10">
                <a:latin typeface="Tw Cen MT" panose="020B0602020104020603"/>
                <a:cs typeface="Tw Cen MT" panose="020B0602020104020603"/>
              </a:rPr>
              <a:t>a</a:t>
            </a:r>
            <a:r>
              <a:rPr sz="2400" spc="-5">
                <a:latin typeface="Tw Cen MT" panose="020B0602020104020603"/>
                <a:cs typeface="Tw Cen MT" panose="020B0602020104020603"/>
              </a:rPr>
              <a:t>ti</a:t>
            </a:r>
            <a:r>
              <a:rPr sz="2400" spc="-65">
                <a:latin typeface="Tw Cen MT" panose="020B0602020104020603"/>
                <a:cs typeface="Tw Cen MT" panose="020B0602020104020603"/>
              </a:rPr>
              <a:t>v</a:t>
            </a:r>
            <a:r>
              <a:rPr sz="2400" spc="-5">
                <a:latin typeface="Tw Cen MT" panose="020B0602020104020603"/>
                <a:cs typeface="Tw Cen MT" panose="020B0602020104020603"/>
              </a:rPr>
              <a:t>el</a:t>
            </a:r>
            <a:r>
              <a:rPr sz="2400">
                <a:latin typeface="Tw Cen MT" panose="020B0602020104020603"/>
                <a:cs typeface="Tw Cen MT" panose="020B0602020104020603"/>
              </a:rPr>
              <a:t>y</a:t>
            </a:r>
            <a:r>
              <a:rPr sz="2400" spc="-5">
                <a:latin typeface="Tw Cen MT" panose="020B0602020104020603"/>
                <a:cs typeface="Tw Cen MT" panose="020B0602020104020603"/>
              </a:rPr>
              <a:t> </a:t>
            </a:r>
            <a:r>
              <a:rPr sz="2400" spc="-5" dirty="0">
                <a:latin typeface="Tw Cen MT" panose="020B0602020104020603"/>
                <a:cs typeface="Tw Cen MT" panose="020B0602020104020603"/>
              </a:rPr>
              <a:t>using a Mi</a:t>
            </a:r>
            <a:r>
              <a:rPr sz="2400" spc="-10" dirty="0">
                <a:latin typeface="Tw Cen MT" panose="020B0602020104020603"/>
                <a:cs typeface="Tw Cen MT" panose="020B0602020104020603"/>
              </a:rPr>
              <a:t>c</a:t>
            </a:r>
            <a:r>
              <a:rPr sz="2400" spc="-65" dirty="0">
                <a:latin typeface="Tw Cen MT" panose="020B0602020104020603"/>
                <a:cs typeface="Tw Cen MT" panose="020B0602020104020603"/>
              </a:rPr>
              <a:t>r</a:t>
            </a:r>
            <a:r>
              <a:rPr sz="2400" spc="-5" dirty="0">
                <a:latin typeface="Tw Cen MT" panose="020B0602020104020603"/>
                <a:cs typeface="Tw Cen MT" panose="020B0602020104020603"/>
              </a:rPr>
              <a:t>osoft</a:t>
            </a:r>
            <a:r>
              <a:rPr sz="2400" dirty="0">
                <a:latin typeface="Tw Cen MT" panose="020B0602020104020603"/>
                <a:cs typeface="Tw Cen MT" panose="020B0602020104020603"/>
              </a:rPr>
              <a:t> </a:t>
            </a:r>
            <a:r>
              <a:rPr sz="2400" spc="-5">
                <a:latin typeface="Tw Cen MT" panose="020B0602020104020603"/>
                <a:cs typeface="Tw Cen MT" panose="020B0602020104020603"/>
              </a:rPr>
              <a:t>Win</a:t>
            </a:r>
            <a:r>
              <a:rPr sz="2400" spc="-10">
                <a:latin typeface="Tw Cen MT" panose="020B0602020104020603"/>
                <a:cs typeface="Tw Cen MT" panose="020B0602020104020603"/>
              </a:rPr>
              <a:t>d</a:t>
            </a:r>
            <a:r>
              <a:rPr sz="2400" spc="-95">
                <a:latin typeface="Tw Cen MT" panose="020B0602020104020603"/>
                <a:cs typeface="Tw Cen MT" panose="020B0602020104020603"/>
              </a:rPr>
              <a:t>o</a:t>
            </a:r>
            <a:r>
              <a:rPr sz="2400">
                <a:latin typeface="Tw Cen MT" panose="020B0602020104020603"/>
                <a:cs typeface="Tw Cen MT" panose="020B0602020104020603"/>
              </a:rPr>
              <a:t>ws</a:t>
            </a:r>
            <a:r>
              <a:rPr sz="2400" spc="-5">
                <a:latin typeface="Tw Cen MT" panose="020B0602020104020603"/>
                <a:cs typeface="Tw Cen MT" panose="020B0602020104020603"/>
              </a:rPr>
              <a:t> O</a:t>
            </a:r>
            <a:r>
              <a:rPr sz="2400" spc="-95">
                <a:latin typeface="Tw Cen MT" panose="020B0602020104020603"/>
                <a:cs typeface="Tw Cen MT" panose="020B0602020104020603"/>
              </a:rPr>
              <a:t>S</a:t>
            </a:r>
            <a:r>
              <a:rPr lang="en-US" sz="2900" spc="-95" dirty="0">
                <a:latin typeface="Tw Cen MT" panose="020B0602020104020603"/>
                <a:cs typeface="Tw Cen MT" panose="020B0602020104020603"/>
              </a:rPr>
              <a:t>.</a:t>
            </a:r>
            <a:r>
              <a:rPr sz="2900" spc="-5">
                <a:latin typeface="Tw Cen MT" panose="020B0602020104020603"/>
                <a:cs typeface="Tw Cen MT" panose="020B0602020104020603"/>
              </a:rPr>
              <a:t> </a:t>
            </a:r>
            <a:endParaRPr sz="2900">
              <a:latin typeface="Tw Cen MT" panose="020B0602020104020603"/>
              <a:cs typeface="Tw Cen MT" panose="020B0602020104020603"/>
            </a:endParaRPr>
          </a:p>
        </p:txBody>
      </p:sp>
      <p:sp>
        <p:nvSpPr>
          <p:cNvPr id="4" name="object 4"/>
          <p:cNvSpPr/>
          <p:nvPr/>
        </p:nvSpPr>
        <p:spPr>
          <a:xfrm>
            <a:off x="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2887" y="436297"/>
            <a:ext cx="8158225" cy="677108"/>
          </a:xfrm>
          <a:prstGeom prst="rect">
            <a:avLst/>
          </a:prstGeom>
        </p:spPr>
        <p:txBody>
          <a:bodyPr vert="horz" wrap="square" lIns="0" tIns="0" rIns="0" bIns="0" rtlCol="0">
            <a:spAutoFit/>
          </a:bodyPr>
          <a:lstStyle/>
          <a:p>
            <a:pPr marL="395605">
              <a:lnSpc>
                <a:spcPct val="100000"/>
              </a:lnSpc>
            </a:pPr>
            <a:r>
              <a:rPr spc="-5" dirty="0"/>
              <a:t>Softw</a:t>
            </a:r>
            <a:r>
              <a:rPr spc="-10" dirty="0"/>
              <a:t>a</a:t>
            </a:r>
            <a:r>
              <a:rPr spc="75" dirty="0"/>
              <a:t>r</a:t>
            </a:r>
            <a:r>
              <a:rPr dirty="0"/>
              <a:t>e</a:t>
            </a:r>
            <a:r>
              <a:rPr b="0" spc="65" dirty="0">
                <a:latin typeface="Times New Roman" panose="02020603050405020304"/>
                <a:cs typeface="Times New Roman" panose="02020603050405020304"/>
              </a:rPr>
              <a:t> </a:t>
            </a:r>
            <a:r>
              <a:rPr spc="-50" dirty="0"/>
              <a:t>V</a:t>
            </a:r>
            <a:r>
              <a:rPr spc="-5" dirty="0"/>
              <a:t>i</a:t>
            </a:r>
            <a:r>
              <a:rPr spc="204" dirty="0"/>
              <a:t>r</a:t>
            </a:r>
            <a:r>
              <a:rPr spc="-5" dirty="0"/>
              <a:t>tu</a:t>
            </a:r>
            <a:r>
              <a:rPr spc="-10" dirty="0"/>
              <a:t>a</a:t>
            </a:r>
            <a:r>
              <a:rPr spc="-5" dirty="0"/>
              <a:t>li</a:t>
            </a:r>
            <a:r>
              <a:rPr dirty="0"/>
              <a:t>z</a:t>
            </a:r>
            <a:r>
              <a:rPr spc="75" dirty="0"/>
              <a:t>a</a:t>
            </a:r>
            <a:r>
              <a:rPr spc="-5" dirty="0"/>
              <a:t>tion</a:t>
            </a:r>
            <a:r>
              <a:rPr b="0" spc="65" dirty="0">
                <a:latin typeface="Times New Roman" panose="02020603050405020304"/>
                <a:cs typeface="Times New Roman" panose="02020603050405020304"/>
              </a:rPr>
              <a:t> </a:t>
            </a:r>
            <a:r>
              <a:rPr spc="-5"/>
              <a:t>:Subtyp</a:t>
            </a:r>
            <a:r>
              <a:t>e</a:t>
            </a:r>
            <a:r>
              <a:rPr lang="en-US" b="0" dirty="0"/>
              <a:t>s</a:t>
            </a:r>
            <a:endParaRPr b="0" dirty="0">
              <a:latin typeface="Tw Cen MT" panose="020B0602020104020603"/>
              <a:cs typeface="Tw Cen MT" panose="020B0602020104020603"/>
            </a:endParaRPr>
          </a:p>
        </p:txBody>
      </p:sp>
      <p:sp>
        <p:nvSpPr>
          <p:cNvPr id="3" name="object 3"/>
          <p:cNvSpPr txBox="1"/>
          <p:nvPr/>
        </p:nvSpPr>
        <p:spPr>
          <a:xfrm>
            <a:off x="457200" y="1752600"/>
            <a:ext cx="8373111" cy="4283224"/>
          </a:xfrm>
          <a:prstGeom prst="rect">
            <a:avLst/>
          </a:prstGeom>
        </p:spPr>
        <p:txBody>
          <a:bodyPr vert="horz" wrap="square" lIns="0" tIns="0" rIns="0" bIns="0" rtlCol="0">
            <a:spAutoFit/>
          </a:bodyPr>
          <a:lstStyle/>
          <a:p>
            <a:pPr marL="12700">
              <a:lnSpc>
                <a:spcPct val="100000"/>
              </a:lnSpc>
            </a:pPr>
            <a:r>
              <a:rPr sz="1200" b="1" spc="-5" dirty="0">
                <a:solidFill>
                  <a:srgbClr val="FFFFFF"/>
                </a:solidFill>
                <a:latin typeface="Comic Sans MS" panose="030F0702030302020204"/>
                <a:cs typeface="Comic Sans MS" panose="030F0702030302020204"/>
              </a:rPr>
              <a:t>1</a:t>
            </a:r>
            <a:r>
              <a:rPr sz="1200" b="1" dirty="0">
                <a:solidFill>
                  <a:srgbClr val="FFFFFF"/>
                </a:solidFill>
                <a:latin typeface="Comic Sans MS" panose="030F0702030302020204"/>
                <a:cs typeface="Comic Sans MS" panose="030F0702030302020204"/>
              </a:rPr>
              <a:t>6</a:t>
            </a:r>
            <a:endParaRPr sz="1200">
              <a:latin typeface="Comic Sans MS" panose="030F0702030302020204"/>
              <a:cs typeface="Comic Sans MS" panose="030F0702030302020204"/>
            </a:endParaRPr>
          </a:p>
          <a:p>
            <a:pPr>
              <a:lnSpc>
                <a:spcPct val="100000"/>
              </a:lnSpc>
              <a:spcBef>
                <a:spcPts val="0"/>
              </a:spcBef>
            </a:pPr>
            <a:endParaRPr sz="1100">
              <a:latin typeface="Times New Roman" panose="02020603050405020304"/>
              <a:cs typeface="Times New Roman" panose="02020603050405020304"/>
            </a:endParaRPr>
          </a:p>
          <a:p>
            <a:pPr marL="861695" marR="109855" indent="-319405">
              <a:lnSpc>
                <a:spcPct val="100000"/>
              </a:lnSpc>
              <a:buClr>
                <a:srgbClr val="DD8046"/>
              </a:buClr>
              <a:buSzPct val="60000"/>
              <a:buFont typeface="Wingdings" panose="05000000000000000000"/>
              <a:buChar char=""/>
              <a:tabLst>
                <a:tab pos="862330" algn="l"/>
              </a:tabLst>
            </a:pPr>
            <a:r>
              <a:rPr sz="2900" u="sng" spc="-5" dirty="0">
                <a:latin typeface="Tw Cen MT" panose="020B0602020104020603"/>
                <a:cs typeface="Tw Cen MT" panose="020B0602020104020603"/>
              </a:rPr>
              <a:t>O</a:t>
            </a:r>
            <a:r>
              <a:rPr sz="2900" u="sng" spc="-10" dirty="0">
                <a:latin typeface="Tw Cen MT" panose="020B0602020104020603"/>
                <a:cs typeface="Tw Cen MT" panose="020B0602020104020603"/>
              </a:rPr>
              <a:t>p</a:t>
            </a:r>
            <a:r>
              <a:rPr sz="2900" u="sng" spc="-5" dirty="0">
                <a:latin typeface="Tw Cen MT" panose="020B0602020104020603"/>
                <a:cs typeface="Tw Cen MT" panose="020B0602020104020603"/>
              </a:rPr>
              <a:t>e</a:t>
            </a:r>
            <a:r>
              <a:rPr sz="2900" u="sng" spc="-35" dirty="0">
                <a:latin typeface="Tw Cen MT" panose="020B0602020104020603"/>
                <a:cs typeface="Tw Cen MT" panose="020B0602020104020603"/>
              </a:rPr>
              <a:t>r</a:t>
            </a:r>
            <a:r>
              <a:rPr sz="2900" u="sng" spc="-10" dirty="0">
                <a:latin typeface="Tw Cen MT" panose="020B0602020104020603"/>
                <a:cs typeface="Tw Cen MT" panose="020B0602020104020603"/>
              </a:rPr>
              <a:t>a</a:t>
            </a:r>
            <a:r>
              <a:rPr sz="2900" u="sng" spc="-5" dirty="0">
                <a:latin typeface="Tw Cen MT" panose="020B0602020104020603"/>
                <a:cs typeface="Tw Cen MT" panose="020B0602020104020603"/>
              </a:rPr>
              <a:t>ting Syste</a:t>
            </a:r>
            <a:r>
              <a:rPr sz="2900" u="sng" dirty="0">
                <a:latin typeface="Tw Cen MT" panose="020B0602020104020603"/>
                <a:cs typeface="Tw Cen MT" panose="020B0602020104020603"/>
              </a:rPr>
              <a:t>m</a:t>
            </a:r>
            <a:r>
              <a:rPr sz="2900" u="sng" spc="-5" dirty="0">
                <a:latin typeface="Tw Cen MT" panose="020B0602020104020603"/>
                <a:cs typeface="Tw Cen MT" panose="020B0602020104020603"/>
              </a:rPr>
              <a:t> Vi</a:t>
            </a:r>
            <a:r>
              <a:rPr sz="2900" u="sng" spc="50" dirty="0">
                <a:latin typeface="Tw Cen MT" panose="020B0602020104020603"/>
                <a:cs typeface="Tw Cen MT" panose="020B0602020104020603"/>
              </a:rPr>
              <a:t>r</a:t>
            </a:r>
            <a:r>
              <a:rPr sz="2900" u="sng" spc="-5" dirty="0">
                <a:latin typeface="Tw Cen MT" panose="020B0602020104020603"/>
                <a:cs typeface="Tw Cen MT" panose="020B0602020104020603"/>
              </a:rPr>
              <a:t>tu</a:t>
            </a:r>
            <a:r>
              <a:rPr sz="2900" u="sng" spc="-10" dirty="0">
                <a:latin typeface="Tw Cen MT" panose="020B0602020104020603"/>
                <a:cs typeface="Tw Cen MT" panose="020B0602020104020603"/>
              </a:rPr>
              <a:t>a</a:t>
            </a:r>
            <a:r>
              <a:rPr sz="2900" u="sng" spc="-5" dirty="0">
                <a:latin typeface="Tw Cen MT" panose="020B0602020104020603"/>
                <a:cs typeface="Tw Cen MT" panose="020B0602020104020603"/>
              </a:rPr>
              <a:t>liz</a:t>
            </a:r>
            <a:r>
              <a:rPr sz="2900" u="sng" spc="-10" dirty="0">
                <a:latin typeface="Tw Cen MT" panose="020B0602020104020603"/>
                <a:cs typeface="Tw Cen MT" panose="020B0602020104020603"/>
              </a:rPr>
              <a:t>a</a:t>
            </a:r>
            <a:r>
              <a:rPr sz="2900" u="sng" spc="-5" dirty="0">
                <a:latin typeface="Tw Cen MT" panose="020B0602020104020603"/>
                <a:cs typeface="Tw Cen MT" panose="020B0602020104020603"/>
              </a:rPr>
              <a:t>tion</a:t>
            </a:r>
            <a:r>
              <a:rPr sz="2900" u="sng" dirty="0">
                <a:latin typeface="Tw Cen MT" panose="020B0602020104020603"/>
                <a:cs typeface="Tw Cen MT" panose="020B0602020104020603"/>
              </a:rPr>
              <a:t> </a:t>
            </a:r>
            <a:r>
              <a:rPr sz="2900" u="sng">
                <a:latin typeface="Tw Cen MT" panose="020B0602020104020603"/>
                <a:cs typeface="Tw Cen MT" panose="020B0602020104020603"/>
              </a:rPr>
              <a:t>–</a:t>
            </a:r>
            <a:r>
              <a:rPr sz="2900" u="sng" spc="-5">
                <a:latin typeface="Tw Cen MT" panose="020B0602020104020603"/>
                <a:cs typeface="Tw Cen MT" panose="020B0602020104020603"/>
              </a:rPr>
              <a:t> </a:t>
            </a:r>
            <a:endParaRPr lang="en-US" sz="2900" u="sng" spc="-5" dirty="0">
              <a:latin typeface="Tw Cen MT" panose="020B0602020104020603"/>
              <a:cs typeface="Tw Cen MT" panose="020B0602020104020603"/>
            </a:endParaRPr>
          </a:p>
          <a:p>
            <a:pPr marL="861695" marR="109855" indent="-319405">
              <a:lnSpc>
                <a:spcPct val="100000"/>
              </a:lnSpc>
              <a:buClr>
                <a:srgbClr val="DD8046"/>
              </a:buClr>
              <a:buSzPct val="60000"/>
              <a:tabLst>
                <a:tab pos="862330" algn="l"/>
              </a:tabLst>
            </a:pPr>
            <a:r>
              <a:rPr lang="en-US" sz="2900" spc="-5" dirty="0">
                <a:latin typeface="Tw Cen MT" panose="020B0602020104020603"/>
                <a:cs typeface="Tw Cen MT" panose="020B0602020104020603"/>
              </a:rPr>
              <a:t>				</a:t>
            </a:r>
            <a:r>
              <a:rPr sz="2900" spc="-5">
                <a:latin typeface="Tw Cen MT" panose="020B0602020104020603"/>
                <a:cs typeface="Tw Cen MT" panose="020B0602020104020603"/>
              </a:rPr>
              <a:t>hosting </a:t>
            </a:r>
            <a:r>
              <a:rPr sz="2900" spc="55" dirty="0">
                <a:latin typeface="Tw Cen MT" panose="020B0602020104020603"/>
                <a:cs typeface="Tw Cen MT" panose="020B0602020104020603"/>
              </a:rPr>
              <a:t>m</a:t>
            </a:r>
            <a:r>
              <a:rPr sz="2900" spc="-5" dirty="0">
                <a:latin typeface="Tw Cen MT" panose="020B0602020104020603"/>
                <a:cs typeface="Tw Cen MT" panose="020B0602020104020603"/>
              </a:rPr>
              <a:t>ulti</a:t>
            </a:r>
            <a:r>
              <a:rPr sz="2900" spc="-10" dirty="0">
                <a:latin typeface="Tw Cen MT" panose="020B0602020104020603"/>
                <a:cs typeface="Tw Cen MT" panose="020B0602020104020603"/>
              </a:rPr>
              <a:t>p</a:t>
            </a:r>
            <a:r>
              <a:rPr sz="2900" spc="-5" dirty="0">
                <a:latin typeface="Tw Cen MT" panose="020B0602020104020603"/>
                <a:cs typeface="Tw Cen MT" panose="020B0602020104020603"/>
              </a:rPr>
              <a:t>l</a:t>
            </a:r>
            <a:r>
              <a:rPr sz="2900" dirty="0">
                <a:latin typeface="Tw Cen MT" panose="020B0602020104020603"/>
                <a:cs typeface="Tw Cen MT" panose="020B0602020104020603"/>
              </a:rPr>
              <a:t>e </a:t>
            </a:r>
            <a:r>
              <a:rPr sz="2900" spc="-5" dirty="0">
                <a:latin typeface="Tw Cen MT" panose="020B0602020104020603"/>
                <a:cs typeface="Tw Cen MT" panose="020B0602020104020603"/>
              </a:rPr>
              <a:t>O</a:t>
            </a:r>
            <a:r>
              <a:rPr sz="2900" dirty="0">
                <a:latin typeface="Tw Cen MT" panose="020B0602020104020603"/>
                <a:cs typeface="Tw Cen MT" panose="020B0602020104020603"/>
              </a:rPr>
              <a:t>S</a:t>
            </a:r>
            <a:r>
              <a:rPr sz="2900" spc="-5" dirty="0">
                <a:latin typeface="Tw Cen MT" panose="020B0602020104020603"/>
                <a:cs typeface="Tw Cen MT" panose="020B0602020104020603"/>
              </a:rPr>
              <a:t> on</a:t>
            </a:r>
            <a:r>
              <a:rPr sz="2900" dirty="0">
                <a:latin typeface="Tw Cen MT" panose="020B0602020104020603"/>
                <a:cs typeface="Tw Cen MT" panose="020B0602020104020603"/>
              </a:rPr>
              <a:t> </a:t>
            </a:r>
            <a:r>
              <a:rPr sz="2900" spc="-5" dirty="0">
                <a:latin typeface="Tw Cen MT" panose="020B0602020104020603"/>
                <a:cs typeface="Tw Cen MT" panose="020B0602020104020603"/>
              </a:rPr>
              <a:t>th</a:t>
            </a:r>
            <a:r>
              <a:rPr sz="2900" dirty="0">
                <a:latin typeface="Tw Cen MT" panose="020B0602020104020603"/>
                <a:cs typeface="Tw Cen MT" panose="020B0602020104020603"/>
              </a:rPr>
              <a:t>e</a:t>
            </a:r>
            <a:r>
              <a:rPr sz="2900" spc="-5" dirty="0">
                <a:latin typeface="Tw Cen MT" panose="020B0602020104020603"/>
                <a:cs typeface="Tw Cen MT" panose="020B0602020104020603"/>
              </a:rPr>
              <a:t> n</a:t>
            </a:r>
            <a:r>
              <a:rPr sz="2900" spc="-10" dirty="0">
                <a:latin typeface="Tw Cen MT" panose="020B0602020104020603"/>
                <a:cs typeface="Tw Cen MT" panose="020B0602020104020603"/>
              </a:rPr>
              <a:t>a</a:t>
            </a:r>
            <a:r>
              <a:rPr sz="2900" spc="-5" dirty="0">
                <a:latin typeface="Tw Cen MT" panose="020B0602020104020603"/>
                <a:cs typeface="Tw Cen MT" panose="020B0602020104020603"/>
              </a:rPr>
              <a:t>ti</a:t>
            </a:r>
            <a:r>
              <a:rPr sz="2900" spc="-65" dirty="0">
                <a:latin typeface="Tw Cen MT" panose="020B0602020104020603"/>
                <a:cs typeface="Tw Cen MT" panose="020B0602020104020603"/>
              </a:rPr>
              <a:t>v</a:t>
            </a:r>
            <a:r>
              <a:rPr sz="2900" dirty="0">
                <a:latin typeface="Tw Cen MT" panose="020B0602020104020603"/>
                <a:cs typeface="Tw Cen MT" panose="020B0602020104020603"/>
              </a:rPr>
              <a:t>e</a:t>
            </a:r>
            <a:r>
              <a:rPr sz="2900" spc="-5" dirty="0">
                <a:latin typeface="Tw Cen MT" panose="020B0602020104020603"/>
                <a:cs typeface="Tw Cen MT" panose="020B0602020104020603"/>
              </a:rPr>
              <a:t> O</a:t>
            </a:r>
            <a:r>
              <a:rPr sz="2900" dirty="0">
                <a:latin typeface="Tw Cen MT" panose="020B0602020104020603"/>
                <a:cs typeface="Tw Cen MT" panose="020B0602020104020603"/>
              </a:rPr>
              <a:t>S</a:t>
            </a:r>
            <a:endParaRPr sz="2900">
              <a:latin typeface="Tw Cen MT" panose="020B0602020104020603"/>
              <a:cs typeface="Tw Cen MT" panose="020B0602020104020603"/>
            </a:endParaRPr>
          </a:p>
          <a:p>
            <a:pPr marL="861695" marR="5080" indent="-319405">
              <a:lnSpc>
                <a:spcPct val="100000"/>
              </a:lnSpc>
              <a:spcBef>
                <a:spcPts val="700"/>
              </a:spcBef>
              <a:buClr>
                <a:srgbClr val="DD8046"/>
              </a:buClr>
              <a:buSzPct val="60000"/>
              <a:buFont typeface="Wingdings" panose="05000000000000000000"/>
              <a:buChar char=""/>
              <a:tabLst>
                <a:tab pos="862330" algn="l"/>
              </a:tabLst>
            </a:pPr>
            <a:r>
              <a:rPr sz="2900" u="sng" spc="-5" dirty="0">
                <a:latin typeface="Tw Cen MT" panose="020B0602020104020603"/>
                <a:cs typeface="Tw Cen MT" panose="020B0602020104020603"/>
              </a:rPr>
              <a:t>A</a:t>
            </a:r>
            <a:r>
              <a:rPr sz="2900" u="sng" spc="-10" dirty="0">
                <a:latin typeface="Tw Cen MT" panose="020B0602020104020603"/>
                <a:cs typeface="Tw Cen MT" panose="020B0602020104020603"/>
              </a:rPr>
              <a:t>pp</a:t>
            </a:r>
            <a:r>
              <a:rPr sz="2900" u="sng" spc="-5" dirty="0">
                <a:latin typeface="Tw Cen MT" panose="020B0602020104020603"/>
                <a:cs typeface="Tw Cen MT" panose="020B0602020104020603"/>
              </a:rPr>
              <a:t>li</a:t>
            </a:r>
            <a:r>
              <a:rPr sz="2900" u="sng" spc="-10" dirty="0">
                <a:latin typeface="Tw Cen MT" panose="020B0602020104020603"/>
                <a:cs typeface="Tw Cen MT" panose="020B0602020104020603"/>
              </a:rPr>
              <a:t>ca</a:t>
            </a:r>
            <a:r>
              <a:rPr sz="2900" u="sng" spc="-5" dirty="0">
                <a:latin typeface="Tw Cen MT" panose="020B0602020104020603"/>
                <a:cs typeface="Tw Cen MT" panose="020B0602020104020603"/>
              </a:rPr>
              <a:t>tion</a:t>
            </a:r>
            <a:r>
              <a:rPr sz="2900" u="sng" dirty="0">
                <a:latin typeface="Tw Cen MT" panose="020B0602020104020603"/>
                <a:cs typeface="Tw Cen MT" panose="020B0602020104020603"/>
              </a:rPr>
              <a:t> </a:t>
            </a:r>
            <a:r>
              <a:rPr sz="2900" u="sng" spc="-5">
                <a:latin typeface="Tw Cen MT" panose="020B0602020104020603"/>
                <a:cs typeface="Tw Cen MT" panose="020B0602020104020603"/>
              </a:rPr>
              <a:t>Vi</a:t>
            </a:r>
            <a:r>
              <a:rPr sz="2900" u="sng" spc="50">
                <a:latin typeface="Tw Cen MT" panose="020B0602020104020603"/>
                <a:cs typeface="Tw Cen MT" panose="020B0602020104020603"/>
              </a:rPr>
              <a:t>r</a:t>
            </a:r>
            <a:r>
              <a:rPr sz="2900" u="sng" spc="-5">
                <a:latin typeface="Tw Cen MT" panose="020B0602020104020603"/>
                <a:cs typeface="Tw Cen MT" panose="020B0602020104020603"/>
              </a:rPr>
              <a:t>tu</a:t>
            </a:r>
            <a:r>
              <a:rPr sz="2900" u="sng" spc="-10">
                <a:latin typeface="Tw Cen MT" panose="020B0602020104020603"/>
                <a:cs typeface="Tw Cen MT" panose="020B0602020104020603"/>
              </a:rPr>
              <a:t>a</a:t>
            </a:r>
            <a:r>
              <a:rPr sz="2900" u="sng" spc="-5">
                <a:latin typeface="Tw Cen MT" panose="020B0602020104020603"/>
                <a:cs typeface="Tw Cen MT" panose="020B0602020104020603"/>
              </a:rPr>
              <a:t>liz</a:t>
            </a:r>
            <a:r>
              <a:rPr sz="2900" u="sng" spc="-10">
                <a:latin typeface="Tw Cen MT" panose="020B0602020104020603"/>
                <a:cs typeface="Tw Cen MT" panose="020B0602020104020603"/>
              </a:rPr>
              <a:t>a</a:t>
            </a:r>
            <a:r>
              <a:rPr sz="2900" u="sng" spc="-5">
                <a:latin typeface="Tw Cen MT" panose="020B0602020104020603"/>
                <a:cs typeface="Tw Cen MT" panose="020B0602020104020603"/>
              </a:rPr>
              <a:t>tion</a:t>
            </a:r>
            <a:r>
              <a:rPr sz="2900" u="sng">
                <a:latin typeface="Tw Cen MT" panose="020B0602020104020603"/>
                <a:cs typeface="Tw Cen MT" panose="020B0602020104020603"/>
              </a:rPr>
              <a:t> –</a:t>
            </a:r>
            <a:endParaRPr lang="en-US" sz="2900" u="sng" dirty="0">
              <a:latin typeface="Tw Cen MT" panose="020B0602020104020603"/>
              <a:cs typeface="Tw Cen MT" panose="020B0602020104020603"/>
            </a:endParaRPr>
          </a:p>
          <a:p>
            <a:pPr marL="861695" marR="5080" indent="-319405">
              <a:lnSpc>
                <a:spcPct val="100000"/>
              </a:lnSpc>
              <a:spcBef>
                <a:spcPts val="700"/>
              </a:spcBef>
              <a:buClr>
                <a:srgbClr val="DD8046"/>
              </a:buClr>
              <a:buSzPct val="60000"/>
              <a:tabLst>
                <a:tab pos="862330" algn="l"/>
              </a:tabLst>
            </a:pPr>
            <a:r>
              <a:rPr lang="en-US" sz="2900" spc="-5" dirty="0">
                <a:latin typeface="Tw Cen MT" panose="020B0602020104020603"/>
                <a:cs typeface="Tw Cen MT" panose="020B0602020104020603"/>
              </a:rPr>
              <a:t>				</a:t>
            </a:r>
            <a:r>
              <a:rPr sz="2900" spc="-5">
                <a:latin typeface="Tw Cen MT" panose="020B0602020104020603"/>
                <a:cs typeface="Tw Cen MT" panose="020B0602020104020603"/>
              </a:rPr>
              <a:t>hosting </a:t>
            </a:r>
            <a:r>
              <a:rPr sz="2900" spc="-5" dirty="0">
                <a:latin typeface="Tw Cen MT" panose="020B0602020104020603"/>
                <a:cs typeface="Tw Cen MT" panose="020B0602020104020603"/>
              </a:rPr>
              <a:t>in</a:t>
            </a:r>
            <a:r>
              <a:rPr sz="2900" spc="-10" dirty="0">
                <a:latin typeface="Tw Cen MT" panose="020B0602020104020603"/>
                <a:cs typeface="Tw Cen MT" panose="020B0602020104020603"/>
              </a:rPr>
              <a:t>d</a:t>
            </a:r>
            <a:r>
              <a:rPr sz="2900" spc="-5" dirty="0">
                <a:latin typeface="Tw Cen MT" panose="020B0602020104020603"/>
                <a:cs typeface="Tw Cen MT" panose="020B0602020104020603"/>
              </a:rPr>
              <a:t>ivi</a:t>
            </a:r>
            <a:r>
              <a:rPr sz="2900" spc="-10" dirty="0">
                <a:latin typeface="Tw Cen MT" panose="020B0602020104020603"/>
                <a:cs typeface="Tw Cen MT" panose="020B0602020104020603"/>
              </a:rPr>
              <a:t>d</a:t>
            </a:r>
            <a:r>
              <a:rPr sz="2900" spc="-5" dirty="0">
                <a:latin typeface="Tw Cen MT" panose="020B0602020104020603"/>
                <a:cs typeface="Tw Cen MT" panose="020B0602020104020603"/>
              </a:rPr>
              <a:t>u</a:t>
            </a:r>
            <a:r>
              <a:rPr sz="2900" spc="-10" dirty="0">
                <a:latin typeface="Tw Cen MT" panose="020B0602020104020603"/>
                <a:cs typeface="Tw Cen MT" panose="020B0602020104020603"/>
              </a:rPr>
              <a:t>a</a:t>
            </a:r>
            <a:r>
              <a:rPr sz="2900" dirty="0">
                <a:latin typeface="Tw Cen MT" panose="020B0602020104020603"/>
                <a:cs typeface="Tw Cen MT" panose="020B0602020104020603"/>
              </a:rPr>
              <a:t>l </a:t>
            </a:r>
            <a:r>
              <a:rPr sz="2900" spc="-10" dirty="0">
                <a:latin typeface="Tw Cen MT" panose="020B0602020104020603"/>
                <a:cs typeface="Tw Cen MT" panose="020B0602020104020603"/>
              </a:rPr>
              <a:t>app</a:t>
            </a:r>
            <a:r>
              <a:rPr sz="2900" spc="-5" dirty="0">
                <a:latin typeface="Tw Cen MT" panose="020B0602020104020603"/>
                <a:cs typeface="Tw Cen MT" panose="020B0602020104020603"/>
              </a:rPr>
              <a:t>li</a:t>
            </a:r>
            <a:r>
              <a:rPr sz="2900" spc="-10" dirty="0">
                <a:latin typeface="Tw Cen MT" panose="020B0602020104020603"/>
                <a:cs typeface="Tw Cen MT" panose="020B0602020104020603"/>
              </a:rPr>
              <a:t>ca</a:t>
            </a:r>
            <a:r>
              <a:rPr sz="2900" spc="-5" dirty="0">
                <a:latin typeface="Tw Cen MT" panose="020B0602020104020603"/>
                <a:cs typeface="Tw Cen MT" panose="020B0602020104020603"/>
              </a:rPr>
              <a:t>tion</a:t>
            </a:r>
            <a:r>
              <a:rPr sz="2900" dirty="0">
                <a:latin typeface="Tw Cen MT" panose="020B0602020104020603"/>
                <a:cs typeface="Tw Cen MT" panose="020B0602020104020603"/>
              </a:rPr>
              <a:t>s</a:t>
            </a:r>
            <a:r>
              <a:rPr sz="2900" spc="-5" dirty="0">
                <a:latin typeface="Tw Cen MT" panose="020B0602020104020603"/>
                <a:cs typeface="Tw Cen MT" panose="020B0602020104020603"/>
              </a:rPr>
              <a:t> in</a:t>
            </a:r>
            <a:r>
              <a:rPr sz="2900" dirty="0">
                <a:latin typeface="Tw Cen MT" panose="020B0602020104020603"/>
                <a:cs typeface="Tw Cen MT" panose="020B0602020104020603"/>
              </a:rPr>
              <a:t> a</a:t>
            </a:r>
            <a:r>
              <a:rPr sz="2900" spc="-5" dirty="0">
                <a:latin typeface="Tw Cen MT" panose="020B0602020104020603"/>
                <a:cs typeface="Tw Cen MT" panose="020B0602020104020603"/>
              </a:rPr>
              <a:t> vi</a:t>
            </a:r>
            <a:r>
              <a:rPr sz="2900" spc="50" dirty="0">
                <a:latin typeface="Tw Cen MT" panose="020B0602020104020603"/>
                <a:cs typeface="Tw Cen MT" panose="020B0602020104020603"/>
              </a:rPr>
              <a:t>r</a:t>
            </a:r>
            <a:r>
              <a:rPr sz="2900" spc="-5" dirty="0">
                <a:latin typeface="Tw Cen MT" panose="020B0602020104020603"/>
                <a:cs typeface="Tw Cen MT" panose="020B0602020104020603"/>
              </a:rPr>
              <a:t>tu</a:t>
            </a:r>
            <a:r>
              <a:rPr sz="2900" spc="-10" dirty="0">
                <a:latin typeface="Tw Cen MT" panose="020B0602020104020603"/>
                <a:cs typeface="Tw Cen MT" panose="020B0602020104020603"/>
              </a:rPr>
              <a:t>a</a:t>
            </a:r>
            <a:r>
              <a:rPr sz="2900" dirty="0">
                <a:latin typeface="Tw Cen MT" panose="020B0602020104020603"/>
                <a:cs typeface="Tw Cen MT" panose="020B0602020104020603"/>
              </a:rPr>
              <a:t>l</a:t>
            </a:r>
            <a:r>
              <a:rPr sz="2900" spc="-5" dirty="0">
                <a:latin typeface="Tw Cen MT" panose="020B0602020104020603"/>
                <a:cs typeface="Tw Cen MT" panose="020B0602020104020603"/>
              </a:rPr>
              <a:t> envi</a:t>
            </a:r>
            <a:r>
              <a:rPr sz="2900" spc="-65" dirty="0">
                <a:latin typeface="Tw Cen MT" panose="020B0602020104020603"/>
                <a:cs typeface="Tw Cen MT" panose="020B0602020104020603"/>
              </a:rPr>
              <a:t>r</a:t>
            </a:r>
            <a:r>
              <a:rPr sz="2900" spc="-5" dirty="0">
                <a:latin typeface="Tw Cen MT" panose="020B0602020104020603"/>
                <a:cs typeface="Tw Cen MT" panose="020B0602020104020603"/>
              </a:rPr>
              <a:t>on</a:t>
            </a:r>
            <a:r>
              <a:rPr sz="2900" dirty="0">
                <a:latin typeface="Tw Cen MT" panose="020B0602020104020603"/>
                <a:cs typeface="Tw Cen MT" panose="020B0602020104020603"/>
              </a:rPr>
              <a:t>m</a:t>
            </a:r>
            <a:r>
              <a:rPr sz="2900" spc="-5" dirty="0">
                <a:latin typeface="Tw Cen MT" panose="020B0602020104020603"/>
                <a:cs typeface="Tw Cen MT" panose="020B0602020104020603"/>
              </a:rPr>
              <a:t>ent</a:t>
            </a:r>
            <a:r>
              <a:rPr sz="2900" dirty="0">
                <a:latin typeface="Tw Cen MT" panose="020B0602020104020603"/>
                <a:cs typeface="Tw Cen MT" panose="020B0602020104020603"/>
              </a:rPr>
              <a:t> </a:t>
            </a:r>
            <a:r>
              <a:rPr sz="2900" spc="-5" dirty="0">
                <a:latin typeface="Tw Cen MT" panose="020B0602020104020603"/>
                <a:cs typeface="Tw Cen MT" panose="020B0602020104020603"/>
              </a:rPr>
              <a:t>se</a:t>
            </a:r>
            <a:r>
              <a:rPr sz="2900" spc="-10" dirty="0">
                <a:latin typeface="Tw Cen MT" panose="020B0602020104020603"/>
                <a:cs typeface="Tw Cen MT" panose="020B0602020104020603"/>
              </a:rPr>
              <a:t>pa</a:t>
            </a:r>
            <a:r>
              <a:rPr sz="2900" spc="-35" dirty="0">
                <a:latin typeface="Tw Cen MT" panose="020B0602020104020603"/>
                <a:cs typeface="Tw Cen MT" panose="020B0602020104020603"/>
              </a:rPr>
              <a:t>r</a:t>
            </a:r>
            <a:r>
              <a:rPr sz="2900" spc="-10" dirty="0">
                <a:latin typeface="Tw Cen MT" panose="020B0602020104020603"/>
                <a:cs typeface="Tw Cen MT" panose="020B0602020104020603"/>
              </a:rPr>
              <a:t>a</a:t>
            </a:r>
            <a:r>
              <a:rPr sz="2900" spc="-5" dirty="0">
                <a:latin typeface="Tw Cen MT" panose="020B0602020104020603"/>
                <a:cs typeface="Tw Cen MT" panose="020B0602020104020603"/>
              </a:rPr>
              <a:t>t</a:t>
            </a:r>
            <a:r>
              <a:rPr sz="2900" dirty="0">
                <a:latin typeface="Tw Cen MT" panose="020B0602020104020603"/>
                <a:cs typeface="Tw Cen MT" panose="020B0602020104020603"/>
              </a:rPr>
              <a:t>e</a:t>
            </a:r>
            <a:r>
              <a:rPr sz="2900" spc="-5" dirty="0">
                <a:latin typeface="Tw Cen MT" panose="020B0602020104020603"/>
                <a:cs typeface="Tw Cen MT" panose="020B0602020104020603"/>
              </a:rPr>
              <a:t> f</a:t>
            </a:r>
            <a:r>
              <a:rPr sz="2900" spc="-65" dirty="0">
                <a:latin typeface="Tw Cen MT" panose="020B0602020104020603"/>
                <a:cs typeface="Tw Cen MT" panose="020B0602020104020603"/>
              </a:rPr>
              <a:t>r</a:t>
            </a:r>
            <a:r>
              <a:rPr sz="2900" spc="-5" dirty="0">
                <a:latin typeface="Tw Cen MT" panose="020B0602020104020603"/>
                <a:cs typeface="Tw Cen MT" panose="020B0602020104020603"/>
              </a:rPr>
              <a:t>o</a:t>
            </a:r>
            <a:r>
              <a:rPr sz="2900" dirty="0">
                <a:latin typeface="Tw Cen MT" panose="020B0602020104020603"/>
                <a:cs typeface="Tw Cen MT" panose="020B0602020104020603"/>
              </a:rPr>
              <a:t>m </a:t>
            </a:r>
            <a:r>
              <a:rPr sz="2900" spc="-5" dirty="0">
                <a:latin typeface="Tw Cen MT" panose="020B0602020104020603"/>
                <a:cs typeface="Tw Cen MT" panose="020B0602020104020603"/>
              </a:rPr>
              <a:t>th</a:t>
            </a:r>
            <a:r>
              <a:rPr sz="2900" dirty="0">
                <a:latin typeface="Tw Cen MT" panose="020B0602020104020603"/>
                <a:cs typeface="Tw Cen MT" panose="020B0602020104020603"/>
              </a:rPr>
              <a:t>e</a:t>
            </a:r>
            <a:r>
              <a:rPr sz="2900" spc="-5" dirty="0">
                <a:latin typeface="Tw Cen MT" panose="020B0602020104020603"/>
                <a:cs typeface="Tw Cen MT" panose="020B0602020104020603"/>
              </a:rPr>
              <a:t> n</a:t>
            </a:r>
            <a:r>
              <a:rPr sz="2900" spc="-10" dirty="0">
                <a:latin typeface="Tw Cen MT" panose="020B0602020104020603"/>
                <a:cs typeface="Tw Cen MT" panose="020B0602020104020603"/>
              </a:rPr>
              <a:t>a</a:t>
            </a:r>
            <a:r>
              <a:rPr sz="2900" spc="-5" dirty="0">
                <a:latin typeface="Tw Cen MT" panose="020B0602020104020603"/>
                <a:cs typeface="Tw Cen MT" panose="020B0602020104020603"/>
              </a:rPr>
              <a:t>ti</a:t>
            </a:r>
            <a:r>
              <a:rPr sz="2900" spc="-65" dirty="0">
                <a:latin typeface="Tw Cen MT" panose="020B0602020104020603"/>
                <a:cs typeface="Tw Cen MT" panose="020B0602020104020603"/>
              </a:rPr>
              <a:t>v</a:t>
            </a:r>
            <a:r>
              <a:rPr sz="2900" dirty="0">
                <a:latin typeface="Tw Cen MT" panose="020B0602020104020603"/>
                <a:cs typeface="Tw Cen MT" panose="020B0602020104020603"/>
              </a:rPr>
              <a:t>e</a:t>
            </a:r>
            <a:r>
              <a:rPr sz="2900" spc="-5" dirty="0">
                <a:latin typeface="Tw Cen MT" panose="020B0602020104020603"/>
                <a:cs typeface="Tw Cen MT" panose="020B0602020104020603"/>
              </a:rPr>
              <a:t> O</a:t>
            </a:r>
            <a:r>
              <a:rPr sz="2900" dirty="0">
                <a:latin typeface="Tw Cen MT" panose="020B0602020104020603"/>
                <a:cs typeface="Tw Cen MT" panose="020B0602020104020603"/>
              </a:rPr>
              <a:t>S</a:t>
            </a:r>
            <a:endParaRPr sz="2900">
              <a:latin typeface="Tw Cen MT" panose="020B0602020104020603"/>
              <a:cs typeface="Tw Cen MT" panose="020B0602020104020603"/>
            </a:endParaRPr>
          </a:p>
          <a:p>
            <a:pPr marL="861695" marR="281305" indent="-319405">
              <a:lnSpc>
                <a:spcPct val="100000"/>
              </a:lnSpc>
              <a:spcBef>
                <a:spcPts val="700"/>
              </a:spcBef>
              <a:buClr>
                <a:srgbClr val="DD8046"/>
              </a:buClr>
              <a:buSzPct val="60000"/>
              <a:buFont typeface="Wingdings" panose="05000000000000000000"/>
              <a:buChar char=""/>
              <a:tabLst>
                <a:tab pos="862330" algn="l"/>
              </a:tabLst>
            </a:pPr>
            <a:r>
              <a:rPr sz="2900" u="sng" spc="-5" dirty="0">
                <a:latin typeface="Tw Cen MT" panose="020B0602020104020603"/>
                <a:cs typeface="Tw Cen MT" panose="020B0602020104020603"/>
              </a:rPr>
              <a:t>Se</a:t>
            </a:r>
            <a:r>
              <a:rPr sz="2900" u="sng" spc="110" dirty="0">
                <a:latin typeface="Tw Cen MT" panose="020B0602020104020603"/>
                <a:cs typeface="Tw Cen MT" panose="020B0602020104020603"/>
              </a:rPr>
              <a:t>r</a:t>
            </a:r>
            <a:r>
              <a:rPr sz="2900" u="sng" spc="-5" dirty="0">
                <a:latin typeface="Tw Cen MT" panose="020B0602020104020603"/>
                <a:cs typeface="Tw Cen MT" panose="020B0602020104020603"/>
              </a:rPr>
              <a:t>vi</a:t>
            </a:r>
            <a:r>
              <a:rPr sz="2900" u="sng" spc="-10" dirty="0">
                <a:latin typeface="Tw Cen MT" panose="020B0602020104020603"/>
                <a:cs typeface="Tw Cen MT" panose="020B0602020104020603"/>
              </a:rPr>
              <a:t>c</a:t>
            </a:r>
            <a:r>
              <a:rPr sz="2900" u="sng" dirty="0">
                <a:latin typeface="Tw Cen MT" panose="020B0602020104020603"/>
                <a:cs typeface="Tw Cen MT" panose="020B0602020104020603"/>
              </a:rPr>
              <a:t>e</a:t>
            </a:r>
            <a:r>
              <a:rPr sz="2900" u="sng" spc="-5" dirty="0">
                <a:latin typeface="Tw Cen MT" panose="020B0602020104020603"/>
                <a:cs typeface="Tw Cen MT" panose="020B0602020104020603"/>
              </a:rPr>
              <a:t> Vi</a:t>
            </a:r>
            <a:r>
              <a:rPr sz="2900" u="sng" spc="50" dirty="0">
                <a:latin typeface="Tw Cen MT" panose="020B0602020104020603"/>
                <a:cs typeface="Tw Cen MT" panose="020B0602020104020603"/>
              </a:rPr>
              <a:t>r</a:t>
            </a:r>
            <a:r>
              <a:rPr sz="2900" u="sng" spc="-5" dirty="0">
                <a:latin typeface="Tw Cen MT" panose="020B0602020104020603"/>
                <a:cs typeface="Tw Cen MT" panose="020B0602020104020603"/>
              </a:rPr>
              <a:t>tu</a:t>
            </a:r>
            <a:r>
              <a:rPr sz="2900" u="sng" spc="-10" dirty="0">
                <a:latin typeface="Tw Cen MT" panose="020B0602020104020603"/>
                <a:cs typeface="Tw Cen MT" panose="020B0602020104020603"/>
              </a:rPr>
              <a:t>a</a:t>
            </a:r>
            <a:r>
              <a:rPr sz="2900" u="sng" spc="-5" dirty="0">
                <a:latin typeface="Tw Cen MT" panose="020B0602020104020603"/>
                <a:cs typeface="Tw Cen MT" panose="020B0602020104020603"/>
              </a:rPr>
              <a:t>liz</a:t>
            </a:r>
            <a:r>
              <a:rPr sz="2900" u="sng" spc="-10" dirty="0">
                <a:latin typeface="Tw Cen MT" panose="020B0602020104020603"/>
                <a:cs typeface="Tw Cen MT" panose="020B0602020104020603"/>
              </a:rPr>
              <a:t>a</a:t>
            </a:r>
            <a:r>
              <a:rPr sz="2900" u="sng" spc="-5" dirty="0">
                <a:latin typeface="Tw Cen MT" panose="020B0602020104020603"/>
                <a:cs typeface="Tw Cen MT" panose="020B0602020104020603"/>
              </a:rPr>
              <a:t>tion</a:t>
            </a:r>
            <a:r>
              <a:rPr sz="2900" u="sng" dirty="0">
                <a:latin typeface="Tw Cen MT" panose="020B0602020104020603"/>
                <a:cs typeface="Tw Cen MT" panose="020B0602020104020603"/>
              </a:rPr>
              <a:t> </a:t>
            </a:r>
            <a:r>
              <a:rPr sz="2900" u="sng">
                <a:latin typeface="Tw Cen MT" panose="020B0602020104020603"/>
                <a:cs typeface="Tw Cen MT" panose="020B0602020104020603"/>
              </a:rPr>
              <a:t>–</a:t>
            </a:r>
            <a:r>
              <a:rPr sz="2900" u="sng" spc="-5">
                <a:latin typeface="Tw Cen MT" panose="020B0602020104020603"/>
                <a:cs typeface="Tw Cen MT" panose="020B0602020104020603"/>
              </a:rPr>
              <a:t> </a:t>
            </a:r>
            <a:endParaRPr lang="en-US" sz="2900" u="sng" spc="-5" dirty="0">
              <a:latin typeface="Tw Cen MT" panose="020B0602020104020603"/>
              <a:cs typeface="Tw Cen MT" panose="020B0602020104020603"/>
            </a:endParaRPr>
          </a:p>
          <a:p>
            <a:pPr marL="861695" marR="281305" indent="-319405">
              <a:lnSpc>
                <a:spcPct val="100000"/>
              </a:lnSpc>
              <a:spcBef>
                <a:spcPts val="700"/>
              </a:spcBef>
              <a:buClr>
                <a:srgbClr val="DD8046"/>
              </a:buClr>
              <a:buSzPct val="60000"/>
              <a:tabLst>
                <a:tab pos="862330" algn="l"/>
              </a:tabLst>
            </a:pPr>
            <a:r>
              <a:rPr lang="en-US" sz="2900" spc="-5" dirty="0">
                <a:latin typeface="Tw Cen MT" panose="020B0602020104020603"/>
                <a:cs typeface="Tw Cen MT" panose="020B0602020104020603"/>
              </a:rPr>
              <a:t>				</a:t>
            </a:r>
            <a:r>
              <a:rPr sz="2900" spc="-5">
                <a:latin typeface="Tw Cen MT" panose="020B0602020104020603"/>
                <a:cs typeface="Tw Cen MT" panose="020B0602020104020603"/>
              </a:rPr>
              <a:t>hosting s</a:t>
            </a:r>
            <a:r>
              <a:rPr sz="2900" spc="-10">
                <a:latin typeface="Tw Cen MT" panose="020B0602020104020603"/>
                <a:cs typeface="Tw Cen MT" panose="020B0602020104020603"/>
              </a:rPr>
              <a:t>p</a:t>
            </a:r>
            <a:r>
              <a:rPr sz="2900" spc="-5">
                <a:latin typeface="Tw Cen MT" panose="020B0602020104020603"/>
                <a:cs typeface="Tw Cen MT" panose="020B0602020104020603"/>
              </a:rPr>
              <a:t>e</a:t>
            </a:r>
            <a:r>
              <a:rPr sz="2900" spc="-10">
                <a:latin typeface="Tw Cen MT" panose="020B0602020104020603"/>
                <a:cs typeface="Tw Cen MT" panose="020B0602020104020603"/>
              </a:rPr>
              <a:t>c</a:t>
            </a:r>
            <a:r>
              <a:rPr sz="2900" spc="-5">
                <a:latin typeface="Tw Cen MT" panose="020B0602020104020603"/>
                <a:cs typeface="Tw Cen MT" panose="020B0602020104020603"/>
              </a:rPr>
              <a:t>ific </a:t>
            </a:r>
            <a:r>
              <a:rPr lang="en-US" sz="2900" spc="-5" dirty="0">
                <a:latin typeface="Tw Cen MT" panose="020B0602020104020603"/>
                <a:cs typeface="Tw Cen MT" panose="020B0602020104020603"/>
              </a:rPr>
              <a:t> </a:t>
            </a:r>
            <a:r>
              <a:rPr sz="2900" spc="-5">
                <a:latin typeface="Tw Cen MT" panose="020B0602020104020603"/>
                <a:cs typeface="Tw Cen MT" panose="020B0602020104020603"/>
              </a:rPr>
              <a:t>se</a:t>
            </a:r>
            <a:r>
              <a:rPr sz="2900" spc="110">
                <a:latin typeface="Tw Cen MT" panose="020B0602020104020603"/>
                <a:cs typeface="Tw Cen MT" panose="020B0602020104020603"/>
              </a:rPr>
              <a:t>r</a:t>
            </a:r>
            <a:r>
              <a:rPr sz="2900" spc="-5">
                <a:latin typeface="Tw Cen MT" panose="020B0602020104020603"/>
                <a:cs typeface="Tw Cen MT" panose="020B0602020104020603"/>
              </a:rPr>
              <a:t>vi</a:t>
            </a:r>
            <a:r>
              <a:rPr sz="2900" spc="-10">
                <a:latin typeface="Tw Cen MT" panose="020B0602020104020603"/>
                <a:cs typeface="Tw Cen MT" panose="020B0602020104020603"/>
              </a:rPr>
              <a:t>c</a:t>
            </a:r>
            <a:r>
              <a:rPr sz="2900" spc="-5">
                <a:latin typeface="Tw Cen MT" panose="020B0602020104020603"/>
                <a:cs typeface="Tw Cen MT" panose="020B0602020104020603"/>
              </a:rPr>
              <a:t>e</a:t>
            </a:r>
            <a:r>
              <a:rPr sz="2900">
                <a:latin typeface="Tw Cen MT" panose="020B0602020104020603"/>
                <a:cs typeface="Tw Cen MT" panose="020B0602020104020603"/>
              </a:rPr>
              <a:t>s</a:t>
            </a:r>
            <a:r>
              <a:rPr sz="2900" spc="-5">
                <a:latin typeface="Tw Cen MT" panose="020B0602020104020603"/>
                <a:cs typeface="Tw Cen MT" panose="020B0602020104020603"/>
              </a:rPr>
              <a:t> </a:t>
            </a:r>
            <a:r>
              <a:rPr sz="2900" spc="-5" dirty="0">
                <a:latin typeface="Tw Cen MT" panose="020B0602020104020603"/>
                <a:cs typeface="Tw Cen MT" panose="020B0602020104020603"/>
              </a:rPr>
              <a:t>rel</a:t>
            </a:r>
            <a:r>
              <a:rPr sz="2900" spc="-10" dirty="0">
                <a:latin typeface="Tw Cen MT" panose="020B0602020104020603"/>
                <a:cs typeface="Tw Cen MT" panose="020B0602020104020603"/>
              </a:rPr>
              <a:t>a</a:t>
            </a:r>
            <a:r>
              <a:rPr sz="2900" spc="-5" dirty="0">
                <a:latin typeface="Tw Cen MT" panose="020B0602020104020603"/>
                <a:cs typeface="Tw Cen MT" panose="020B0602020104020603"/>
              </a:rPr>
              <a:t>ted t</a:t>
            </a:r>
            <a:r>
              <a:rPr sz="2900" dirty="0">
                <a:latin typeface="Tw Cen MT" panose="020B0602020104020603"/>
                <a:cs typeface="Tw Cen MT" panose="020B0602020104020603"/>
              </a:rPr>
              <a:t>o</a:t>
            </a:r>
            <a:r>
              <a:rPr sz="2900" spc="-5" dirty="0">
                <a:latin typeface="Tw Cen MT" panose="020B0602020104020603"/>
                <a:cs typeface="Tw Cen MT" panose="020B0602020104020603"/>
              </a:rPr>
              <a:t> </a:t>
            </a:r>
            <a:r>
              <a:rPr sz="2900" dirty="0">
                <a:latin typeface="Tw Cen MT" panose="020B0602020104020603"/>
                <a:cs typeface="Tw Cen MT" panose="020B0602020104020603"/>
              </a:rPr>
              <a:t>a</a:t>
            </a:r>
            <a:r>
              <a:rPr sz="2900" spc="-5" dirty="0">
                <a:latin typeface="Tw Cen MT" panose="020B0602020104020603"/>
                <a:cs typeface="Tw Cen MT" panose="020B0602020104020603"/>
              </a:rPr>
              <a:t> </a:t>
            </a:r>
            <a:r>
              <a:rPr sz="2900" spc="-5">
                <a:latin typeface="Tw Cen MT" panose="020B0602020104020603"/>
                <a:cs typeface="Tw Cen MT" panose="020B0602020104020603"/>
              </a:rPr>
              <a:t>pa</a:t>
            </a:r>
            <a:r>
              <a:rPr sz="2900" spc="50">
                <a:latin typeface="Tw Cen MT" panose="020B0602020104020603"/>
                <a:cs typeface="Tw Cen MT" panose="020B0602020104020603"/>
              </a:rPr>
              <a:t>r</a:t>
            </a:r>
            <a:r>
              <a:rPr sz="2900" spc="-5">
                <a:latin typeface="Tw Cen MT" panose="020B0602020104020603"/>
                <a:cs typeface="Tw Cen MT" panose="020B0602020104020603"/>
              </a:rPr>
              <a:t>ti</a:t>
            </a:r>
            <a:r>
              <a:rPr sz="2900" spc="-10">
                <a:latin typeface="Tw Cen MT" panose="020B0602020104020603"/>
                <a:cs typeface="Tw Cen MT" panose="020B0602020104020603"/>
              </a:rPr>
              <a:t>c</a:t>
            </a:r>
            <a:r>
              <a:rPr sz="2900" spc="-5">
                <a:latin typeface="Tw Cen MT" panose="020B0602020104020603"/>
                <a:cs typeface="Tw Cen MT" panose="020B0602020104020603"/>
              </a:rPr>
              <a:t>ul</a:t>
            </a:r>
            <a:r>
              <a:rPr sz="2900" spc="-10">
                <a:latin typeface="Tw Cen MT" panose="020B0602020104020603"/>
                <a:cs typeface="Tw Cen MT" panose="020B0602020104020603"/>
              </a:rPr>
              <a:t>a</a:t>
            </a:r>
            <a:r>
              <a:rPr sz="2900">
                <a:latin typeface="Tw Cen MT" panose="020B0602020104020603"/>
                <a:cs typeface="Tw Cen MT" panose="020B0602020104020603"/>
              </a:rPr>
              <a:t>r</a:t>
            </a:r>
            <a:r>
              <a:rPr sz="2900" spc="-5">
                <a:latin typeface="Tw Cen MT" panose="020B0602020104020603"/>
                <a:cs typeface="Tw Cen MT" panose="020B0602020104020603"/>
              </a:rPr>
              <a:t> appli</a:t>
            </a:r>
            <a:r>
              <a:rPr sz="2900" spc="-10">
                <a:latin typeface="Tw Cen MT" panose="020B0602020104020603"/>
                <a:cs typeface="Tw Cen MT" panose="020B0602020104020603"/>
              </a:rPr>
              <a:t>ca</a:t>
            </a:r>
            <a:r>
              <a:rPr sz="2900" spc="-5">
                <a:latin typeface="Tw Cen MT" panose="020B0602020104020603"/>
                <a:cs typeface="Tw Cen MT" panose="020B0602020104020603"/>
              </a:rPr>
              <a:t>tion</a:t>
            </a:r>
            <a:r>
              <a:rPr lang="en-US" sz="2900" spc="-5" dirty="0">
                <a:latin typeface="Tw Cen MT" panose="020B0602020104020603"/>
                <a:cs typeface="Tw Cen MT" panose="020B0602020104020603"/>
              </a:rPr>
              <a:t>.</a:t>
            </a:r>
            <a:endParaRPr sz="2900">
              <a:latin typeface="Tw Cen MT" panose="020B0602020104020603"/>
              <a:cs typeface="Tw Cen MT" panose="020B0602020104020603"/>
            </a:endParaRPr>
          </a:p>
        </p:txBody>
      </p:sp>
      <p:sp>
        <p:nvSpPr>
          <p:cNvPr id="4" name="object 4"/>
          <p:cNvSpPr/>
          <p:nvPr/>
        </p:nvSpPr>
        <p:spPr>
          <a:xfrm>
            <a:off x="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565275">
              <a:lnSpc>
                <a:spcPct val="100000"/>
              </a:lnSpc>
            </a:pPr>
            <a:r>
              <a:rPr spc="-5" dirty="0"/>
              <a:t>M</a:t>
            </a:r>
            <a:r>
              <a:rPr dirty="0"/>
              <a:t>e</a:t>
            </a:r>
            <a:r>
              <a:rPr spc="-5" dirty="0"/>
              <a:t>mo</a:t>
            </a:r>
            <a:r>
              <a:rPr spc="75" dirty="0"/>
              <a:t>r</a:t>
            </a:r>
            <a:r>
              <a:rPr spc="-5" dirty="0"/>
              <a:t>y</a:t>
            </a:r>
            <a:r>
              <a:rPr b="0" spc="65" dirty="0">
                <a:latin typeface="Times New Roman" panose="02020603050405020304"/>
                <a:cs typeface="Times New Roman" panose="02020603050405020304"/>
              </a:rPr>
              <a:t> </a:t>
            </a:r>
            <a:r>
              <a:rPr spc="-50" dirty="0"/>
              <a:t>V</a:t>
            </a:r>
            <a:r>
              <a:rPr spc="-5" dirty="0"/>
              <a:t>i</a:t>
            </a:r>
            <a:r>
              <a:rPr spc="204" dirty="0"/>
              <a:t>r</a:t>
            </a:r>
            <a:r>
              <a:rPr spc="-5" dirty="0"/>
              <a:t>tu</a:t>
            </a:r>
            <a:r>
              <a:rPr spc="-10" dirty="0"/>
              <a:t>a</a:t>
            </a:r>
            <a:r>
              <a:rPr spc="-5" dirty="0"/>
              <a:t>li</a:t>
            </a:r>
            <a:r>
              <a:rPr dirty="0"/>
              <a:t>z</a:t>
            </a:r>
            <a:r>
              <a:rPr spc="75" dirty="0"/>
              <a:t>a</a:t>
            </a:r>
            <a:r>
              <a:rPr spc="-5" dirty="0"/>
              <a:t>tion</a:t>
            </a:r>
          </a:p>
        </p:txBody>
      </p:sp>
      <p:pic>
        <p:nvPicPr>
          <p:cNvPr id="6" name="Content Placeholder 5"/>
          <p:cNvPicPr>
            <a:picLocks noGrp="1" noChangeAspect="1"/>
          </p:cNvPicPr>
          <p:nvPr>
            <p:ph sz="half" idx="1"/>
          </p:nvPr>
        </p:nvPicPr>
        <p:blipFill>
          <a:blip r:embed="rId2"/>
          <a:stretch>
            <a:fillRect/>
          </a:stretch>
        </p:blipFill>
        <p:spPr>
          <a:xfrm>
            <a:off x="660302" y="3264656"/>
            <a:ext cx="3822896" cy="1473276"/>
          </a:xfrm>
          <a:prstGeom prst="rect">
            <a:avLst/>
          </a:prstGeom>
        </p:spPr>
      </p:pic>
      <p:sp>
        <p:nvSpPr>
          <p:cNvPr id="3" name="object 3"/>
          <p:cNvSpPr txBox="1"/>
          <p:nvPr/>
        </p:nvSpPr>
        <p:spPr>
          <a:xfrm>
            <a:off x="372745" y="1676575"/>
            <a:ext cx="8154542" cy="1692275"/>
          </a:xfrm>
          <a:prstGeom prst="rect">
            <a:avLst/>
          </a:prstGeom>
        </p:spPr>
        <p:txBody>
          <a:bodyPr vert="horz" wrap="square" lIns="0" tIns="0" rIns="0" bIns="0" rtlCol="0">
            <a:spAutoFit/>
          </a:bodyPr>
          <a:lstStyle/>
          <a:p>
            <a:pPr marL="12700" marR="5080" algn="just">
              <a:lnSpc>
                <a:spcPct val="100000"/>
              </a:lnSpc>
              <a:buFont typeface="Arial" panose="020B0604020202020204" pitchFamily="34" charset="0"/>
              <a:buChar char="•"/>
            </a:pPr>
            <a:r>
              <a:rPr sz="2200" spc="260" dirty="0">
                <a:latin typeface="Tw Cen MT" panose="020B0602020104020603"/>
                <a:cs typeface="Tw Cen MT" panose="020B0602020104020603"/>
              </a:rPr>
              <a:t>P</a:t>
            </a:r>
            <a:r>
              <a:rPr sz="2200" spc="200" dirty="0">
                <a:latin typeface="Tw Cen MT" panose="020B0602020104020603"/>
                <a:cs typeface="Tw Cen MT" panose="020B0602020104020603"/>
              </a:rPr>
              <a:t>h</a:t>
            </a:r>
            <a:r>
              <a:rPr sz="2200" spc="260" dirty="0">
                <a:latin typeface="Tw Cen MT" panose="020B0602020104020603"/>
                <a:cs typeface="Tw Cen MT" panose="020B0602020104020603"/>
              </a:rPr>
              <a:t>ysi</a:t>
            </a:r>
            <a:r>
              <a:rPr sz="2200" spc="250" dirty="0">
                <a:latin typeface="Tw Cen MT" panose="020B0602020104020603"/>
                <a:cs typeface="Tw Cen MT" panose="020B0602020104020603"/>
              </a:rPr>
              <a:t>ca</a:t>
            </a:r>
            <a:r>
              <a:rPr sz="2200" dirty="0">
                <a:latin typeface="Tw Cen MT" panose="020B0602020104020603"/>
                <a:cs typeface="Tw Cen MT" panose="020B0602020104020603"/>
              </a:rPr>
              <a:t>l </a:t>
            </a:r>
            <a:r>
              <a:rPr sz="2200" spc="-275" dirty="0">
                <a:latin typeface="Tw Cen MT" panose="020B0602020104020603"/>
                <a:cs typeface="Tw Cen MT" panose="020B0602020104020603"/>
              </a:rPr>
              <a:t> </a:t>
            </a:r>
            <a:r>
              <a:rPr sz="2200" spc="265" dirty="0">
                <a:latin typeface="Tw Cen MT" panose="020B0602020104020603"/>
                <a:cs typeface="Tw Cen MT" panose="020B0602020104020603"/>
              </a:rPr>
              <a:t>m</a:t>
            </a:r>
            <a:r>
              <a:rPr sz="2200" spc="260" dirty="0">
                <a:latin typeface="Tw Cen MT" panose="020B0602020104020603"/>
                <a:cs typeface="Tw Cen MT" panose="020B0602020104020603"/>
              </a:rPr>
              <a:t>e</a:t>
            </a:r>
            <a:r>
              <a:rPr sz="2200" spc="265" dirty="0">
                <a:latin typeface="Tw Cen MT" panose="020B0602020104020603"/>
                <a:cs typeface="Tw Cen MT" panose="020B0602020104020603"/>
              </a:rPr>
              <a:t>m</a:t>
            </a:r>
            <a:r>
              <a:rPr sz="2200" spc="260" dirty="0">
                <a:latin typeface="Tw Cen MT" panose="020B0602020104020603"/>
                <a:cs typeface="Tw Cen MT" panose="020B0602020104020603"/>
              </a:rPr>
              <a:t>or</a:t>
            </a:r>
            <a:r>
              <a:rPr sz="2200" dirty="0">
                <a:latin typeface="Tw Cen MT" panose="020B0602020104020603"/>
                <a:cs typeface="Tw Cen MT" panose="020B0602020104020603"/>
              </a:rPr>
              <a:t>y </a:t>
            </a:r>
            <a:r>
              <a:rPr sz="2200" spc="-275" dirty="0">
                <a:latin typeface="Tw Cen MT" panose="020B0602020104020603"/>
                <a:cs typeface="Tw Cen MT" panose="020B0602020104020603"/>
              </a:rPr>
              <a:t> </a:t>
            </a:r>
            <a:r>
              <a:rPr sz="2200" spc="260" dirty="0">
                <a:latin typeface="Tw Cen MT" panose="020B0602020104020603"/>
                <a:cs typeface="Tw Cen MT" panose="020B0602020104020603"/>
              </a:rPr>
              <a:t>a</a:t>
            </a:r>
            <a:r>
              <a:rPr sz="2200" spc="250" dirty="0">
                <a:latin typeface="Tw Cen MT" panose="020B0602020104020603"/>
                <a:cs typeface="Tw Cen MT" panose="020B0602020104020603"/>
              </a:rPr>
              <a:t>c</a:t>
            </a:r>
            <a:r>
              <a:rPr sz="2200" spc="200" dirty="0">
                <a:latin typeface="Tw Cen MT" panose="020B0602020104020603"/>
                <a:cs typeface="Tw Cen MT" panose="020B0602020104020603"/>
              </a:rPr>
              <a:t>r</a:t>
            </a:r>
            <a:r>
              <a:rPr sz="2200" spc="260" dirty="0">
                <a:latin typeface="Tw Cen MT" panose="020B0602020104020603"/>
                <a:cs typeface="Tw Cen MT" panose="020B0602020104020603"/>
              </a:rPr>
              <a:t>os</a:t>
            </a:r>
            <a:r>
              <a:rPr sz="2200" dirty="0">
                <a:latin typeface="Tw Cen MT" panose="020B0602020104020603"/>
                <a:cs typeface="Tw Cen MT" panose="020B0602020104020603"/>
              </a:rPr>
              <a:t>s </a:t>
            </a:r>
            <a:r>
              <a:rPr sz="2200" spc="-270" dirty="0">
                <a:latin typeface="Tw Cen MT" panose="020B0602020104020603"/>
                <a:cs typeface="Tw Cen MT" panose="020B0602020104020603"/>
              </a:rPr>
              <a:t> </a:t>
            </a:r>
            <a:r>
              <a:rPr sz="2200" spc="265" dirty="0">
                <a:latin typeface="Tw Cen MT" panose="020B0602020104020603"/>
                <a:cs typeface="Tw Cen MT" panose="020B0602020104020603"/>
              </a:rPr>
              <a:t>differe</a:t>
            </a:r>
            <a:r>
              <a:rPr sz="2200" spc="260" dirty="0">
                <a:latin typeface="Tw Cen MT" panose="020B0602020104020603"/>
                <a:cs typeface="Tw Cen MT" panose="020B0602020104020603"/>
              </a:rPr>
              <a:t>n</a:t>
            </a:r>
            <a:r>
              <a:rPr sz="2200" spc="-5" dirty="0">
                <a:latin typeface="Tw Cen MT" panose="020B0602020104020603"/>
                <a:cs typeface="Tw Cen MT" panose="020B0602020104020603"/>
              </a:rPr>
              <a:t>t</a:t>
            </a:r>
            <a:r>
              <a:rPr sz="2200" dirty="0">
                <a:latin typeface="Tw Cen MT" panose="020B0602020104020603"/>
                <a:cs typeface="Tw Cen MT" panose="020B0602020104020603"/>
              </a:rPr>
              <a:t> </a:t>
            </a:r>
            <a:r>
              <a:rPr sz="2200" spc="-265" dirty="0">
                <a:latin typeface="Tw Cen MT" panose="020B0602020104020603"/>
                <a:cs typeface="Tw Cen MT" panose="020B0602020104020603"/>
              </a:rPr>
              <a:t> </a:t>
            </a:r>
            <a:r>
              <a:rPr sz="2200" spc="265" dirty="0">
                <a:latin typeface="Tw Cen MT" panose="020B0602020104020603"/>
                <a:cs typeface="Tw Cen MT" panose="020B0602020104020603"/>
              </a:rPr>
              <a:t>se</a:t>
            </a:r>
            <a:r>
              <a:rPr sz="2200" dirty="0">
                <a:latin typeface="Tw Cen MT" panose="020B0602020104020603"/>
                <a:cs typeface="Tw Cen MT" panose="020B0602020104020603"/>
              </a:rPr>
              <a:t>r</a:t>
            </a:r>
            <a:r>
              <a:rPr sz="2200" spc="-420" dirty="0">
                <a:latin typeface="Tw Cen MT" panose="020B0602020104020603"/>
                <a:cs typeface="Tw Cen MT" panose="020B0602020104020603"/>
              </a:rPr>
              <a:t> </a:t>
            </a:r>
            <a:r>
              <a:rPr sz="2200" spc="200" dirty="0">
                <a:latin typeface="Tw Cen MT" panose="020B0602020104020603"/>
                <a:cs typeface="Tw Cen MT" panose="020B0602020104020603"/>
              </a:rPr>
              <a:t>v</a:t>
            </a:r>
            <a:r>
              <a:rPr sz="2200" spc="265" dirty="0">
                <a:latin typeface="Tw Cen MT" panose="020B0602020104020603"/>
                <a:cs typeface="Tw Cen MT" panose="020B0602020104020603"/>
              </a:rPr>
              <a:t>er</a:t>
            </a:r>
            <a:r>
              <a:rPr sz="2200" dirty="0">
                <a:latin typeface="Tw Cen MT" panose="020B0602020104020603"/>
                <a:cs typeface="Tw Cen MT" panose="020B0602020104020603"/>
              </a:rPr>
              <a:t>s </a:t>
            </a:r>
            <a:r>
              <a:rPr sz="2200" spc="-265" dirty="0">
                <a:latin typeface="Tw Cen MT" panose="020B0602020104020603"/>
                <a:cs typeface="Tw Cen MT" panose="020B0602020104020603"/>
              </a:rPr>
              <a:t> </a:t>
            </a:r>
            <a:r>
              <a:rPr sz="2200" dirty="0">
                <a:latin typeface="Tw Cen MT" panose="020B0602020104020603"/>
                <a:cs typeface="Tw Cen MT" panose="020B0602020104020603"/>
              </a:rPr>
              <a:t>i</a:t>
            </a:r>
            <a:r>
              <a:rPr sz="2200" spc="-535" dirty="0">
                <a:latin typeface="Tw Cen MT" panose="020B0602020104020603"/>
                <a:cs typeface="Tw Cen MT" panose="020B0602020104020603"/>
              </a:rPr>
              <a:t> </a:t>
            </a:r>
            <a:r>
              <a:rPr sz="2200" dirty="0">
                <a:latin typeface="Tw Cen MT" panose="020B0602020104020603"/>
                <a:cs typeface="Tw Cen MT" panose="020B0602020104020603"/>
              </a:rPr>
              <a:t>s </a:t>
            </a:r>
            <a:r>
              <a:rPr sz="2200" spc="25" dirty="0">
                <a:solidFill>
                  <a:srgbClr val="FF0000"/>
                </a:solidFill>
                <a:latin typeface="Tw Cen MT" panose="020B0602020104020603"/>
                <a:cs typeface="Tw Cen MT" panose="020B0602020104020603"/>
              </a:rPr>
              <a:t>agg</a:t>
            </a:r>
            <a:r>
              <a:rPr sz="2200" spc="30" dirty="0">
                <a:solidFill>
                  <a:srgbClr val="FF0000"/>
                </a:solidFill>
                <a:latin typeface="Tw Cen MT" panose="020B0602020104020603"/>
                <a:cs typeface="Tw Cen MT" panose="020B0602020104020603"/>
              </a:rPr>
              <a:t>re</a:t>
            </a:r>
            <a:r>
              <a:rPr sz="2200" spc="-35" dirty="0">
                <a:solidFill>
                  <a:srgbClr val="FF0000"/>
                </a:solidFill>
                <a:latin typeface="Tw Cen MT" panose="020B0602020104020603"/>
                <a:cs typeface="Tw Cen MT" panose="020B0602020104020603"/>
              </a:rPr>
              <a:t>g</a:t>
            </a:r>
            <a:r>
              <a:rPr sz="2200" spc="25" dirty="0">
                <a:solidFill>
                  <a:srgbClr val="FF0000"/>
                </a:solidFill>
                <a:latin typeface="Tw Cen MT" panose="020B0602020104020603"/>
                <a:cs typeface="Tw Cen MT" panose="020B0602020104020603"/>
              </a:rPr>
              <a:t>at</a:t>
            </a:r>
            <a:r>
              <a:rPr sz="2200" spc="30" dirty="0">
                <a:solidFill>
                  <a:srgbClr val="FF0000"/>
                </a:solidFill>
                <a:latin typeface="Tw Cen MT" panose="020B0602020104020603"/>
                <a:cs typeface="Tw Cen MT" panose="020B0602020104020603"/>
              </a:rPr>
              <a:t>e</a:t>
            </a:r>
            <a:r>
              <a:rPr sz="2200" spc="-5" dirty="0">
                <a:solidFill>
                  <a:srgbClr val="FF0000"/>
                </a:solidFill>
                <a:latin typeface="Tw Cen MT" panose="020B0602020104020603"/>
                <a:cs typeface="Tw Cen MT" panose="020B0602020104020603"/>
              </a:rPr>
              <a:t>d</a:t>
            </a:r>
            <a:r>
              <a:rPr sz="2200" spc="65" dirty="0">
                <a:latin typeface="Tw Cen MT" panose="020B0602020104020603"/>
                <a:cs typeface="Tw Cen MT" panose="020B0602020104020603"/>
              </a:rPr>
              <a:t> </a:t>
            </a:r>
            <a:r>
              <a:rPr sz="2200" spc="30" dirty="0">
                <a:latin typeface="Tw Cen MT" panose="020B0602020104020603"/>
                <a:cs typeface="Tw Cen MT" panose="020B0602020104020603"/>
              </a:rPr>
              <a:t>i</a:t>
            </a:r>
            <a:r>
              <a:rPr sz="2200" spc="25" dirty="0">
                <a:latin typeface="Tw Cen MT" panose="020B0602020104020603"/>
                <a:cs typeface="Tw Cen MT" panose="020B0602020104020603"/>
              </a:rPr>
              <a:t>nt</a:t>
            </a:r>
            <a:r>
              <a:rPr sz="2200" dirty="0">
                <a:latin typeface="Tw Cen MT" panose="020B0602020104020603"/>
                <a:cs typeface="Tw Cen MT" panose="020B0602020104020603"/>
              </a:rPr>
              <a:t>o</a:t>
            </a:r>
            <a:r>
              <a:rPr sz="2200" spc="65" dirty="0">
                <a:latin typeface="Tw Cen MT" panose="020B0602020104020603"/>
                <a:cs typeface="Tw Cen MT" panose="020B0602020104020603"/>
              </a:rPr>
              <a:t> </a:t>
            </a:r>
            <a:r>
              <a:rPr sz="2200" dirty="0">
                <a:latin typeface="Tw Cen MT" panose="020B0602020104020603"/>
                <a:cs typeface="Tw Cen MT" panose="020B0602020104020603"/>
              </a:rPr>
              <a:t>a</a:t>
            </a:r>
            <a:r>
              <a:rPr sz="2200" spc="70" dirty="0">
                <a:latin typeface="Tw Cen MT" panose="020B0602020104020603"/>
                <a:cs typeface="Tw Cen MT" panose="020B0602020104020603"/>
              </a:rPr>
              <a:t> </a:t>
            </a:r>
            <a:r>
              <a:rPr sz="2200" spc="35" dirty="0">
                <a:solidFill>
                  <a:srgbClr val="00B050"/>
                </a:solidFill>
                <a:latin typeface="Tw Cen MT" panose="020B0602020104020603"/>
                <a:cs typeface="Tw Cen MT" panose="020B0602020104020603"/>
              </a:rPr>
              <a:t>si</a:t>
            </a:r>
            <a:r>
              <a:rPr sz="2200" spc="30" dirty="0">
                <a:solidFill>
                  <a:srgbClr val="00B050"/>
                </a:solidFill>
                <a:latin typeface="Tw Cen MT" panose="020B0602020104020603"/>
                <a:cs typeface="Tw Cen MT" panose="020B0602020104020603"/>
              </a:rPr>
              <a:t>n</a:t>
            </a:r>
            <a:r>
              <a:rPr sz="2200" spc="25" dirty="0">
                <a:solidFill>
                  <a:srgbClr val="00B050"/>
                </a:solidFill>
                <a:latin typeface="Tw Cen MT" panose="020B0602020104020603"/>
                <a:cs typeface="Tw Cen MT" panose="020B0602020104020603"/>
              </a:rPr>
              <a:t>g</a:t>
            </a:r>
            <a:r>
              <a:rPr sz="2200" spc="35" dirty="0">
                <a:solidFill>
                  <a:srgbClr val="00B050"/>
                </a:solidFill>
                <a:latin typeface="Tw Cen MT" panose="020B0602020104020603"/>
                <a:cs typeface="Tw Cen MT" panose="020B0602020104020603"/>
              </a:rPr>
              <a:t>l</a:t>
            </a:r>
            <a:r>
              <a:rPr sz="2200" dirty="0">
                <a:solidFill>
                  <a:srgbClr val="00B050"/>
                </a:solidFill>
                <a:latin typeface="Tw Cen MT" panose="020B0602020104020603"/>
                <a:cs typeface="Tw Cen MT" panose="020B0602020104020603"/>
              </a:rPr>
              <a:t>e</a:t>
            </a:r>
            <a:r>
              <a:rPr sz="2200" spc="75" dirty="0">
                <a:solidFill>
                  <a:srgbClr val="00B050"/>
                </a:solidFill>
                <a:latin typeface="Tw Cen MT" panose="020B0602020104020603"/>
                <a:cs typeface="Tw Cen MT" panose="020B0602020104020603"/>
              </a:rPr>
              <a:t> </a:t>
            </a:r>
            <a:r>
              <a:rPr sz="2200" spc="30" dirty="0">
                <a:solidFill>
                  <a:srgbClr val="00B050"/>
                </a:solidFill>
                <a:latin typeface="Tw Cen MT" panose="020B0602020104020603"/>
                <a:cs typeface="Tw Cen MT" panose="020B0602020104020603"/>
              </a:rPr>
              <a:t>v</a:t>
            </a:r>
            <a:r>
              <a:rPr sz="2200" spc="35" dirty="0">
                <a:solidFill>
                  <a:srgbClr val="00B050"/>
                </a:solidFill>
                <a:latin typeface="Tw Cen MT" panose="020B0602020104020603"/>
                <a:cs typeface="Tw Cen MT" panose="020B0602020104020603"/>
              </a:rPr>
              <a:t>i</a:t>
            </a:r>
            <a:r>
              <a:rPr sz="2200" spc="90" dirty="0">
                <a:solidFill>
                  <a:srgbClr val="00B050"/>
                </a:solidFill>
                <a:latin typeface="Tw Cen MT" panose="020B0602020104020603"/>
                <a:cs typeface="Tw Cen MT" panose="020B0602020104020603"/>
              </a:rPr>
              <a:t>r</a:t>
            </a:r>
            <a:r>
              <a:rPr sz="2200" spc="30" dirty="0">
                <a:solidFill>
                  <a:srgbClr val="00B050"/>
                </a:solidFill>
                <a:latin typeface="Tw Cen MT" panose="020B0602020104020603"/>
                <a:cs typeface="Tw Cen MT" panose="020B0602020104020603"/>
              </a:rPr>
              <a:t>tu</a:t>
            </a:r>
            <a:r>
              <a:rPr sz="2200" spc="25" dirty="0">
                <a:solidFill>
                  <a:srgbClr val="00B050"/>
                </a:solidFill>
                <a:latin typeface="Tw Cen MT" panose="020B0602020104020603"/>
                <a:cs typeface="Tw Cen MT" panose="020B0602020104020603"/>
              </a:rPr>
              <a:t>a</a:t>
            </a:r>
            <a:r>
              <a:rPr sz="2200" spc="35" dirty="0">
                <a:solidFill>
                  <a:srgbClr val="00B050"/>
                </a:solidFill>
                <a:latin typeface="Tw Cen MT" panose="020B0602020104020603"/>
                <a:cs typeface="Tw Cen MT" panose="020B0602020104020603"/>
              </a:rPr>
              <a:t>li</a:t>
            </a:r>
            <a:r>
              <a:rPr sz="2200" spc="30" dirty="0">
                <a:solidFill>
                  <a:srgbClr val="00B050"/>
                </a:solidFill>
                <a:latin typeface="Tw Cen MT" panose="020B0602020104020603"/>
                <a:cs typeface="Tw Cen MT" panose="020B0602020104020603"/>
              </a:rPr>
              <a:t>z</a:t>
            </a:r>
            <a:r>
              <a:rPr sz="2200" spc="35" dirty="0">
                <a:solidFill>
                  <a:srgbClr val="00B050"/>
                </a:solidFill>
                <a:latin typeface="Tw Cen MT" panose="020B0602020104020603"/>
                <a:cs typeface="Tw Cen MT" panose="020B0602020104020603"/>
              </a:rPr>
              <a:t>e</a:t>
            </a:r>
            <a:r>
              <a:rPr sz="2200" spc="-5" dirty="0">
                <a:solidFill>
                  <a:srgbClr val="00B050"/>
                </a:solidFill>
                <a:latin typeface="Tw Cen MT" panose="020B0602020104020603"/>
                <a:cs typeface="Tw Cen MT" panose="020B0602020104020603"/>
              </a:rPr>
              <a:t>d</a:t>
            </a:r>
            <a:r>
              <a:rPr sz="2200" spc="75" dirty="0">
                <a:solidFill>
                  <a:srgbClr val="00B050"/>
                </a:solidFill>
                <a:latin typeface="Tw Cen MT" panose="020B0602020104020603"/>
                <a:cs typeface="Tw Cen MT" panose="020B0602020104020603"/>
              </a:rPr>
              <a:t> </a:t>
            </a:r>
            <a:r>
              <a:rPr sz="2200" spc="40" dirty="0">
                <a:solidFill>
                  <a:srgbClr val="00B050"/>
                </a:solidFill>
                <a:latin typeface="Tw Cen MT" panose="020B0602020104020603"/>
                <a:cs typeface="Tw Cen MT" panose="020B0602020104020603"/>
              </a:rPr>
              <a:t>m</a:t>
            </a:r>
            <a:r>
              <a:rPr sz="2200" spc="35" dirty="0">
                <a:solidFill>
                  <a:srgbClr val="00B050"/>
                </a:solidFill>
                <a:latin typeface="Tw Cen MT" panose="020B0602020104020603"/>
                <a:cs typeface="Tw Cen MT" panose="020B0602020104020603"/>
              </a:rPr>
              <a:t>e</a:t>
            </a:r>
            <a:r>
              <a:rPr sz="2200" spc="40" dirty="0">
                <a:solidFill>
                  <a:srgbClr val="00B050"/>
                </a:solidFill>
                <a:latin typeface="Tw Cen MT" panose="020B0602020104020603"/>
                <a:cs typeface="Tw Cen MT" panose="020B0602020104020603"/>
              </a:rPr>
              <a:t>m</a:t>
            </a:r>
            <a:r>
              <a:rPr sz="2200" spc="35" dirty="0">
                <a:solidFill>
                  <a:srgbClr val="00B050"/>
                </a:solidFill>
                <a:latin typeface="Tw Cen MT" panose="020B0602020104020603"/>
                <a:cs typeface="Tw Cen MT" panose="020B0602020104020603"/>
              </a:rPr>
              <a:t>or</a:t>
            </a:r>
            <a:r>
              <a:rPr sz="2200" dirty="0">
                <a:solidFill>
                  <a:srgbClr val="00B050"/>
                </a:solidFill>
                <a:latin typeface="Tw Cen MT" panose="020B0602020104020603"/>
                <a:cs typeface="Tw Cen MT" panose="020B0602020104020603"/>
              </a:rPr>
              <a:t>y</a:t>
            </a:r>
            <a:r>
              <a:rPr sz="2200" spc="75" dirty="0">
                <a:solidFill>
                  <a:srgbClr val="00B050"/>
                </a:solidFill>
                <a:latin typeface="Tw Cen MT" panose="020B0602020104020603"/>
                <a:cs typeface="Tw Cen MT" panose="020B0602020104020603"/>
              </a:rPr>
              <a:t> </a:t>
            </a:r>
            <a:r>
              <a:rPr sz="2200" spc="35">
                <a:solidFill>
                  <a:srgbClr val="00B050"/>
                </a:solidFill>
                <a:latin typeface="Tw Cen MT" panose="020B0602020104020603"/>
                <a:cs typeface="Tw Cen MT" panose="020B0602020104020603"/>
              </a:rPr>
              <a:t>pool</a:t>
            </a:r>
            <a:r>
              <a:rPr sz="2200">
                <a:solidFill>
                  <a:srgbClr val="00B050"/>
                </a:solidFill>
                <a:latin typeface="Tw Cen MT" panose="020B0602020104020603"/>
                <a:cs typeface="Tw Cen MT" panose="020B0602020104020603"/>
              </a:rPr>
              <a:t>.</a:t>
            </a:r>
            <a:endParaRPr lang="en-US" sz="2200" dirty="0">
              <a:solidFill>
                <a:srgbClr val="00B050"/>
              </a:solidFill>
              <a:latin typeface="Tw Cen MT" panose="020B0602020104020603"/>
              <a:cs typeface="Tw Cen MT" panose="020B0602020104020603"/>
            </a:endParaRPr>
          </a:p>
          <a:p>
            <a:pPr marL="12700" marR="5080" algn="just">
              <a:lnSpc>
                <a:spcPct val="100000"/>
              </a:lnSpc>
              <a:buFont typeface="Arial" panose="020B0604020202020204" pitchFamily="34" charset="0"/>
              <a:buChar char="•"/>
            </a:pPr>
            <a:r>
              <a:rPr sz="2200" spc="75">
                <a:latin typeface="Tw Cen MT" panose="020B0602020104020603"/>
                <a:cs typeface="Tw Cen MT" panose="020B0602020104020603"/>
              </a:rPr>
              <a:t>I</a:t>
            </a:r>
            <a:r>
              <a:rPr sz="2200" spc="-5">
                <a:latin typeface="Tw Cen MT" panose="020B0602020104020603"/>
                <a:cs typeface="Tw Cen MT" panose="020B0602020104020603"/>
              </a:rPr>
              <a:t>t</a:t>
            </a:r>
            <a:r>
              <a:rPr sz="2200" spc="160">
                <a:latin typeface="Tw Cen MT" panose="020B0602020104020603"/>
                <a:cs typeface="Tw Cen MT" panose="020B0602020104020603"/>
              </a:rPr>
              <a:t> </a:t>
            </a:r>
            <a:r>
              <a:rPr sz="2200" spc="75" dirty="0">
                <a:latin typeface="Tw Cen MT" panose="020B0602020104020603"/>
                <a:cs typeface="Tw Cen MT" panose="020B0602020104020603"/>
              </a:rPr>
              <a:t>p</a:t>
            </a:r>
            <a:r>
              <a:rPr sz="2200" spc="15" dirty="0">
                <a:latin typeface="Tw Cen MT" panose="020B0602020104020603"/>
                <a:cs typeface="Tw Cen MT" panose="020B0602020104020603"/>
              </a:rPr>
              <a:t>r</a:t>
            </a:r>
            <a:r>
              <a:rPr sz="2200" spc="75" dirty="0">
                <a:latin typeface="Tw Cen MT" panose="020B0602020104020603"/>
                <a:cs typeface="Tw Cen MT" panose="020B0602020104020603"/>
              </a:rPr>
              <a:t>ovi</a:t>
            </a:r>
            <a:r>
              <a:rPr sz="2200" spc="70" dirty="0">
                <a:latin typeface="Tw Cen MT" panose="020B0602020104020603"/>
                <a:cs typeface="Tw Cen MT" panose="020B0602020104020603"/>
              </a:rPr>
              <a:t>d</a:t>
            </a:r>
            <a:r>
              <a:rPr sz="2200" spc="75" dirty="0">
                <a:latin typeface="Tw Cen MT" panose="020B0602020104020603"/>
                <a:cs typeface="Tw Cen MT" panose="020B0602020104020603"/>
              </a:rPr>
              <a:t>e</a:t>
            </a:r>
            <a:r>
              <a:rPr sz="2200" dirty="0">
                <a:latin typeface="Tw Cen MT" panose="020B0602020104020603"/>
                <a:cs typeface="Tw Cen MT" panose="020B0602020104020603"/>
              </a:rPr>
              <a:t>s</a:t>
            </a:r>
            <a:r>
              <a:rPr sz="2200" spc="155" dirty="0">
                <a:latin typeface="Tw Cen MT" panose="020B0602020104020603"/>
                <a:cs typeface="Tw Cen MT" panose="020B0602020104020603"/>
              </a:rPr>
              <a:t> </a:t>
            </a:r>
            <a:r>
              <a:rPr sz="2200" spc="75" dirty="0">
                <a:latin typeface="Tw Cen MT" panose="020B0602020104020603"/>
                <a:cs typeface="Tw Cen MT" panose="020B0602020104020603"/>
              </a:rPr>
              <a:t>th</a:t>
            </a:r>
            <a:r>
              <a:rPr sz="2200" dirty="0">
                <a:latin typeface="Tw Cen MT" panose="020B0602020104020603"/>
                <a:cs typeface="Tw Cen MT" panose="020B0602020104020603"/>
              </a:rPr>
              <a:t>e</a:t>
            </a:r>
            <a:r>
              <a:rPr sz="2200" spc="155" dirty="0">
                <a:latin typeface="Tw Cen MT" panose="020B0602020104020603"/>
                <a:cs typeface="Tw Cen MT" panose="020B0602020104020603"/>
              </a:rPr>
              <a:t> </a:t>
            </a:r>
            <a:r>
              <a:rPr sz="2200" spc="80" dirty="0">
                <a:solidFill>
                  <a:srgbClr val="FF0000"/>
                </a:solidFill>
                <a:latin typeface="Tw Cen MT" panose="020B0602020104020603"/>
                <a:cs typeface="Tw Cen MT" panose="020B0602020104020603"/>
              </a:rPr>
              <a:t>be</a:t>
            </a:r>
            <a:r>
              <a:rPr sz="2200" spc="75" dirty="0">
                <a:solidFill>
                  <a:srgbClr val="FF0000"/>
                </a:solidFill>
                <a:latin typeface="Tw Cen MT" panose="020B0602020104020603"/>
                <a:cs typeface="Tw Cen MT" panose="020B0602020104020603"/>
              </a:rPr>
              <a:t>n</a:t>
            </a:r>
            <a:r>
              <a:rPr sz="2200" spc="80" dirty="0">
                <a:solidFill>
                  <a:srgbClr val="FF0000"/>
                </a:solidFill>
                <a:latin typeface="Tw Cen MT" panose="020B0602020104020603"/>
                <a:cs typeface="Tw Cen MT" panose="020B0602020104020603"/>
              </a:rPr>
              <a:t>efi</a:t>
            </a:r>
            <a:r>
              <a:rPr sz="2200" spc="-5" dirty="0">
                <a:solidFill>
                  <a:srgbClr val="FF0000"/>
                </a:solidFill>
                <a:latin typeface="Tw Cen MT" panose="020B0602020104020603"/>
                <a:cs typeface="Tw Cen MT" panose="020B0602020104020603"/>
              </a:rPr>
              <a:t>t</a:t>
            </a:r>
            <a:r>
              <a:rPr sz="2200" spc="170" dirty="0">
                <a:latin typeface="Tw Cen MT" panose="020B0602020104020603"/>
                <a:cs typeface="Tw Cen MT" panose="020B0602020104020603"/>
              </a:rPr>
              <a:t> </a:t>
            </a:r>
            <a:r>
              <a:rPr sz="2200" spc="80" dirty="0">
                <a:latin typeface="Tw Cen MT" panose="020B0602020104020603"/>
                <a:cs typeface="Tw Cen MT" panose="020B0602020104020603"/>
              </a:rPr>
              <a:t>o</a:t>
            </a:r>
            <a:r>
              <a:rPr sz="2200" dirty="0">
                <a:latin typeface="Tw Cen MT" panose="020B0602020104020603"/>
                <a:cs typeface="Tw Cen MT" panose="020B0602020104020603"/>
              </a:rPr>
              <a:t>f</a:t>
            </a:r>
            <a:r>
              <a:rPr sz="2200" spc="250" dirty="0">
                <a:latin typeface="Tw Cen MT" panose="020B0602020104020603"/>
                <a:cs typeface="Tw Cen MT" panose="020B0602020104020603"/>
              </a:rPr>
              <a:t> </a:t>
            </a:r>
            <a:r>
              <a:rPr sz="2200" spc="80" dirty="0">
                <a:latin typeface="Tw Cen MT" panose="020B0602020104020603"/>
                <a:cs typeface="Tw Cen MT" panose="020B0602020104020603"/>
              </a:rPr>
              <a:t>a</a:t>
            </a:r>
            <a:r>
              <a:rPr sz="2200" spc="-5" dirty="0">
                <a:latin typeface="Tw Cen MT" panose="020B0602020104020603"/>
                <a:cs typeface="Tw Cen MT" panose="020B0602020104020603"/>
              </a:rPr>
              <a:t>n</a:t>
            </a:r>
            <a:r>
              <a:rPr sz="2200" spc="170" dirty="0">
                <a:latin typeface="Tw Cen MT" panose="020B0602020104020603"/>
                <a:cs typeface="Tw Cen MT" panose="020B0602020104020603"/>
              </a:rPr>
              <a:t> </a:t>
            </a:r>
            <a:r>
              <a:rPr sz="2200" spc="80" dirty="0">
                <a:solidFill>
                  <a:srgbClr val="00B050"/>
                </a:solidFill>
                <a:latin typeface="Tw Cen MT" panose="020B0602020104020603"/>
                <a:cs typeface="Tw Cen MT" panose="020B0602020104020603"/>
              </a:rPr>
              <a:t>e</a:t>
            </a:r>
            <a:r>
              <a:rPr sz="2200" spc="75" dirty="0">
                <a:solidFill>
                  <a:srgbClr val="00B050"/>
                </a:solidFill>
                <a:latin typeface="Tw Cen MT" panose="020B0602020104020603"/>
                <a:cs typeface="Tw Cen MT" panose="020B0602020104020603"/>
              </a:rPr>
              <a:t>n</a:t>
            </a:r>
            <a:r>
              <a:rPr sz="2200" spc="80" dirty="0">
                <a:solidFill>
                  <a:srgbClr val="00B050"/>
                </a:solidFill>
                <a:latin typeface="Tw Cen MT" panose="020B0602020104020603"/>
                <a:cs typeface="Tw Cen MT" panose="020B0602020104020603"/>
              </a:rPr>
              <a:t>l</a:t>
            </a:r>
            <a:r>
              <a:rPr sz="2200" spc="75" dirty="0">
                <a:solidFill>
                  <a:srgbClr val="00B050"/>
                </a:solidFill>
                <a:latin typeface="Tw Cen MT" panose="020B0602020104020603"/>
                <a:cs typeface="Tw Cen MT" panose="020B0602020104020603"/>
              </a:rPr>
              <a:t>a</a:t>
            </a:r>
            <a:r>
              <a:rPr sz="2200" spc="80" dirty="0">
                <a:solidFill>
                  <a:srgbClr val="00B050"/>
                </a:solidFill>
                <a:latin typeface="Tw Cen MT" panose="020B0602020104020603"/>
                <a:cs typeface="Tw Cen MT" panose="020B0602020104020603"/>
              </a:rPr>
              <a:t>r</a:t>
            </a:r>
            <a:r>
              <a:rPr sz="2200" spc="10" dirty="0">
                <a:solidFill>
                  <a:srgbClr val="00B050"/>
                </a:solidFill>
                <a:latin typeface="Tw Cen MT" panose="020B0602020104020603"/>
                <a:cs typeface="Tw Cen MT" panose="020B0602020104020603"/>
              </a:rPr>
              <a:t>g</a:t>
            </a:r>
            <a:r>
              <a:rPr sz="2200" spc="80" dirty="0">
                <a:solidFill>
                  <a:srgbClr val="00B050"/>
                </a:solidFill>
                <a:latin typeface="Tw Cen MT" panose="020B0602020104020603"/>
                <a:cs typeface="Tw Cen MT" panose="020B0602020104020603"/>
              </a:rPr>
              <a:t>e</a:t>
            </a:r>
            <a:r>
              <a:rPr sz="2200" spc="-5" dirty="0">
                <a:solidFill>
                  <a:srgbClr val="00B050"/>
                </a:solidFill>
                <a:latin typeface="Tw Cen MT" panose="020B0602020104020603"/>
                <a:cs typeface="Tw Cen MT" panose="020B0602020104020603"/>
              </a:rPr>
              <a:t>d</a:t>
            </a:r>
            <a:r>
              <a:rPr sz="2200" spc="165" dirty="0">
                <a:solidFill>
                  <a:srgbClr val="00B050"/>
                </a:solidFill>
                <a:latin typeface="Tw Cen MT" panose="020B0602020104020603"/>
                <a:cs typeface="Tw Cen MT" panose="020B0602020104020603"/>
              </a:rPr>
              <a:t> </a:t>
            </a:r>
            <a:r>
              <a:rPr sz="2200" spc="75" dirty="0">
                <a:solidFill>
                  <a:srgbClr val="00B050"/>
                </a:solidFill>
                <a:latin typeface="Tw Cen MT" panose="020B0602020104020603"/>
                <a:cs typeface="Tw Cen MT" panose="020B0602020104020603"/>
              </a:rPr>
              <a:t>c</a:t>
            </a:r>
            <a:r>
              <a:rPr sz="2200" spc="80" dirty="0">
                <a:solidFill>
                  <a:srgbClr val="00B050"/>
                </a:solidFill>
                <a:latin typeface="Tw Cen MT" panose="020B0602020104020603"/>
                <a:cs typeface="Tw Cen MT" panose="020B0602020104020603"/>
              </a:rPr>
              <a:t>o</a:t>
            </a:r>
            <a:r>
              <a:rPr sz="2200" spc="75" dirty="0">
                <a:solidFill>
                  <a:srgbClr val="00B050"/>
                </a:solidFill>
                <a:latin typeface="Tw Cen MT" panose="020B0602020104020603"/>
                <a:cs typeface="Tw Cen MT" panose="020B0602020104020603"/>
              </a:rPr>
              <a:t>nt</a:t>
            </a:r>
            <a:r>
              <a:rPr sz="2200" spc="80" dirty="0">
                <a:solidFill>
                  <a:srgbClr val="00B050"/>
                </a:solidFill>
                <a:latin typeface="Tw Cen MT" panose="020B0602020104020603"/>
                <a:cs typeface="Tw Cen MT" panose="020B0602020104020603"/>
              </a:rPr>
              <a:t>i</a:t>
            </a:r>
            <a:r>
              <a:rPr sz="2200" spc="75" dirty="0">
                <a:solidFill>
                  <a:srgbClr val="00B050"/>
                </a:solidFill>
                <a:latin typeface="Tw Cen MT" panose="020B0602020104020603"/>
                <a:cs typeface="Tw Cen MT" panose="020B0602020104020603"/>
              </a:rPr>
              <a:t>gu</a:t>
            </a:r>
            <a:r>
              <a:rPr sz="2200" spc="80" dirty="0">
                <a:solidFill>
                  <a:srgbClr val="00B050"/>
                </a:solidFill>
                <a:latin typeface="Tw Cen MT" panose="020B0602020104020603"/>
                <a:cs typeface="Tw Cen MT" panose="020B0602020104020603"/>
              </a:rPr>
              <a:t>o</a:t>
            </a:r>
            <a:r>
              <a:rPr sz="2200" spc="75" dirty="0">
                <a:solidFill>
                  <a:srgbClr val="00B050"/>
                </a:solidFill>
                <a:latin typeface="Tw Cen MT" panose="020B0602020104020603"/>
                <a:cs typeface="Tw Cen MT" panose="020B0602020104020603"/>
              </a:rPr>
              <a:t>u</a:t>
            </a:r>
            <a:r>
              <a:rPr sz="2200" dirty="0">
                <a:solidFill>
                  <a:srgbClr val="00B050"/>
                </a:solidFill>
                <a:latin typeface="Tw Cen MT" panose="020B0602020104020603"/>
                <a:cs typeface="Tw Cen MT" panose="020B0602020104020603"/>
              </a:rPr>
              <a:t>s </a:t>
            </a:r>
            <a:r>
              <a:rPr sz="2200" spc="-40" dirty="0">
                <a:solidFill>
                  <a:srgbClr val="00B050"/>
                </a:solidFill>
                <a:latin typeface="Tw Cen MT" panose="020B0602020104020603"/>
                <a:cs typeface="Tw Cen MT" panose="020B0602020104020603"/>
              </a:rPr>
              <a:t>w</a:t>
            </a:r>
            <a:r>
              <a:rPr sz="2200" spc="15" dirty="0">
                <a:solidFill>
                  <a:srgbClr val="00B050"/>
                </a:solidFill>
                <a:latin typeface="Tw Cen MT" panose="020B0602020104020603"/>
                <a:cs typeface="Tw Cen MT" panose="020B0602020104020603"/>
              </a:rPr>
              <a:t>o</a:t>
            </a:r>
            <a:r>
              <a:rPr sz="2200" spc="70" dirty="0">
                <a:solidFill>
                  <a:srgbClr val="00B050"/>
                </a:solidFill>
                <a:latin typeface="Tw Cen MT" panose="020B0602020104020603"/>
                <a:cs typeface="Tw Cen MT" panose="020B0602020104020603"/>
              </a:rPr>
              <a:t>r</a:t>
            </a:r>
            <a:r>
              <a:rPr sz="2200" spc="10" dirty="0">
                <a:solidFill>
                  <a:srgbClr val="00B050"/>
                </a:solidFill>
                <a:latin typeface="Tw Cen MT" panose="020B0602020104020603"/>
                <a:cs typeface="Tw Cen MT" panose="020B0602020104020603"/>
              </a:rPr>
              <a:t>k</a:t>
            </a:r>
            <a:r>
              <a:rPr sz="2200" spc="15" dirty="0">
                <a:solidFill>
                  <a:srgbClr val="00B050"/>
                </a:solidFill>
                <a:latin typeface="Tw Cen MT" panose="020B0602020104020603"/>
                <a:cs typeface="Tw Cen MT" panose="020B0602020104020603"/>
              </a:rPr>
              <a:t>i</a:t>
            </a:r>
            <a:r>
              <a:rPr sz="2200" spc="10" dirty="0">
                <a:solidFill>
                  <a:srgbClr val="00B050"/>
                </a:solidFill>
                <a:latin typeface="Tw Cen MT" panose="020B0602020104020603"/>
                <a:cs typeface="Tw Cen MT" panose="020B0602020104020603"/>
              </a:rPr>
              <a:t>n</a:t>
            </a:r>
            <a:r>
              <a:rPr sz="2200" spc="-5" dirty="0">
                <a:solidFill>
                  <a:srgbClr val="00B050"/>
                </a:solidFill>
                <a:latin typeface="Tw Cen MT" panose="020B0602020104020603"/>
                <a:cs typeface="Tw Cen MT" panose="020B0602020104020603"/>
              </a:rPr>
              <a:t>g</a:t>
            </a:r>
            <a:r>
              <a:rPr sz="2200" spc="35" dirty="0">
                <a:solidFill>
                  <a:srgbClr val="00B050"/>
                </a:solidFill>
                <a:latin typeface="Tw Cen MT" panose="020B0602020104020603"/>
                <a:cs typeface="Tw Cen MT" panose="020B0602020104020603"/>
              </a:rPr>
              <a:t> </a:t>
            </a:r>
            <a:r>
              <a:rPr sz="2200" spc="20" dirty="0">
                <a:solidFill>
                  <a:srgbClr val="00B050"/>
                </a:solidFill>
                <a:latin typeface="Tw Cen MT" panose="020B0602020104020603"/>
                <a:cs typeface="Tw Cen MT" panose="020B0602020104020603"/>
              </a:rPr>
              <a:t>m</a:t>
            </a:r>
            <a:r>
              <a:rPr sz="2200" spc="15" dirty="0">
                <a:solidFill>
                  <a:srgbClr val="00B050"/>
                </a:solidFill>
                <a:latin typeface="Tw Cen MT" panose="020B0602020104020603"/>
                <a:cs typeface="Tw Cen MT" panose="020B0602020104020603"/>
              </a:rPr>
              <a:t>e</a:t>
            </a:r>
            <a:r>
              <a:rPr sz="2200" spc="20" dirty="0">
                <a:solidFill>
                  <a:srgbClr val="00B050"/>
                </a:solidFill>
                <a:latin typeface="Tw Cen MT" panose="020B0602020104020603"/>
                <a:cs typeface="Tw Cen MT" panose="020B0602020104020603"/>
              </a:rPr>
              <a:t>m</a:t>
            </a:r>
            <a:r>
              <a:rPr sz="2200" spc="15" dirty="0">
                <a:solidFill>
                  <a:srgbClr val="00B050"/>
                </a:solidFill>
                <a:latin typeface="Tw Cen MT" panose="020B0602020104020603"/>
                <a:cs typeface="Tw Cen MT" panose="020B0602020104020603"/>
              </a:rPr>
              <a:t>or</a:t>
            </a:r>
            <a:r>
              <a:rPr sz="2200" spc="-160" dirty="0">
                <a:solidFill>
                  <a:srgbClr val="00B050"/>
                </a:solidFill>
                <a:latin typeface="Tw Cen MT" panose="020B0602020104020603"/>
                <a:cs typeface="Tw Cen MT" panose="020B0602020104020603"/>
              </a:rPr>
              <a:t>y</a:t>
            </a:r>
            <a:r>
              <a:rPr sz="2200">
                <a:solidFill>
                  <a:srgbClr val="00B050"/>
                </a:solidFill>
                <a:latin typeface="Tw Cen MT" panose="020B0602020104020603"/>
                <a:cs typeface="Tw Cen MT" panose="020B0602020104020603"/>
              </a:rPr>
              <a:t>.</a:t>
            </a:r>
            <a:r>
              <a:rPr sz="2200" spc="35">
                <a:solidFill>
                  <a:srgbClr val="00B050"/>
                </a:solidFill>
                <a:latin typeface="Tw Cen MT" panose="020B0602020104020603"/>
                <a:cs typeface="Tw Cen MT" panose="020B0602020104020603"/>
              </a:rPr>
              <a:t> </a:t>
            </a:r>
            <a:endParaRPr lang="en-US" sz="2200" spc="35" dirty="0">
              <a:solidFill>
                <a:srgbClr val="00B050"/>
              </a:solidFill>
              <a:latin typeface="Tw Cen MT" panose="020B0602020104020603"/>
              <a:cs typeface="Tw Cen MT" panose="020B0602020104020603"/>
            </a:endParaRPr>
          </a:p>
          <a:p>
            <a:pPr marL="12700" marR="5080" algn="just">
              <a:lnSpc>
                <a:spcPct val="100000"/>
              </a:lnSpc>
              <a:buFont typeface="Arial" panose="020B0604020202020204" pitchFamily="34" charset="0"/>
              <a:buChar char="•"/>
            </a:pPr>
            <a:r>
              <a:rPr lang="en-US" sz="2200" dirty="0">
                <a:latin typeface="Tw Cen MT" panose="020B0602020104020603"/>
                <a:cs typeface="Tw Cen MT" panose="020B0602020104020603"/>
              </a:rPr>
              <a:t>For instance</a:t>
            </a:r>
            <a:r>
              <a:rPr sz="2200">
                <a:latin typeface="Tw Cen MT" panose="020B0602020104020603"/>
                <a:cs typeface="Tw Cen MT" panose="020B0602020104020603"/>
              </a:rPr>
              <a:t>,</a:t>
            </a:r>
            <a:r>
              <a:rPr sz="2200" spc="235">
                <a:latin typeface="Tw Cen MT" panose="020B0602020104020603"/>
                <a:cs typeface="Tw Cen MT" panose="020B0602020104020603"/>
              </a:rPr>
              <a:t> </a:t>
            </a:r>
            <a:r>
              <a:rPr sz="2200" spc="114" dirty="0">
                <a:latin typeface="Tw Cen MT" panose="020B0602020104020603"/>
                <a:cs typeface="Tw Cen MT" panose="020B0602020104020603"/>
              </a:rPr>
              <a:t>a</a:t>
            </a:r>
            <a:r>
              <a:rPr sz="2200" dirty="0">
                <a:latin typeface="Tw Cen MT" panose="020B0602020104020603"/>
                <a:cs typeface="Tw Cen MT" panose="020B0602020104020603"/>
              </a:rPr>
              <a:t>s</a:t>
            </a:r>
            <a:r>
              <a:rPr sz="2200" spc="235" dirty="0">
                <a:latin typeface="Tw Cen MT" panose="020B0602020104020603"/>
                <a:cs typeface="Tw Cen MT" panose="020B0602020104020603"/>
              </a:rPr>
              <a:t> </a:t>
            </a:r>
            <a:r>
              <a:rPr sz="2200" spc="114" dirty="0">
                <a:latin typeface="Tw Cen MT" panose="020B0602020104020603"/>
                <a:cs typeface="Tw Cen MT" panose="020B0602020104020603"/>
              </a:rPr>
              <a:t>so</a:t>
            </a:r>
            <a:r>
              <a:rPr sz="2200" spc="120" dirty="0">
                <a:latin typeface="Tw Cen MT" panose="020B0602020104020603"/>
                <a:cs typeface="Tw Cen MT" panose="020B0602020104020603"/>
              </a:rPr>
              <a:t>m</a:t>
            </a:r>
            <a:r>
              <a:rPr sz="2200" dirty="0">
                <a:latin typeface="Tw Cen MT" panose="020B0602020104020603"/>
                <a:cs typeface="Tw Cen MT" panose="020B0602020104020603"/>
              </a:rPr>
              <a:t>e</a:t>
            </a:r>
            <a:r>
              <a:rPr sz="2200" spc="235" dirty="0">
                <a:latin typeface="Tw Cen MT" panose="020B0602020104020603"/>
                <a:cs typeface="Tw Cen MT" panose="020B0602020104020603"/>
              </a:rPr>
              <a:t> </a:t>
            </a:r>
            <a:r>
              <a:rPr sz="2200" spc="114" dirty="0">
                <a:latin typeface="Tw Cen MT" panose="020B0602020104020603"/>
                <a:cs typeface="Tw Cen MT" panose="020B0602020104020603"/>
              </a:rPr>
              <a:t>O</a:t>
            </a:r>
            <a:r>
              <a:rPr sz="2200" dirty="0">
                <a:latin typeface="Tw Cen MT" panose="020B0602020104020603"/>
                <a:cs typeface="Tw Cen MT" panose="020B0602020104020603"/>
              </a:rPr>
              <a:t>S</a:t>
            </a:r>
            <a:r>
              <a:rPr sz="2200" spc="235" dirty="0">
                <a:latin typeface="Tw Cen MT" panose="020B0602020104020603"/>
                <a:cs typeface="Tw Cen MT" panose="020B0602020104020603"/>
              </a:rPr>
              <a:t> </a:t>
            </a:r>
            <a:r>
              <a:rPr sz="2200" spc="114" dirty="0">
                <a:latin typeface="Tw Cen MT" panose="020B0602020104020603"/>
                <a:cs typeface="Tw Cen MT" panose="020B0602020104020603"/>
              </a:rPr>
              <a:t>s</a:t>
            </a:r>
            <a:r>
              <a:rPr sz="2200" spc="120" dirty="0">
                <a:latin typeface="Tw Cen MT" panose="020B0602020104020603"/>
                <a:cs typeface="Tw Cen MT" panose="020B0602020104020603"/>
              </a:rPr>
              <a:t>u</a:t>
            </a:r>
            <a:r>
              <a:rPr sz="2200" spc="225" dirty="0">
                <a:latin typeface="Tw Cen MT" panose="020B0602020104020603"/>
                <a:cs typeface="Tw Cen MT" panose="020B0602020104020603"/>
              </a:rPr>
              <a:t>c</a:t>
            </a:r>
            <a:r>
              <a:rPr sz="2200" spc="-5" dirty="0">
                <a:latin typeface="Tw Cen MT" panose="020B0602020104020603"/>
                <a:cs typeface="Tw Cen MT" panose="020B0602020104020603"/>
              </a:rPr>
              <a:t>h</a:t>
            </a:r>
            <a:r>
              <a:rPr sz="2200" spc="250" dirty="0">
                <a:latin typeface="Tw Cen MT" panose="020B0602020104020603"/>
                <a:cs typeface="Tw Cen MT" panose="020B0602020104020603"/>
              </a:rPr>
              <a:t> </a:t>
            </a:r>
            <a:r>
              <a:rPr sz="2200" spc="120" dirty="0">
                <a:latin typeface="Tw Cen MT" panose="020B0602020104020603"/>
                <a:cs typeface="Tw Cen MT" panose="020B0602020104020603"/>
              </a:rPr>
              <a:t>a</a:t>
            </a:r>
            <a:r>
              <a:rPr sz="2200" dirty="0">
                <a:latin typeface="Tw Cen MT" panose="020B0602020104020603"/>
                <a:cs typeface="Tw Cen MT" panose="020B0602020104020603"/>
              </a:rPr>
              <a:t>s</a:t>
            </a:r>
            <a:r>
              <a:rPr sz="2200" spc="245" dirty="0">
                <a:latin typeface="Tw Cen MT" panose="020B0602020104020603"/>
                <a:cs typeface="Tw Cen MT" panose="020B0602020104020603"/>
              </a:rPr>
              <a:t> </a:t>
            </a:r>
            <a:r>
              <a:rPr sz="2200" spc="120" dirty="0">
                <a:latin typeface="Tw Cen MT" panose="020B0602020104020603"/>
                <a:cs typeface="Tw Cen MT" panose="020B0602020104020603"/>
              </a:rPr>
              <a:t>Mi</a:t>
            </a:r>
            <a:r>
              <a:rPr sz="2200" spc="110" dirty="0">
                <a:latin typeface="Tw Cen MT" panose="020B0602020104020603"/>
                <a:cs typeface="Tw Cen MT" panose="020B0602020104020603"/>
              </a:rPr>
              <a:t>c</a:t>
            </a:r>
            <a:r>
              <a:rPr sz="2200" spc="60" dirty="0">
                <a:latin typeface="Tw Cen MT" panose="020B0602020104020603"/>
                <a:cs typeface="Tw Cen MT" panose="020B0602020104020603"/>
              </a:rPr>
              <a:t>r</a:t>
            </a:r>
            <a:r>
              <a:rPr sz="2200" spc="120" dirty="0">
                <a:latin typeface="Tw Cen MT" panose="020B0602020104020603"/>
                <a:cs typeface="Tw Cen MT" panose="020B0602020104020603"/>
              </a:rPr>
              <a:t>osof</a:t>
            </a:r>
            <a:r>
              <a:rPr sz="2200" spc="-5" dirty="0">
                <a:latin typeface="Tw Cen MT" panose="020B0602020104020603"/>
                <a:cs typeface="Tw Cen MT" panose="020B0602020104020603"/>
              </a:rPr>
              <a:t>t</a:t>
            </a:r>
            <a:r>
              <a:rPr sz="2200" spc="250" dirty="0">
                <a:latin typeface="Tw Cen MT" panose="020B0602020104020603"/>
                <a:cs typeface="Tw Cen MT" panose="020B0602020104020603"/>
              </a:rPr>
              <a:t> </a:t>
            </a:r>
            <a:r>
              <a:rPr sz="2200" spc="120" dirty="0">
                <a:latin typeface="Tw Cen MT" panose="020B0602020104020603"/>
                <a:cs typeface="Tw Cen MT" panose="020B0602020104020603"/>
              </a:rPr>
              <a:t>Win</a:t>
            </a:r>
            <a:r>
              <a:rPr sz="2200" spc="110" dirty="0">
                <a:latin typeface="Tw Cen MT" panose="020B0602020104020603"/>
                <a:cs typeface="Tw Cen MT" panose="020B0602020104020603"/>
              </a:rPr>
              <a:t>d</a:t>
            </a:r>
            <a:r>
              <a:rPr sz="2200" spc="30" dirty="0">
                <a:latin typeface="Tw Cen MT" panose="020B0602020104020603"/>
                <a:cs typeface="Tw Cen MT" panose="020B0602020104020603"/>
              </a:rPr>
              <a:t>o</a:t>
            </a:r>
            <a:r>
              <a:rPr sz="2200" spc="125" dirty="0">
                <a:latin typeface="Tw Cen MT" panose="020B0602020104020603"/>
                <a:cs typeface="Tw Cen MT" panose="020B0602020104020603"/>
              </a:rPr>
              <a:t>w</a:t>
            </a:r>
            <a:r>
              <a:rPr sz="2200" dirty="0">
                <a:latin typeface="Tw Cen MT" panose="020B0602020104020603"/>
                <a:cs typeface="Tw Cen MT" panose="020B0602020104020603"/>
              </a:rPr>
              <a:t>s</a:t>
            </a:r>
            <a:r>
              <a:rPr sz="2200" spc="245" dirty="0">
                <a:latin typeface="Tw Cen MT" panose="020B0602020104020603"/>
                <a:cs typeface="Tw Cen MT" panose="020B0602020104020603"/>
              </a:rPr>
              <a:t> </a:t>
            </a:r>
            <a:r>
              <a:rPr sz="2200" spc="120" dirty="0">
                <a:latin typeface="Tw Cen MT" panose="020B0602020104020603"/>
                <a:cs typeface="Tw Cen MT" panose="020B0602020104020603"/>
              </a:rPr>
              <a:t>O</a:t>
            </a:r>
            <a:r>
              <a:rPr sz="2200" dirty="0">
                <a:latin typeface="Tw Cen MT" panose="020B0602020104020603"/>
                <a:cs typeface="Tw Cen MT" panose="020B0602020104020603"/>
              </a:rPr>
              <a:t>S </a:t>
            </a:r>
            <a:r>
              <a:rPr sz="2200" spc="-10" dirty="0">
                <a:latin typeface="Tw Cen MT" panose="020B0602020104020603"/>
                <a:cs typeface="Tw Cen MT" panose="020B0602020104020603"/>
              </a:rPr>
              <a:t>a</a:t>
            </a:r>
            <a:r>
              <a:rPr sz="2200" spc="-5" dirty="0">
                <a:latin typeface="Tw Cen MT" panose="020B0602020104020603"/>
                <a:cs typeface="Tw Cen MT" panose="020B0602020104020603"/>
              </a:rPr>
              <a:t>ll</a:t>
            </a:r>
            <a:r>
              <a:rPr sz="2200" spc="-95" dirty="0">
                <a:latin typeface="Tw Cen MT" panose="020B0602020104020603"/>
                <a:cs typeface="Tw Cen MT" panose="020B0602020104020603"/>
              </a:rPr>
              <a:t>o</a:t>
            </a:r>
            <a:r>
              <a:rPr sz="2200" dirty="0">
                <a:latin typeface="Tw Cen MT" panose="020B0602020104020603"/>
                <a:cs typeface="Tw Cen MT" panose="020B0602020104020603"/>
              </a:rPr>
              <a:t>ws</a:t>
            </a:r>
            <a:r>
              <a:rPr sz="2200" spc="-5" dirty="0">
                <a:latin typeface="Tw Cen MT" panose="020B0602020104020603"/>
                <a:cs typeface="Tw Cen MT" panose="020B0602020104020603"/>
              </a:rPr>
              <a:t> </a:t>
            </a:r>
            <a:r>
              <a:rPr sz="2200" dirty="0">
                <a:latin typeface="Tw Cen MT" panose="020B0602020104020603"/>
                <a:cs typeface="Tw Cen MT" panose="020B0602020104020603"/>
              </a:rPr>
              <a:t>a</a:t>
            </a:r>
            <a:r>
              <a:rPr sz="2200" spc="-5" dirty="0">
                <a:latin typeface="Tw Cen MT" panose="020B0602020104020603"/>
                <a:cs typeface="Tw Cen MT" panose="020B0602020104020603"/>
              </a:rPr>
              <a:t> po</a:t>
            </a:r>
            <a:r>
              <a:rPr sz="2200" spc="50" dirty="0">
                <a:latin typeface="Tw Cen MT" panose="020B0602020104020603"/>
                <a:cs typeface="Tw Cen MT" panose="020B0602020104020603"/>
              </a:rPr>
              <a:t>r</a:t>
            </a:r>
            <a:r>
              <a:rPr sz="2200" spc="-5" dirty="0">
                <a:latin typeface="Tw Cen MT" panose="020B0602020104020603"/>
                <a:cs typeface="Tw Cen MT" panose="020B0602020104020603"/>
              </a:rPr>
              <a:t>tion</a:t>
            </a:r>
            <a:r>
              <a:rPr sz="2200" dirty="0">
                <a:latin typeface="Tw Cen MT" panose="020B0602020104020603"/>
                <a:cs typeface="Tw Cen MT" panose="020B0602020104020603"/>
              </a:rPr>
              <a:t> </a:t>
            </a:r>
            <a:r>
              <a:rPr sz="2200" spc="-5" dirty="0">
                <a:latin typeface="Tw Cen MT" panose="020B0602020104020603"/>
                <a:cs typeface="Tw Cen MT" panose="020B0602020104020603"/>
              </a:rPr>
              <a:t>o</a:t>
            </a:r>
            <a:r>
              <a:rPr sz="2200" dirty="0">
                <a:latin typeface="Tw Cen MT" panose="020B0602020104020603"/>
                <a:cs typeface="Tw Cen MT" panose="020B0602020104020603"/>
              </a:rPr>
              <a:t>f</a:t>
            </a:r>
            <a:r>
              <a:rPr sz="2200" spc="80" dirty="0">
                <a:latin typeface="Tw Cen MT" panose="020B0602020104020603"/>
                <a:cs typeface="Tw Cen MT" panose="020B0602020104020603"/>
              </a:rPr>
              <a:t> </a:t>
            </a:r>
            <a:r>
              <a:rPr sz="2200" spc="-95" dirty="0">
                <a:latin typeface="Tw Cen MT" panose="020B0602020104020603"/>
                <a:cs typeface="Tw Cen MT" panose="020B0602020104020603"/>
              </a:rPr>
              <a:t>y</a:t>
            </a:r>
            <a:r>
              <a:rPr sz="2200" spc="-5" dirty="0">
                <a:latin typeface="Tw Cen MT" panose="020B0602020104020603"/>
                <a:cs typeface="Tw Cen MT" panose="020B0602020104020603"/>
              </a:rPr>
              <a:t>ou</a:t>
            </a:r>
            <a:r>
              <a:rPr sz="2200" dirty="0">
                <a:latin typeface="Tw Cen MT" panose="020B0602020104020603"/>
                <a:cs typeface="Tw Cen MT" panose="020B0602020104020603"/>
              </a:rPr>
              <a:t>r</a:t>
            </a:r>
            <a:r>
              <a:rPr sz="2200" spc="-5" dirty="0">
                <a:latin typeface="Tw Cen MT" panose="020B0602020104020603"/>
                <a:cs typeface="Tw Cen MT" panose="020B0602020104020603"/>
              </a:rPr>
              <a:t> </a:t>
            </a:r>
            <a:r>
              <a:rPr sz="2200" spc="-5" dirty="0">
                <a:solidFill>
                  <a:srgbClr val="FF0000"/>
                </a:solidFill>
                <a:latin typeface="Tw Cen MT" panose="020B0602020104020603"/>
                <a:cs typeface="Tw Cen MT" panose="020B0602020104020603"/>
              </a:rPr>
              <a:t>sto</a:t>
            </a:r>
            <a:r>
              <a:rPr sz="2200" spc="-35" dirty="0">
                <a:solidFill>
                  <a:srgbClr val="FF0000"/>
                </a:solidFill>
                <a:latin typeface="Tw Cen MT" panose="020B0602020104020603"/>
                <a:cs typeface="Tw Cen MT" panose="020B0602020104020603"/>
              </a:rPr>
              <a:t>r</a:t>
            </a:r>
            <a:r>
              <a:rPr sz="2200" spc="-10" dirty="0">
                <a:solidFill>
                  <a:srgbClr val="FF0000"/>
                </a:solidFill>
                <a:latin typeface="Tw Cen MT" panose="020B0602020104020603"/>
                <a:cs typeface="Tw Cen MT" panose="020B0602020104020603"/>
              </a:rPr>
              <a:t>a</a:t>
            </a:r>
            <a:r>
              <a:rPr sz="2200" spc="-70" dirty="0">
                <a:solidFill>
                  <a:srgbClr val="FF0000"/>
                </a:solidFill>
                <a:latin typeface="Tw Cen MT" panose="020B0602020104020603"/>
                <a:cs typeface="Tw Cen MT" panose="020B0602020104020603"/>
              </a:rPr>
              <a:t>g</a:t>
            </a:r>
            <a:r>
              <a:rPr sz="2200" dirty="0">
                <a:solidFill>
                  <a:srgbClr val="FF0000"/>
                </a:solidFill>
                <a:latin typeface="Tw Cen MT" panose="020B0602020104020603"/>
                <a:cs typeface="Tw Cen MT" panose="020B0602020104020603"/>
              </a:rPr>
              <a:t>e</a:t>
            </a:r>
            <a:r>
              <a:rPr sz="2200" spc="-5" dirty="0">
                <a:solidFill>
                  <a:srgbClr val="FF0000"/>
                </a:solidFill>
                <a:latin typeface="Tw Cen MT" panose="020B0602020104020603"/>
                <a:cs typeface="Tw Cen MT" panose="020B0602020104020603"/>
              </a:rPr>
              <a:t> disk</a:t>
            </a:r>
            <a:r>
              <a:rPr sz="2200" dirty="0">
                <a:solidFill>
                  <a:srgbClr val="FF0000"/>
                </a:solidFill>
                <a:latin typeface="Tw Cen MT" panose="020B0602020104020603"/>
                <a:cs typeface="Tw Cen MT" panose="020B0602020104020603"/>
              </a:rPr>
              <a:t> </a:t>
            </a:r>
            <a:r>
              <a:rPr sz="2200" spc="-5" dirty="0">
                <a:latin typeface="Tw Cen MT" panose="020B0602020104020603"/>
                <a:cs typeface="Tw Cen MT" panose="020B0602020104020603"/>
              </a:rPr>
              <a:t>t</a:t>
            </a:r>
            <a:r>
              <a:rPr sz="2200" dirty="0">
                <a:latin typeface="Tw Cen MT" panose="020B0602020104020603"/>
                <a:cs typeface="Tw Cen MT" panose="020B0602020104020603"/>
              </a:rPr>
              <a:t>o</a:t>
            </a:r>
            <a:r>
              <a:rPr sz="2200" spc="-5" dirty="0">
                <a:latin typeface="Tw Cen MT" panose="020B0602020104020603"/>
                <a:cs typeface="Tw Cen MT" panose="020B0602020104020603"/>
              </a:rPr>
              <a:t> se</a:t>
            </a:r>
            <a:r>
              <a:rPr sz="2200" spc="110" dirty="0">
                <a:latin typeface="Tw Cen MT" panose="020B0602020104020603"/>
                <a:cs typeface="Tw Cen MT" panose="020B0602020104020603"/>
              </a:rPr>
              <a:t>r</a:t>
            </a:r>
            <a:r>
              <a:rPr sz="2200" spc="-65" dirty="0">
                <a:latin typeface="Tw Cen MT" panose="020B0602020104020603"/>
                <a:cs typeface="Tw Cen MT" panose="020B0602020104020603"/>
              </a:rPr>
              <a:t>v</a:t>
            </a:r>
            <a:r>
              <a:rPr sz="2200" dirty="0">
                <a:latin typeface="Tw Cen MT" panose="020B0602020104020603"/>
                <a:cs typeface="Tw Cen MT" panose="020B0602020104020603"/>
              </a:rPr>
              <a:t>e</a:t>
            </a:r>
            <a:r>
              <a:rPr sz="2200" spc="-5" dirty="0">
                <a:latin typeface="Tw Cen MT" panose="020B0602020104020603"/>
                <a:cs typeface="Tw Cen MT" panose="020B0602020104020603"/>
              </a:rPr>
              <a:t> a</a:t>
            </a:r>
            <a:r>
              <a:rPr sz="2200" dirty="0">
                <a:latin typeface="Tw Cen MT" panose="020B0602020104020603"/>
                <a:cs typeface="Tw Cen MT" panose="020B0602020104020603"/>
              </a:rPr>
              <a:t>s</a:t>
            </a:r>
            <a:r>
              <a:rPr sz="2200" spc="-5" dirty="0">
                <a:latin typeface="Tw Cen MT" panose="020B0602020104020603"/>
                <a:cs typeface="Tw Cen MT" panose="020B0602020104020603"/>
              </a:rPr>
              <a:t> an </a:t>
            </a:r>
            <a:r>
              <a:rPr sz="2200" spc="-95" dirty="0">
                <a:solidFill>
                  <a:srgbClr val="FF0000"/>
                </a:solidFill>
                <a:latin typeface="Tw Cen MT" panose="020B0602020104020603"/>
                <a:cs typeface="Tw Cen MT" panose="020B0602020104020603"/>
              </a:rPr>
              <a:t>e</a:t>
            </a:r>
            <a:r>
              <a:rPr sz="2200" spc="-5" dirty="0">
                <a:solidFill>
                  <a:srgbClr val="FF0000"/>
                </a:solidFill>
                <a:latin typeface="Tw Cen MT" panose="020B0602020104020603"/>
                <a:cs typeface="Tw Cen MT" panose="020B0602020104020603"/>
              </a:rPr>
              <a:t>xtension</a:t>
            </a:r>
            <a:r>
              <a:rPr sz="2200" dirty="0">
                <a:solidFill>
                  <a:srgbClr val="FF0000"/>
                </a:solidFill>
                <a:latin typeface="Tw Cen MT" panose="020B0602020104020603"/>
                <a:cs typeface="Tw Cen MT" panose="020B0602020104020603"/>
              </a:rPr>
              <a:t> </a:t>
            </a:r>
            <a:r>
              <a:rPr sz="2200" spc="-5" dirty="0">
                <a:solidFill>
                  <a:srgbClr val="FF0000"/>
                </a:solidFill>
                <a:latin typeface="Tw Cen MT" panose="020B0602020104020603"/>
                <a:cs typeface="Tw Cen MT" panose="020B0602020104020603"/>
              </a:rPr>
              <a:t>o</a:t>
            </a:r>
            <a:r>
              <a:rPr sz="2200" dirty="0">
                <a:solidFill>
                  <a:srgbClr val="FF0000"/>
                </a:solidFill>
                <a:latin typeface="Tw Cen MT" panose="020B0602020104020603"/>
                <a:cs typeface="Tw Cen MT" panose="020B0602020104020603"/>
              </a:rPr>
              <a:t>f</a:t>
            </a:r>
            <a:r>
              <a:rPr sz="2200" spc="80" dirty="0">
                <a:solidFill>
                  <a:srgbClr val="FF0000"/>
                </a:solidFill>
                <a:latin typeface="Tw Cen MT" panose="020B0602020104020603"/>
                <a:cs typeface="Tw Cen MT" panose="020B0602020104020603"/>
              </a:rPr>
              <a:t> </a:t>
            </a:r>
            <a:r>
              <a:rPr sz="2200" spc="-95" dirty="0">
                <a:solidFill>
                  <a:srgbClr val="FF0000"/>
                </a:solidFill>
                <a:latin typeface="Tw Cen MT" panose="020B0602020104020603"/>
                <a:cs typeface="Tw Cen MT" panose="020B0602020104020603"/>
              </a:rPr>
              <a:t>y</a:t>
            </a:r>
            <a:r>
              <a:rPr sz="2200" spc="-5" dirty="0">
                <a:solidFill>
                  <a:srgbClr val="FF0000"/>
                </a:solidFill>
                <a:latin typeface="Tw Cen MT" panose="020B0602020104020603"/>
                <a:cs typeface="Tw Cen MT" panose="020B0602020104020603"/>
              </a:rPr>
              <a:t>ou</a:t>
            </a:r>
            <a:r>
              <a:rPr sz="2200" dirty="0">
                <a:solidFill>
                  <a:srgbClr val="FF0000"/>
                </a:solidFill>
                <a:latin typeface="Tw Cen MT" panose="020B0602020104020603"/>
                <a:cs typeface="Tw Cen MT" panose="020B0602020104020603"/>
              </a:rPr>
              <a:t>r</a:t>
            </a:r>
            <a:r>
              <a:rPr sz="2200" spc="-5" dirty="0">
                <a:solidFill>
                  <a:srgbClr val="FF0000"/>
                </a:solidFill>
                <a:latin typeface="Tw Cen MT" panose="020B0602020104020603"/>
                <a:cs typeface="Tw Cen MT" panose="020B0602020104020603"/>
              </a:rPr>
              <a:t> RAM</a:t>
            </a:r>
            <a:r>
              <a:rPr sz="2200" dirty="0">
                <a:solidFill>
                  <a:srgbClr val="FF0000"/>
                </a:solidFill>
                <a:latin typeface="Tw Cen MT" panose="020B0602020104020603"/>
                <a:cs typeface="Tw Cen MT" panose="020B0602020104020603"/>
              </a:rPr>
              <a:t>.</a:t>
            </a:r>
            <a:endParaRPr sz="2200">
              <a:solidFill>
                <a:srgbClr val="FF0000"/>
              </a:solidFill>
              <a:latin typeface="Tw Cen MT" panose="020B0602020104020603"/>
              <a:cs typeface="Tw Cen MT" panose="020B0602020104020603"/>
            </a:endParaRPr>
          </a:p>
        </p:txBody>
      </p:sp>
      <p:sp>
        <p:nvSpPr>
          <p:cNvPr id="4" name="object 4"/>
          <p:cNvSpPr txBox="1"/>
          <p:nvPr/>
        </p:nvSpPr>
        <p:spPr>
          <a:xfrm>
            <a:off x="161289" y="1289496"/>
            <a:ext cx="211454" cy="177800"/>
          </a:xfrm>
          <a:prstGeom prst="rect">
            <a:avLst/>
          </a:prstGeom>
        </p:spPr>
        <p:txBody>
          <a:bodyPr vert="horz" wrap="square" lIns="0" tIns="0" rIns="0" bIns="0" rtlCol="0">
            <a:spAutoFit/>
          </a:bodyPr>
          <a:lstStyle/>
          <a:p>
            <a:pPr marL="12700">
              <a:lnSpc>
                <a:spcPct val="100000"/>
              </a:lnSpc>
            </a:pPr>
            <a:r>
              <a:rPr sz="1200" b="1" spc="-5" dirty="0">
                <a:solidFill>
                  <a:srgbClr val="FFFFFF"/>
                </a:solidFill>
                <a:latin typeface="Comic Sans MS" panose="030F0702030302020204"/>
                <a:cs typeface="Comic Sans MS" panose="030F0702030302020204"/>
              </a:rPr>
              <a:t>1</a:t>
            </a:r>
            <a:r>
              <a:rPr sz="1200" b="1" dirty="0">
                <a:solidFill>
                  <a:srgbClr val="FFFFFF"/>
                </a:solidFill>
                <a:latin typeface="Comic Sans MS" panose="030F0702030302020204"/>
                <a:cs typeface="Comic Sans MS" panose="030F0702030302020204"/>
              </a:rPr>
              <a:t>7</a:t>
            </a:r>
            <a:endParaRPr sz="1200">
              <a:latin typeface="Comic Sans MS" panose="030F0702030302020204"/>
              <a:cs typeface="Comic Sans MS" panose="030F0702030302020204"/>
            </a:endParaRPr>
          </a:p>
        </p:txBody>
      </p:sp>
      <p:sp>
        <p:nvSpPr>
          <p:cNvPr id="5" name="object 5"/>
          <p:cNvSpPr/>
          <p:nvPr/>
        </p:nvSpPr>
        <p:spPr>
          <a:xfrm>
            <a:off x="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365760">
              <a:lnSpc>
                <a:spcPct val="100000"/>
              </a:lnSpc>
            </a:pPr>
            <a:r>
              <a:rPr spc="-5" dirty="0"/>
              <a:t>M</a:t>
            </a:r>
            <a:r>
              <a:rPr dirty="0"/>
              <a:t>e</a:t>
            </a:r>
            <a:r>
              <a:rPr spc="-5" dirty="0"/>
              <a:t>mo</a:t>
            </a:r>
            <a:r>
              <a:rPr spc="75" dirty="0"/>
              <a:t>r</a:t>
            </a:r>
            <a:r>
              <a:rPr spc="-5" dirty="0"/>
              <a:t>y</a:t>
            </a:r>
            <a:r>
              <a:rPr b="0" spc="65" dirty="0">
                <a:latin typeface="Times New Roman" panose="02020603050405020304"/>
                <a:cs typeface="Times New Roman" panose="02020603050405020304"/>
              </a:rPr>
              <a:t> </a:t>
            </a:r>
            <a:r>
              <a:rPr spc="-50" dirty="0"/>
              <a:t>V</a:t>
            </a:r>
            <a:r>
              <a:rPr spc="-5" dirty="0"/>
              <a:t>i</a:t>
            </a:r>
            <a:r>
              <a:rPr spc="204" dirty="0"/>
              <a:t>r</a:t>
            </a:r>
            <a:r>
              <a:rPr spc="-5" dirty="0"/>
              <a:t>tu</a:t>
            </a:r>
            <a:r>
              <a:rPr spc="-10" dirty="0"/>
              <a:t>a</a:t>
            </a:r>
            <a:r>
              <a:rPr spc="-5" dirty="0"/>
              <a:t>li</a:t>
            </a:r>
            <a:r>
              <a:rPr dirty="0"/>
              <a:t>z</a:t>
            </a:r>
            <a:r>
              <a:rPr spc="75" dirty="0"/>
              <a:t>a</a:t>
            </a:r>
            <a:r>
              <a:rPr spc="-5" dirty="0"/>
              <a:t>tion:</a:t>
            </a:r>
            <a:r>
              <a:rPr b="0" spc="70" dirty="0">
                <a:latin typeface="Times New Roman" panose="02020603050405020304"/>
                <a:cs typeface="Times New Roman" panose="02020603050405020304"/>
              </a:rPr>
              <a:t> </a:t>
            </a:r>
            <a:r>
              <a:rPr spc="-5" dirty="0"/>
              <a:t>Subtyp</a:t>
            </a:r>
            <a:r>
              <a:rPr dirty="0"/>
              <a:t>e</a:t>
            </a:r>
            <a:r>
              <a:rPr spc="-5" dirty="0"/>
              <a:t>s</a:t>
            </a:r>
          </a:p>
        </p:txBody>
      </p:sp>
      <p:sp>
        <p:nvSpPr>
          <p:cNvPr id="3" name="object 3"/>
          <p:cNvSpPr txBox="1"/>
          <p:nvPr/>
        </p:nvSpPr>
        <p:spPr>
          <a:xfrm>
            <a:off x="78739" y="1289496"/>
            <a:ext cx="8882380" cy="1246495"/>
          </a:xfrm>
          <a:prstGeom prst="rect">
            <a:avLst/>
          </a:prstGeom>
        </p:spPr>
        <p:txBody>
          <a:bodyPr vert="horz" wrap="square" lIns="0" tIns="0" rIns="0" bIns="0" rtlCol="0">
            <a:spAutoFit/>
          </a:bodyPr>
          <a:lstStyle/>
          <a:p>
            <a:pPr marL="94615">
              <a:lnSpc>
                <a:spcPct val="100000"/>
              </a:lnSpc>
            </a:pPr>
            <a:r>
              <a:rPr sz="1200" b="1" spc="-5" dirty="0">
                <a:solidFill>
                  <a:srgbClr val="FFFFFF"/>
                </a:solidFill>
                <a:latin typeface="Comic Sans MS" panose="030F0702030302020204"/>
                <a:cs typeface="Comic Sans MS" panose="030F0702030302020204"/>
              </a:rPr>
              <a:t>1</a:t>
            </a:r>
            <a:r>
              <a:rPr sz="1200" b="1" dirty="0">
                <a:solidFill>
                  <a:srgbClr val="FFFFFF"/>
                </a:solidFill>
                <a:latin typeface="Comic Sans MS" panose="030F0702030302020204"/>
                <a:cs typeface="Comic Sans MS" panose="030F0702030302020204"/>
              </a:rPr>
              <a:t>8</a:t>
            </a:r>
            <a:endParaRPr sz="1200">
              <a:latin typeface="Comic Sans MS" panose="030F0702030302020204"/>
              <a:cs typeface="Comic Sans MS" panose="030F0702030302020204"/>
            </a:endParaRPr>
          </a:p>
          <a:p>
            <a:pPr>
              <a:lnSpc>
                <a:spcPct val="100000"/>
              </a:lnSpc>
              <a:spcBef>
                <a:spcPts val="0"/>
              </a:spcBef>
            </a:pPr>
            <a:endParaRPr sz="1100">
              <a:latin typeface="Times New Roman" panose="02020603050405020304"/>
              <a:cs typeface="Times New Roman" panose="02020603050405020304"/>
            </a:endParaRPr>
          </a:p>
          <a:p>
            <a:pPr marL="332105" marR="5080" indent="-319405">
              <a:lnSpc>
                <a:spcPct val="100000"/>
              </a:lnSpc>
              <a:buClr>
                <a:srgbClr val="DD8046"/>
              </a:buClr>
              <a:buSzPct val="60000"/>
              <a:buFont typeface="Wingdings" panose="05000000000000000000"/>
              <a:buChar char=""/>
              <a:tabLst>
                <a:tab pos="332105" algn="l"/>
              </a:tabLst>
            </a:pPr>
            <a:r>
              <a:rPr sz="2900" u="sng" spc="-5" dirty="0">
                <a:latin typeface="Tw Cen MT" panose="020B0602020104020603"/>
                <a:cs typeface="Tw Cen MT" panose="020B0602020104020603"/>
              </a:rPr>
              <a:t>A</a:t>
            </a:r>
            <a:r>
              <a:rPr sz="2900" u="sng" spc="-10" dirty="0">
                <a:latin typeface="Tw Cen MT" panose="020B0602020104020603"/>
                <a:cs typeface="Tw Cen MT" panose="020B0602020104020603"/>
              </a:rPr>
              <a:t>pp</a:t>
            </a:r>
            <a:r>
              <a:rPr sz="2900" u="sng" spc="-5" dirty="0">
                <a:latin typeface="Tw Cen MT" panose="020B0602020104020603"/>
                <a:cs typeface="Tw Cen MT" panose="020B0602020104020603"/>
              </a:rPr>
              <a:t>li</a:t>
            </a:r>
            <a:r>
              <a:rPr sz="2900" u="sng" spc="-10" dirty="0">
                <a:latin typeface="Tw Cen MT" panose="020B0602020104020603"/>
                <a:cs typeface="Tw Cen MT" panose="020B0602020104020603"/>
              </a:rPr>
              <a:t>ca</a:t>
            </a:r>
            <a:r>
              <a:rPr sz="2900" u="sng" spc="-5" dirty="0">
                <a:latin typeface="Tw Cen MT" panose="020B0602020104020603"/>
                <a:cs typeface="Tw Cen MT" panose="020B0602020104020603"/>
              </a:rPr>
              <a:t>tion-le</a:t>
            </a:r>
            <a:r>
              <a:rPr sz="2900" u="sng" spc="-65" dirty="0">
                <a:latin typeface="Tw Cen MT" panose="020B0602020104020603"/>
                <a:cs typeface="Tw Cen MT" panose="020B0602020104020603"/>
              </a:rPr>
              <a:t>v</a:t>
            </a:r>
            <a:r>
              <a:rPr sz="2900" u="sng" spc="-5" dirty="0">
                <a:latin typeface="Tw Cen MT" panose="020B0602020104020603"/>
                <a:cs typeface="Tw Cen MT" panose="020B0602020104020603"/>
              </a:rPr>
              <a:t>e</a:t>
            </a:r>
            <a:r>
              <a:rPr sz="2900" u="sng" dirty="0">
                <a:latin typeface="Tw Cen MT" panose="020B0602020104020603"/>
                <a:cs typeface="Tw Cen MT" panose="020B0602020104020603"/>
              </a:rPr>
              <a:t>l</a:t>
            </a:r>
            <a:r>
              <a:rPr sz="2900" u="sng" spc="-5" dirty="0">
                <a:latin typeface="Tw Cen MT" panose="020B0602020104020603"/>
                <a:cs typeface="Tw Cen MT" panose="020B0602020104020603"/>
              </a:rPr>
              <a:t> </a:t>
            </a:r>
            <a:r>
              <a:rPr sz="2900" u="sng" spc="-10" dirty="0">
                <a:latin typeface="Tw Cen MT" panose="020B0602020104020603"/>
                <a:cs typeface="Tw Cen MT" panose="020B0602020104020603"/>
              </a:rPr>
              <a:t>c</a:t>
            </a:r>
            <a:r>
              <a:rPr sz="2900" u="sng" spc="-5" dirty="0">
                <a:latin typeface="Tw Cen MT" panose="020B0602020104020603"/>
                <a:cs typeface="Tw Cen MT" panose="020B0602020104020603"/>
              </a:rPr>
              <a:t>ont</a:t>
            </a:r>
            <a:r>
              <a:rPr sz="2900" u="sng" spc="-65" dirty="0">
                <a:latin typeface="Tw Cen MT" panose="020B0602020104020603"/>
                <a:cs typeface="Tw Cen MT" panose="020B0602020104020603"/>
              </a:rPr>
              <a:t>r</a:t>
            </a:r>
            <a:r>
              <a:rPr sz="2900" u="sng" spc="-5" dirty="0">
                <a:latin typeface="Tw Cen MT" panose="020B0602020104020603"/>
                <a:cs typeface="Tw Cen MT" panose="020B0602020104020603"/>
              </a:rPr>
              <a:t>o</a:t>
            </a:r>
            <a:r>
              <a:rPr sz="2900" u="sng" dirty="0">
                <a:latin typeface="Tw Cen MT" panose="020B0602020104020603"/>
                <a:cs typeface="Tw Cen MT" panose="020B0602020104020603"/>
              </a:rPr>
              <a:t>l</a:t>
            </a:r>
            <a:r>
              <a:rPr sz="2900" u="sng" spc="-5" dirty="0">
                <a:latin typeface="Tw Cen MT" panose="020B0602020104020603"/>
                <a:cs typeface="Tw Cen MT" panose="020B0602020104020603"/>
              </a:rPr>
              <a:t> </a:t>
            </a:r>
            <a:r>
              <a:rPr sz="2900" dirty="0">
                <a:latin typeface="Tw Cen MT" panose="020B0602020104020603"/>
                <a:cs typeface="Tw Cen MT" panose="020B0602020104020603"/>
              </a:rPr>
              <a:t>–</a:t>
            </a:r>
            <a:r>
              <a:rPr sz="2900" spc="-5" dirty="0">
                <a:latin typeface="Tw Cen MT" panose="020B0602020104020603"/>
                <a:cs typeface="Tw Cen MT" panose="020B0602020104020603"/>
              </a:rPr>
              <a:t> A</a:t>
            </a:r>
            <a:r>
              <a:rPr sz="2900" spc="-10" dirty="0">
                <a:latin typeface="Tw Cen MT" panose="020B0602020104020603"/>
                <a:cs typeface="Tw Cen MT" panose="020B0602020104020603"/>
              </a:rPr>
              <a:t>pp</a:t>
            </a:r>
            <a:r>
              <a:rPr sz="2900" spc="-5" dirty="0">
                <a:latin typeface="Tw Cen MT" panose="020B0602020104020603"/>
                <a:cs typeface="Tw Cen MT" panose="020B0602020104020603"/>
              </a:rPr>
              <a:t>li</a:t>
            </a:r>
            <a:r>
              <a:rPr sz="2900" spc="-10" dirty="0">
                <a:latin typeface="Tw Cen MT" panose="020B0602020104020603"/>
                <a:cs typeface="Tw Cen MT" panose="020B0602020104020603"/>
              </a:rPr>
              <a:t>ca</a:t>
            </a:r>
            <a:r>
              <a:rPr sz="2900" spc="-5" dirty="0">
                <a:latin typeface="Tw Cen MT" panose="020B0602020104020603"/>
                <a:cs typeface="Tw Cen MT" panose="020B0602020104020603"/>
              </a:rPr>
              <a:t>tion</a:t>
            </a:r>
            <a:r>
              <a:rPr sz="2900" dirty="0">
                <a:latin typeface="Tw Cen MT" panose="020B0602020104020603"/>
                <a:cs typeface="Tw Cen MT" panose="020B0602020104020603"/>
              </a:rPr>
              <a:t>s</a:t>
            </a:r>
            <a:r>
              <a:rPr sz="2900" spc="-5" dirty="0">
                <a:latin typeface="Tw Cen MT" panose="020B0602020104020603"/>
                <a:cs typeface="Tw Cen MT" panose="020B0602020104020603"/>
              </a:rPr>
              <a:t> a</a:t>
            </a:r>
            <a:r>
              <a:rPr sz="2900" spc="-10" dirty="0">
                <a:latin typeface="Tw Cen MT" panose="020B0602020104020603"/>
                <a:cs typeface="Tw Cen MT" panose="020B0602020104020603"/>
              </a:rPr>
              <a:t>cc</a:t>
            </a:r>
            <a:r>
              <a:rPr sz="2900" spc="-5" dirty="0">
                <a:latin typeface="Tw Cen MT" panose="020B0602020104020603"/>
                <a:cs typeface="Tw Cen MT" panose="020B0602020104020603"/>
              </a:rPr>
              <a:t>es</a:t>
            </a:r>
            <a:r>
              <a:rPr sz="2900" dirty="0">
                <a:latin typeface="Tw Cen MT" panose="020B0602020104020603"/>
                <a:cs typeface="Tw Cen MT" panose="020B0602020104020603"/>
              </a:rPr>
              <a:t>s</a:t>
            </a:r>
            <a:r>
              <a:rPr sz="2900" spc="-5" dirty="0">
                <a:latin typeface="Tw Cen MT" panose="020B0602020104020603"/>
                <a:cs typeface="Tw Cen MT" panose="020B0602020104020603"/>
              </a:rPr>
              <a:t> th</a:t>
            </a:r>
            <a:r>
              <a:rPr sz="2900" dirty="0">
                <a:latin typeface="Tw Cen MT" panose="020B0602020104020603"/>
                <a:cs typeface="Tw Cen MT" panose="020B0602020104020603"/>
              </a:rPr>
              <a:t>e</a:t>
            </a:r>
            <a:r>
              <a:rPr sz="2900" spc="-5" dirty="0">
                <a:latin typeface="Tw Cen MT" panose="020B0602020104020603"/>
                <a:cs typeface="Tw Cen MT" panose="020B0602020104020603"/>
              </a:rPr>
              <a:t> </a:t>
            </a:r>
            <a:r>
              <a:rPr sz="2900" dirty="0">
                <a:latin typeface="Tw Cen MT" panose="020B0602020104020603"/>
                <a:cs typeface="Tw Cen MT" panose="020B0602020104020603"/>
              </a:rPr>
              <a:t>m</a:t>
            </a:r>
            <a:r>
              <a:rPr sz="2900" spc="-5" dirty="0">
                <a:latin typeface="Tw Cen MT" panose="020B0602020104020603"/>
                <a:cs typeface="Tw Cen MT" panose="020B0602020104020603"/>
              </a:rPr>
              <a:t>e</a:t>
            </a:r>
            <a:r>
              <a:rPr sz="2900" dirty="0">
                <a:latin typeface="Tw Cen MT" panose="020B0602020104020603"/>
                <a:cs typeface="Tw Cen MT" panose="020B0602020104020603"/>
              </a:rPr>
              <a:t>m</a:t>
            </a:r>
            <a:r>
              <a:rPr sz="2900" spc="-5" dirty="0">
                <a:latin typeface="Tw Cen MT" panose="020B0602020104020603"/>
                <a:cs typeface="Tw Cen MT" panose="020B0602020104020603"/>
              </a:rPr>
              <a:t>or</a:t>
            </a:r>
            <a:r>
              <a:rPr sz="2900" dirty="0">
                <a:latin typeface="Tw Cen MT" panose="020B0602020104020603"/>
                <a:cs typeface="Tw Cen MT" panose="020B0602020104020603"/>
              </a:rPr>
              <a:t>y </a:t>
            </a:r>
            <a:r>
              <a:rPr sz="2900" spc="-10" dirty="0">
                <a:latin typeface="Tw Cen MT" panose="020B0602020104020603"/>
                <a:cs typeface="Tw Cen MT" panose="020B0602020104020603"/>
              </a:rPr>
              <a:t>p</a:t>
            </a:r>
            <a:r>
              <a:rPr sz="2900" spc="-5" dirty="0">
                <a:latin typeface="Tw Cen MT" panose="020B0602020104020603"/>
                <a:cs typeface="Tw Cen MT" panose="020B0602020104020603"/>
              </a:rPr>
              <a:t>oo</a:t>
            </a:r>
            <a:r>
              <a:rPr sz="2900" dirty="0">
                <a:latin typeface="Tw Cen MT" panose="020B0602020104020603"/>
                <a:cs typeface="Tw Cen MT" panose="020B0602020104020603"/>
              </a:rPr>
              <a:t>l</a:t>
            </a:r>
            <a:r>
              <a:rPr sz="2900" spc="-5" dirty="0">
                <a:latin typeface="Tw Cen MT" panose="020B0602020104020603"/>
                <a:cs typeface="Tw Cen MT" panose="020B0602020104020603"/>
              </a:rPr>
              <a:t> dire</a:t>
            </a:r>
            <a:r>
              <a:rPr sz="2900" spc="-10" dirty="0">
                <a:latin typeface="Tw Cen MT" panose="020B0602020104020603"/>
                <a:cs typeface="Tw Cen MT" panose="020B0602020104020603"/>
              </a:rPr>
              <a:t>c</a:t>
            </a:r>
            <a:r>
              <a:rPr sz="2900" spc="-5" dirty="0">
                <a:latin typeface="Tw Cen MT" panose="020B0602020104020603"/>
                <a:cs typeface="Tw Cen MT" panose="020B0602020104020603"/>
              </a:rPr>
              <a:t>tl</a:t>
            </a:r>
            <a:r>
              <a:rPr sz="2900" spc="-180" dirty="0">
                <a:latin typeface="Tw Cen MT" panose="020B0602020104020603"/>
                <a:cs typeface="Tw Cen MT" panose="020B0602020104020603"/>
              </a:rPr>
              <a:t>y</a:t>
            </a:r>
            <a:r>
              <a:rPr sz="2900" dirty="0">
                <a:latin typeface="Tw Cen MT" panose="020B0602020104020603"/>
                <a:cs typeface="Tw Cen MT" panose="020B0602020104020603"/>
              </a:rPr>
              <a:t>.</a:t>
            </a:r>
            <a:endParaRPr sz="2900">
              <a:latin typeface="Tw Cen MT" panose="020B0602020104020603"/>
              <a:cs typeface="Tw Cen MT" panose="020B0602020104020603"/>
            </a:endParaRPr>
          </a:p>
        </p:txBody>
      </p:sp>
      <p:sp>
        <p:nvSpPr>
          <p:cNvPr id="4" name="object 4"/>
          <p:cNvSpPr txBox="1"/>
          <p:nvPr/>
        </p:nvSpPr>
        <p:spPr>
          <a:xfrm>
            <a:off x="78739" y="4245150"/>
            <a:ext cx="8319134" cy="892552"/>
          </a:xfrm>
          <a:prstGeom prst="rect">
            <a:avLst/>
          </a:prstGeom>
        </p:spPr>
        <p:txBody>
          <a:bodyPr vert="horz" wrap="square" lIns="0" tIns="0" rIns="0" bIns="0" rtlCol="0">
            <a:spAutoFit/>
          </a:bodyPr>
          <a:lstStyle/>
          <a:p>
            <a:pPr marL="332105" marR="5080" indent="-319405">
              <a:lnSpc>
                <a:spcPct val="100000"/>
              </a:lnSpc>
              <a:buClr>
                <a:srgbClr val="DD8046"/>
              </a:buClr>
              <a:buSzPct val="60000"/>
              <a:buFont typeface="Wingdings" panose="05000000000000000000"/>
              <a:buChar char=""/>
              <a:tabLst>
                <a:tab pos="332105" algn="l"/>
              </a:tabLst>
            </a:pPr>
            <a:r>
              <a:rPr sz="2900" u="sng" spc="-5" dirty="0">
                <a:latin typeface="Tw Cen MT" panose="020B0602020104020603"/>
                <a:cs typeface="Tw Cen MT" panose="020B0602020104020603"/>
              </a:rPr>
              <a:t>O</a:t>
            </a:r>
            <a:r>
              <a:rPr sz="2900" u="sng" spc="-10" dirty="0">
                <a:latin typeface="Tw Cen MT" panose="020B0602020104020603"/>
                <a:cs typeface="Tw Cen MT" panose="020B0602020104020603"/>
              </a:rPr>
              <a:t>p</a:t>
            </a:r>
            <a:r>
              <a:rPr sz="2900" u="sng" spc="-5" dirty="0">
                <a:latin typeface="Tw Cen MT" panose="020B0602020104020603"/>
                <a:cs typeface="Tw Cen MT" panose="020B0602020104020603"/>
              </a:rPr>
              <a:t>e</a:t>
            </a:r>
            <a:r>
              <a:rPr sz="2900" u="sng" spc="-35" dirty="0">
                <a:latin typeface="Tw Cen MT" panose="020B0602020104020603"/>
                <a:cs typeface="Tw Cen MT" panose="020B0602020104020603"/>
              </a:rPr>
              <a:t>r</a:t>
            </a:r>
            <a:r>
              <a:rPr sz="2900" u="sng" spc="-10" dirty="0">
                <a:latin typeface="Tw Cen MT" panose="020B0602020104020603"/>
                <a:cs typeface="Tw Cen MT" panose="020B0602020104020603"/>
              </a:rPr>
              <a:t>a</a:t>
            </a:r>
            <a:r>
              <a:rPr sz="2900" u="sng" spc="-5" dirty="0">
                <a:latin typeface="Tw Cen MT" panose="020B0602020104020603"/>
                <a:cs typeface="Tw Cen MT" panose="020B0602020104020603"/>
              </a:rPr>
              <a:t>ting syste</a:t>
            </a:r>
            <a:r>
              <a:rPr sz="2900" u="sng" dirty="0">
                <a:latin typeface="Tw Cen MT" panose="020B0602020104020603"/>
                <a:cs typeface="Tw Cen MT" panose="020B0602020104020603"/>
              </a:rPr>
              <a:t>m</a:t>
            </a:r>
            <a:r>
              <a:rPr sz="2900" u="sng" spc="-5" dirty="0">
                <a:latin typeface="Tw Cen MT" panose="020B0602020104020603"/>
                <a:cs typeface="Tw Cen MT" panose="020B0602020104020603"/>
              </a:rPr>
              <a:t> le</a:t>
            </a:r>
            <a:r>
              <a:rPr sz="2900" u="sng" spc="-65" dirty="0">
                <a:latin typeface="Tw Cen MT" panose="020B0602020104020603"/>
                <a:cs typeface="Tw Cen MT" panose="020B0602020104020603"/>
              </a:rPr>
              <a:t>v</a:t>
            </a:r>
            <a:r>
              <a:rPr sz="2900" u="sng" spc="-5" dirty="0">
                <a:latin typeface="Tw Cen MT" panose="020B0602020104020603"/>
                <a:cs typeface="Tw Cen MT" panose="020B0602020104020603"/>
              </a:rPr>
              <a:t>e</a:t>
            </a:r>
            <a:r>
              <a:rPr sz="2900" u="sng" dirty="0">
                <a:latin typeface="Tw Cen MT" panose="020B0602020104020603"/>
                <a:cs typeface="Tw Cen MT" panose="020B0602020104020603"/>
              </a:rPr>
              <a:t>l</a:t>
            </a:r>
            <a:r>
              <a:rPr sz="2900" u="sng" spc="-5" dirty="0">
                <a:latin typeface="Tw Cen MT" panose="020B0602020104020603"/>
                <a:cs typeface="Tw Cen MT" panose="020B0602020104020603"/>
              </a:rPr>
              <a:t> </a:t>
            </a:r>
            <a:r>
              <a:rPr sz="2900" u="sng" spc="-10" dirty="0">
                <a:latin typeface="Tw Cen MT" panose="020B0602020104020603"/>
                <a:cs typeface="Tw Cen MT" panose="020B0602020104020603"/>
              </a:rPr>
              <a:t>c</a:t>
            </a:r>
            <a:r>
              <a:rPr sz="2900" u="sng" spc="-5" dirty="0">
                <a:latin typeface="Tw Cen MT" panose="020B0602020104020603"/>
                <a:cs typeface="Tw Cen MT" panose="020B0602020104020603"/>
              </a:rPr>
              <a:t>ont</a:t>
            </a:r>
            <a:r>
              <a:rPr sz="2900" u="sng" spc="-65" dirty="0">
                <a:latin typeface="Tw Cen MT" panose="020B0602020104020603"/>
                <a:cs typeface="Tw Cen MT" panose="020B0602020104020603"/>
              </a:rPr>
              <a:t>r</a:t>
            </a:r>
            <a:r>
              <a:rPr sz="2900" u="sng" spc="-5" dirty="0">
                <a:latin typeface="Tw Cen MT" panose="020B0602020104020603"/>
                <a:cs typeface="Tw Cen MT" panose="020B0602020104020603"/>
              </a:rPr>
              <a:t>o</a:t>
            </a:r>
            <a:r>
              <a:rPr sz="2900" u="sng" dirty="0">
                <a:latin typeface="Tw Cen MT" panose="020B0602020104020603"/>
                <a:cs typeface="Tw Cen MT" panose="020B0602020104020603"/>
              </a:rPr>
              <a:t>l</a:t>
            </a:r>
            <a:r>
              <a:rPr sz="2900" u="sng" spc="-5" dirty="0">
                <a:latin typeface="Tw Cen MT" panose="020B0602020104020603"/>
                <a:cs typeface="Tw Cen MT" panose="020B0602020104020603"/>
              </a:rPr>
              <a:t> </a:t>
            </a:r>
            <a:r>
              <a:rPr sz="2900" dirty="0">
                <a:latin typeface="Tw Cen MT" panose="020B0602020104020603"/>
                <a:cs typeface="Tw Cen MT" panose="020B0602020104020603"/>
              </a:rPr>
              <a:t>–</a:t>
            </a:r>
            <a:r>
              <a:rPr sz="2900" spc="-5" dirty="0">
                <a:latin typeface="Tw Cen MT" panose="020B0602020104020603"/>
                <a:cs typeface="Tw Cen MT" panose="020B0602020104020603"/>
              </a:rPr>
              <a:t> A</a:t>
            </a:r>
            <a:r>
              <a:rPr sz="2900" spc="-10" dirty="0">
                <a:latin typeface="Tw Cen MT" panose="020B0602020104020603"/>
                <a:cs typeface="Tw Cen MT" panose="020B0602020104020603"/>
              </a:rPr>
              <a:t>cc</a:t>
            </a:r>
            <a:r>
              <a:rPr sz="2900" spc="-5" dirty="0">
                <a:latin typeface="Tw Cen MT" panose="020B0602020104020603"/>
                <a:cs typeface="Tw Cen MT" panose="020B0602020104020603"/>
              </a:rPr>
              <a:t>es</a:t>
            </a:r>
            <a:r>
              <a:rPr sz="2900" dirty="0">
                <a:latin typeface="Tw Cen MT" panose="020B0602020104020603"/>
                <a:cs typeface="Tw Cen MT" panose="020B0602020104020603"/>
              </a:rPr>
              <a:t>s</a:t>
            </a:r>
            <a:r>
              <a:rPr sz="2900" spc="-5" dirty="0">
                <a:latin typeface="Tw Cen MT" panose="020B0602020104020603"/>
                <a:cs typeface="Tw Cen MT" panose="020B0602020104020603"/>
              </a:rPr>
              <a:t> t</a:t>
            </a:r>
            <a:r>
              <a:rPr sz="2900" dirty="0">
                <a:latin typeface="Tw Cen MT" panose="020B0602020104020603"/>
                <a:cs typeface="Tw Cen MT" panose="020B0602020104020603"/>
              </a:rPr>
              <a:t>o</a:t>
            </a:r>
            <a:r>
              <a:rPr sz="2900" spc="-5" dirty="0">
                <a:latin typeface="Tw Cen MT" panose="020B0602020104020603"/>
                <a:cs typeface="Tw Cen MT" panose="020B0602020104020603"/>
              </a:rPr>
              <a:t> th</a:t>
            </a:r>
            <a:r>
              <a:rPr sz="2900" dirty="0">
                <a:latin typeface="Tw Cen MT" panose="020B0602020104020603"/>
                <a:cs typeface="Tw Cen MT" panose="020B0602020104020603"/>
              </a:rPr>
              <a:t>e</a:t>
            </a:r>
            <a:r>
              <a:rPr sz="2900" spc="-5" dirty="0">
                <a:latin typeface="Tw Cen MT" panose="020B0602020104020603"/>
                <a:cs typeface="Tw Cen MT" panose="020B0602020104020603"/>
              </a:rPr>
              <a:t> </a:t>
            </a:r>
            <a:r>
              <a:rPr sz="2900" dirty="0">
                <a:latin typeface="Tw Cen MT" panose="020B0602020104020603"/>
                <a:cs typeface="Tw Cen MT" panose="020B0602020104020603"/>
              </a:rPr>
              <a:t>m</a:t>
            </a:r>
            <a:r>
              <a:rPr sz="2900" spc="-5" dirty="0">
                <a:latin typeface="Tw Cen MT" panose="020B0602020104020603"/>
                <a:cs typeface="Tw Cen MT" panose="020B0602020104020603"/>
              </a:rPr>
              <a:t>e</a:t>
            </a:r>
            <a:r>
              <a:rPr sz="2900" dirty="0">
                <a:latin typeface="Tw Cen MT" panose="020B0602020104020603"/>
                <a:cs typeface="Tw Cen MT" panose="020B0602020104020603"/>
              </a:rPr>
              <a:t>m</a:t>
            </a:r>
            <a:r>
              <a:rPr sz="2900" spc="-5" dirty="0">
                <a:latin typeface="Tw Cen MT" panose="020B0602020104020603"/>
                <a:cs typeface="Tw Cen MT" panose="020B0602020104020603"/>
              </a:rPr>
              <a:t>or</a:t>
            </a:r>
            <a:r>
              <a:rPr sz="2900" dirty="0">
                <a:latin typeface="Tw Cen MT" panose="020B0602020104020603"/>
                <a:cs typeface="Tw Cen MT" panose="020B0602020104020603"/>
              </a:rPr>
              <a:t>y </a:t>
            </a:r>
            <a:r>
              <a:rPr sz="2900" spc="-10" dirty="0">
                <a:latin typeface="Tw Cen MT" panose="020B0602020104020603"/>
                <a:cs typeface="Tw Cen MT" panose="020B0602020104020603"/>
              </a:rPr>
              <a:t>p</a:t>
            </a:r>
            <a:r>
              <a:rPr sz="2900" spc="-5" dirty="0">
                <a:latin typeface="Tw Cen MT" panose="020B0602020104020603"/>
                <a:cs typeface="Tw Cen MT" panose="020B0602020104020603"/>
              </a:rPr>
              <a:t>oo</a:t>
            </a:r>
            <a:r>
              <a:rPr sz="2900" dirty="0">
                <a:latin typeface="Tw Cen MT" panose="020B0602020104020603"/>
                <a:cs typeface="Tw Cen MT" panose="020B0602020104020603"/>
              </a:rPr>
              <a:t>l</a:t>
            </a:r>
            <a:r>
              <a:rPr sz="2900" spc="-5" dirty="0">
                <a:latin typeface="Tw Cen MT" panose="020B0602020104020603"/>
                <a:cs typeface="Tw Cen MT" panose="020B0602020104020603"/>
              </a:rPr>
              <a:t> i</a:t>
            </a:r>
            <a:r>
              <a:rPr sz="2900" dirty="0">
                <a:latin typeface="Tw Cen MT" panose="020B0602020104020603"/>
                <a:cs typeface="Tw Cen MT" panose="020B0602020104020603"/>
              </a:rPr>
              <a:t>s</a:t>
            </a:r>
            <a:r>
              <a:rPr sz="2900" spc="-5" dirty="0">
                <a:latin typeface="Tw Cen MT" panose="020B0602020104020603"/>
                <a:cs typeface="Tw Cen MT" panose="020B0602020104020603"/>
              </a:rPr>
              <a:t> p</a:t>
            </a:r>
            <a:r>
              <a:rPr sz="2900" spc="-65" dirty="0">
                <a:latin typeface="Tw Cen MT" panose="020B0602020104020603"/>
                <a:cs typeface="Tw Cen MT" panose="020B0602020104020603"/>
              </a:rPr>
              <a:t>r</a:t>
            </a:r>
            <a:r>
              <a:rPr sz="2900" spc="-5" dirty="0">
                <a:latin typeface="Tw Cen MT" panose="020B0602020104020603"/>
                <a:cs typeface="Tw Cen MT" panose="020B0602020104020603"/>
              </a:rPr>
              <a:t>ovi</a:t>
            </a:r>
            <a:r>
              <a:rPr sz="2900" spc="-10" dirty="0">
                <a:latin typeface="Tw Cen MT" panose="020B0602020104020603"/>
                <a:cs typeface="Tw Cen MT" panose="020B0602020104020603"/>
              </a:rPr>
              <a:t>d</a:t>
            </a:r>
            <a:r>
              <a:rPr sz="2900" spc="-5" dirty="0">
                <a:latin typeface="Tw Cen MT" panose="020B0602020104020603"/>
                <a:cs typeface="Tw Cen MT" panose="020B0602020104020603"/>
              </a:rPr>
              <a:t>ed th</a:t>
            </a:r>
            <a:r>
              <a:rPr sz="2900" spc="-65" dirty="0">
                <a:latin typeface="Tw Cen MT" panose="020B0602020104020603"/>
                <a:cs typeface="Tw Cen MT" panose="020B0602020104020603"/>
              </a:rPr>
              <a:t>r</a:t>
            </a:r>
            <a:r>
              <a:rPr sz="2900" spc="-5" dirty="0">
                <a:latin typeface="Tw Cen MT" panose="020B0602020104020603"/>
                <a:cs typeface="Tw Cen MT" panose="020B0602020104020603"/>
              </a:rPr>
              <a:t>ou</a:t>
            </a:r>
            <a:r>
              <a:rPr sz="2900" spc="-10" dirty="0">
                <a:latin typeface="Tw Cen MT" panose="020B0602020104020603"/>
                <a:cs typeface="Tw Cen MT" panose="020B0602020104020603"/>
              </a:rPr>
              <a:t>g</a:t>
            </a:r>
            <a:r>
              <a:rPr sz="2900" spc="-5" dirty="0">
                <a:latin typeface="Tw Cen MT" panose="020B0602020104020603"/>
                <a:cs typeface="Tw Cen MT" panose="020B0602020104020603"/>
              </a:rPr>
              <a:t>h</a:t>
            </a:r>
            <a:r>
              <a:rPr sz="2900" dirty="0">
                <a:latin typeface="Tw Cen MT" panose="020B0602020104020603"/>
                <a:cs typeface="Tw Cen MT" panose="020B0602020104020603"/>
              </a:rPr>
              <a:t> </a:t>
            </a:r>
            <a:r>
              <a:rPr sz="2900" spc="-5" dirty="0">
                <a:latin typeface="Tw Cen MT" panose="020B0602020104020603"/>
                <a:cs typeface="Tw Cen MT" panose="020B0602020104020603"/>
              </a:rPr>
              <a:t>an</a:t>
            </a:r>
            <a:r>
              <a:rPr sz="2900" dirty="0">
                <a:latin typeface="Tw Cen MT" panose="020B0602020104020603"/>
                <a:cs typeface="Tw Cen MT" panose="020B0602020104020603"/>
              </a:rPr>
              <a:t> </a:t>
            </a:r>
            <a:r>
              <a:rPr sz="2900" spc="-5" dirty="0">
                <a:latin typeface="Tw Cen MT" panose="020B0602020104020603"/>
                <a:cs typeface="Tw Cen MT" panose="020B0602020104020603"/>
              </a:rPr>
              <a:t>o</a:t>
            </a:r>
            <a:r>
              <a:rPr sz="2900" spc="-10" dirty="0">
                <a:latin typeface="Tw Cen MT" panose="020B0602020104020603"/>
                <a:cs typeface="Tw Cen MT" panose="020B0602020104020603"/>
              </a:rPr>
              <a:t>p</a:t>
            </a:r>
            <a:r>
              <a:rPr sz="2900" spc="-5" dirty="0">
                <a:latin typeface="Tw Cen MT" panose="020B0602020104020603"/>
                <a:cs typeface="Tw Cen MT" panose="020B0602020104020603"/>
              </a:rPr>
              <a:t>e</a:t>
            </a:r>
            <a:r>
              <a:rPr sz="2900" spc="-35" dirty="0">
                <a:latin typeface="Tw Cen MT" panose="020B0602020104020603"/>
                <a:cs typeface="Tw Cen MT" panose="020B0602020104020603"/>
              </a:rPr>
              <a:t>r</a:t>
            </a:r>
            <a:r>
              <a:rPr sz="2900" spc="-10" dirty="0">
                <a:latin typeface="Tw Cen MT" panose="020B0602020104020603"/>
                <a:cs typeface="Tw Cen MT" panose="020B0602020104020603"/>
              </a:rPr>
              <a:t>a</a:t>
            </a:r>
            <a:r>
              <a:rPr sz="2900" spc="-5" dirty="0">
                <a:latin typeface="Tw Cen MT" panose="020B0602020104020603"/>
                <a:cs typeface="Tw Cen MT" panose="020B0602020104020603"/>
              </a:rPr>
              <a:t>ting syste</a:t>
            </a:r>
            <a:r>
              <a:rPr sz="2900" dirty="0">
                <a:latin typeface="Tw Cen MT" panose="020B0602020104020603"/>
                <a:cs typeface="Tw Cen MT" panose="020B0602020104020603"/>
              </a:rPr>
              <a:t>m.</a:t>
            </a:r>
            <a:endParaRPr sz="2900">
              <a:latin typeface="Tw Cen MT" panose="020B0602020104020603"/>
              <a:cs typeface="Tw Cen MT" panose="020B0602020104020603"/>
            </a:endParaRPr>
          </a:p>
        </p:txBody>
      </p:sp>
      <p:sp>
        <p:nvSpPr>
          <p:cNvPr id="5" name="object 5"/>
          <p:cNvSpPr/>
          <p:nvPr/>
        </p:nvSpPr>
        <p:spPr>
          <a:xfrm>
            <a:off x="2700527" y="2564892"/>
            <a:ext cx="3563112" cy="1583436"/>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2484120" y="5157215"/>
            <a:ext cx="3561587" cy="1467612"/>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652905">
              <a:lnSpc>
                <a:spcPct val="100000"/>
              </a:lnSpc>
            </a:pPr>
            <a:r>
              <a:rPr spc="-5" dirty="0"/>
              <a:t>Sto</a:t>
            </a:r>
            <a:r>
              <a:rPr spc="30" dirty="0"/>
              <a:t>r</a:t>
            </a:r>
            <a:r>
              <a:rPr spc="75" dirty="0"/>
              <a:t>a</a:t>
            </a:r>
            <a:r>
              <a:rPr spc="-10" dirty="0"/>
              <a:t>g</a:t>
            </a:r>
            <a:r>
              <a:rPr dirty="0"/>
              <a:t>e</a:t>
            </a:r>
            <a:r>
              <a:rPr b="0" spc="65" dirty="0">
                <a:latin typeface="Times New Roman" panose="02020603050405020304"/>
                <a:cs typeface="Times New Roman" panose="02020603050405020304"/>
              </a:rPr>
              <a:t> </a:t>
            </a:r>
            <a:r>
              <a:rPr spc="-50" dirty="0"/>
              <a:t>V</a:t>
            </a:r>
            <a:r>
              <a:rPr spc="-5" dirty="0"/>
              <a:t>i</a:t>
            </a:r>
            <a:r>
              <a:rPr spc="204" dirty="0"/>
              <a:t>r</a:t>
            </a:r>
            <a:r>
              <a:rPr spc="-5" dirty="0"/>
              <a:t>tu</a:t>
            </a:r>
            <a:r>
              <a:rPr spc="-10" dirty="0"/>
              <a:t>a</a:t>
            </a:r>
            <a:r>
              <a:rPr spc="-5" dirty="0"/>
              <a:t>li</a:t>
            </a:r>
            <a:r>
              <a:rPr dirty="0"/>
              <a:t>z</a:t>
            </a:r>
            <a:r>
              <a:rPr spc="75" dirty="0"/>
              <a:t>a</a:t>
            </a:r>
            <a:r>
              <a:rPr spc="-5" dirty="0"/>
              <a:t>tion</a:t>
            </a:r>
          </a:p>
        </p:txBody>
      </p:sp>
      <p:sp>
        <p:nvSpPr>
          <p:cNvPr id="3" name="object 3"/>
          <p:cNvSpPr txBox="1"/>
          <p:nvPr/>
        </p:nvSpPr>
        <p:spPr>
          <a:xfrm>
            <a:off x="0" y="1148745"/>
            <a:ext cx="8526780" cy="5709255"/>
          </a:xfrm>
          <a:prstGeom prst="rect">
            <a:avLst/>
          </a:prstGeom>
        </p:spPr>
        <p:txBody>
          <a:bodyPr vert="horz" wrap="square" lIns="0" tIns="0" rIns="0" bIns="0" rtlCol="0">
            <a:spAutoFit/>
          </a:bodyPr>
          <a:lstStyle/>
          <a:p>
            <a:pPr marL="12700">
              <a:lnSpc>
                <a:spcPct val="100000"/>
              </a:lnSpc>
              <a:buFont typeface="Arial" panose="020B0604020202020204" pitchFamily="34" charset="0"/>
              <a:buChar char="•"/>
            </a:pPr>
            <a:r>
              <a:rPr sz="1200" b="1" spc="-5" dirty="0">
                <a:solidFill>
                  <a:srgbClr val="FFFFFF"/>
                </a:solidFill>
                <a:latin typeface="Comic Sans MS" panose="030F0702030302020204"/>
                <a:cs typeface="Comic Sans MS" panose="030F0702030302020204"/>
              </a:rPr>
              <a:t>1</a:t>
            </a:r>
            <a:r>
              <a:rPr sz="1200" b="1" dirty="0">
                <a:solidFill>
                  <a:srgbClr val="FFFFFF"/>
                </a:solidFill>
                <a:latin typeface="Comic Sans MS" panose="030F0702030302020204"/>
                <a:cs typeface="Comic Sans MS" panose="030F0702030302020204"/>
              </a:rPr>
              <a:t>9</a:t>
            </a:r>
            <a:endParaRPr sz="1200">
              <a:latin typeface="Comic Sans MS" panose="030F0702030302020204"/>
              <a:cs typeface="Comic Sans MS" panose="030F0702030302020204"/>
            </a:endParaRPr>
          </a:p>
          <a:p>
            <a:pPr>
              <a:lnSpc>
                <a:spcPct val="100000"/>
              </a:lnSpc>
              <a:spcBef>
                <a:spcPts val="0"/>
              </a:spcBef>
              <a:buFont typeface="Arial" panose="020B0604020202020204" pitchFamily="34" charset="0"/>
              <a:buChar char="•"/>
            </a:pPr>
            <a:endParaRPr sz="1100">
              <a:latin typeface="Times New Roman" panose="02020603050405020304"/>
              <a:cs typeface="Times New Roman" panose="02020603050405020304"/>
            </a:endParaRPr>
          </a:p>
          <a:p>
            <a:pPr marL="861695" marR="5080" indent="-14605" algn="just">
              <a:lnSpc>
                <a:spcPct val="100000"/>
              </a:lnSpc>
              <a:buFont typeface="Arial" panose="020B0604020202020204" pitchFamily="34" charset="0"/>
              <a:buChar char="•"/>
            </a:pPr>
            <a:r>
              <a:rPr sz="2900" spc="145" dirty="0">
                <a:solidFill>
                  <a:srgbClr val="FF0000"/>
                </a:solidFill>
                <a:latin typeface="Tw Cen MT" panose="020B0602020104020603"/>
                <a:cs typeface="Tw Cen MT" panose="020B0602020104020603"/>
              </a:rPr>
              <a:t>Mul</a:t>
            </a:r>
            <a:r>
              <a:rPr sz="2900" spc="150" dirty="0">
                <a:solidFill>
                  <a:srgbClr val="FF0000"/>
                </a:solidFill>
                <a:latin typeface="Tw Cen MT" panose="020B0602020104020603"/>
                <a:cs typeface="Tw Cen MT" panose="020B0602020104020603"/>
              </a:rPr>
              <a:t>ti</a:t>
            </a:r>
            <a:r>
              <a:rPr sz="2900" spc="145" dirty="0">
                <a:solidFill>
                  <a:srgbClr val="FF0000"/>
                </a:solidFill>
                <a:latin typeface="Tw Cen MT" panose="020B0602020104020603"/>
                <a:cs typeface="Tw Cen MT" panose="020B0602020104020603"/>
              </a:rPr>
              <a:t>p</a:t>
            </a:r>
            <a:r>
              <a:rPr sz="2900" spc="150" dirty="0">
                <a:solidFill>
                  <a:srgbClr val="FF0000"/>
                </a:solidFill>
                <a:latin typeface="Tw Cen MT" panose="020B0602020104020603"/>
                <a:cs typeface="Tw Cen MT" panose="020B0602020104020603"/>
              </a:rPr>
              <a:t>l</a:t>
            </a:r>
            <a:r>
              <a:rPr sz="2900" dirty="0">
                <a:solidFill>
                  <a:srgbClr val="FF0000"/>
                </a:solidFill>
                <a:latin typeface="Tw Cen MT" panose="020B0602020104020603"/>
                <a:cs typeface="Tw Cen MT" panose="020B0602020104020603"/>
              </a:rPr>
              <a:t>e</a:t>
            </a:r>
            <a:r>
              <a:rPr sz="2900" spc="305" dirty="0">
                <a:solidFill>
                  <a:srgbClr val="FF0000"/>
                </a:solidFill>
                <a:latin typeface="Tw Cen MT" panose="020B0602020104020603"/>
                <a:cs typeface="Tw Cen MT" panose="020B0602020104020603"/>
              </a:rPr>
              <a:t> </a:t>
            </a:r>
            <a:r>
              <a:rPr sz="2900" spc="150" dirty="0">
                <a:solidFill>
                  <a:srgbClr val="FF0000"/>
                </a:solidFill>
                <a:latin typeface="Tw Cen MT" panose="020B0602020104020603"/>
                <a:cs typeface="Tw Cen MT" panose="020B0602020104020603"/>
              </a:rPr>
              <a:t>p</a:t>
            </a:r>
            <a:r>
              <a:rPr sz="2900" spc="85" dirty="0">
                <a:solidFill>
                  <a:srgbClr val="FF0000"/>
                </a:solidFill>
                <a:latin typeface="Tw Cen MT" panose="020B0602020104020603"/>
                <a:cs typeface="Tw Cen MT" panose="020B0602020104020603"/>
              </a:rPr>
              <a:t>h</a:t>
            </a:r>
            <a:r>
              <a:rPr sz="2900" spc="150" dirty="0">
                <a:solidFill>
                  <a:srgbClr val="FF0000"/>
                </a:solidFill>
                <a:latin typeface="Tw Cen MT" panose="020B0602020104020603"/>
                <a:cs typeface="Tw Cen MT" panose="020B0602020104020603"/>
              </a:rPr>
              <a:t>ysi</a:t>
            </a:r>
            <a:r>
              <a:rPr sz="2900" spc="145" dirty="0">
                <a:solidFill>
                  <a:srgbClr val="FF0000"/>
                </a:solidFill>
                <a:latin typeface="Tw Cen MT" panose="020B0602020104020603"/>
                <a:cs typeface="Tw Cen MT" panose="020B0602020104020603"/>
              </a:rPr>
              <a:t>ca</a:t>
            </a:r>
            <a:r>
              <a:rPr sz="2900" dirty="0">
                <a:solidFill>
                  <a:srgbClr val="FF0000"/>
                </a:solidFill>
                <a:latin typeface="Tw Cen MT" panose="020B0602020104020603"/>
                <a:cs typeface="Tw Cen MT" panose="020B0602020104020603"/>
              </a:rPr>
              <a:t>l</a:t>
            </a:r>
            <a:r>
              <a:rPr sz="2900" spc="305" dirty="0">
                <a:solidFill>
                  <a:srgbClr val="FF0000"/>
                </a:solidFill>
                <a:latin typeface="Tw Cen MT" panose="020B0602020104020603"/>
                <a:cs typeface="Tw Cen MT" panose="020B0602020104020603"/>
              </a:rPr>
              <a:t> </a:t>
            </a:r>
            <a:r>
              <a:rPr sz="2900" spc="150" dirty="0">
                <a:solidFill>
                  <a:srgbClr val="FF0000"/>
                </a:solidFill>
                <a:latin typeface="Tw Cen MT" panose="020B0602020104020603"/>
                <a:cs typeface="Tw Cen MT" panose="020B0602020104020603"/>
              </a:rPr>
              <a:t>sto</a:t>
            </a:r>
            <a:r>
              <a:rPr sz="2900" spc="120" dirty="0">
                <a:solidFill>
                  <a:srgbClr val="FF0000"/>
                </a:solidFill>
                <a:latin typeface="Tw Cen MT" panose="020B0602020104020603"/>
                <a:cs typeface="Tw Cen MT" panose="020B0602020104020603"/>
              </a:rPr>
              <a:t>r</a:t>
            </a:r>
            <a:r>
              <a:rPr sz="2900" spc="145" dirty="0">
                <a:solidFill>
                  <a:srgbClr val="FF0000"/>
                </a:solidFill>
                <a:latin typeface="Tw Cen MT" panose="020B0602020104020603"/>
                <a:cs typeface="Tw Cen MT" panose="020B0602020104020603"/>
              </a:rPr>
              <a:t>a</a:t>
            </a:r>
            <a:r>
              <a:rPr sz="2900" spc="80" dirty="0">
                <a:solidFill>
                  <a:srgbClr val="FF0000"/>
                </a:solidFill>
                <a:latin typeface="Tw Cen MT" panose="020B0602020104020603"/>
                <a:cs typeface="Tw Cen MT" panose="020B0602020104020603"/>
              </a:rPr>
              <a:t>g</a:t>
            </a:r>
            <a:r>
              <a:rPr sz="2900" dirty="0">
                <a:solidFill>
                  <a:srgbClr val="FF0000"/>
                </a:solidFill>
                <a:latin typeface="Tw Cen MT" panose="020B0602020104020603"/>
                <a:cs typeface="Tw Cen MT" panose="020B0602020104020603"/>
              </a:rPr>
              <a:t>e</a:t>
            </a:r>
            <a:r>
              <a:rPr sz="2900" spc="305" dirty="0">
                <a:solidFill>
                  <a:srgbClr val="FF0000"/>
                </a:solidFill>
                <a:latin typeface="Tw Cen MT" panose="020B0602020104020603"/>
                <a:cs typeface="Tw Cen MT" panose="020B0602020104020603"/>
              </a:rPr>
              <a:t> </a:t>
            </a:r>
            <a:r>
              <a:rPr sz="2900" spc="150" dirty="0">
                <a:solidFill>
                  <a:srgbClr val="FF0000"/>
                </a:solidFill>
                <a:latin typeface="Tw Cen MT" panose="020B0602020104020603"/>
                <a:cs typeface="Tw Cen MT" panose="020B0602020104020603"/>
              </a:rPr>
              <a:t>devi</a:t>
            </a:r>
            <a:r>
              <a:rPr sz="2900" spc="145" dirty="0">
                <a:solidFill>
                  <a:srgbClr val="FF0000"/>
                </a:solidFill>
                <a:latin typeface="Tw Cen MT" panose="020B0602020104020603"/>
                <a:cs typeface="Tw Cen MT" panose="020B0602020104020603"/>
              </a:rPr>
              <a:t>c</a:t>
            </a:r>
            <a:r>
              <a:rPr sz="2900" spc="150" dirty="0">
                <a:solidFill>
                  <a:srgbClr val="FF0000"/>
                </a:solidFill>
                <a:latin typeface="Tw Cen MT" panose="020B0602020104020603"/>
                <a:cs typeface="Tw Cen MT" panose="020B0602020104020603"/>
              </a:rPr>
              <a:t>e</a:t>
            </a:r>
            <a:r>
              <a:rPr sz="2900" dirty="0">
                <a:solidFill>
                  <a:srgbClr val="FF0000"/>
                </a:solidFill>
                <a:latin typeface="Tw Cen MT" panose="020B0602020104020603"/>
                <a:cs typeface="Tw Cen MT" panose="020B0602020104020603"/>
              </a:rPr>
              <a:t>s</a:t>
            </a:r>
            <a:r>
              <a:rPr sz="2900" spc="305" dirty="0">
                <a:latin typeface="Tw Cen MT" panose="020B0602020104020603"/>
                <a:cs typeface="Tw Cen MT" panose="020B0602020104020603"/>
              </a:rPr>
              <a:t> </a:t>
            </a:r>
            <a:r>
              <a:rPr sz="2900" spc="150" dirty="0">
                <a:latin typeface="Tw Cen MT" panose="020B0602020104020603"/>
                <a:cs typeface="Tw Cen MT" panose="020B0602020104020603"/>
              </a:rPr>
              <a:t>ar</a:t>
            </a:r>
            <a:r>
              <a:rPr sz="2900" dirty="0">
                <a:latin typeface="Tw Cen MT" panose="020B0602020104020603"/>
                <a:cs typeface="Tw Cen MT" panose="020B0602020104020603"/>
              </a:rPr>
              <a:t>e</a:t>
            </a:r>
            <a:r>
              <a:rPr sz="2900" spc="305" dirty="0">
                <a:latin typeface="Tw Cen MT" panose="020B0602020104020603"/>
                <a:cs typeface="Tw Cen MT" panose="020B0602020104020603"/>
              </a:rPr>
              <a:t> </a:t>
            </a:r>
            <a:r>
              <a:rPr sz="2900" spc="150" dirty="0">
                <a:latin typeface="Tw Cen MT" panose="020B0602020104020603"/>
                <a:cs typeface="Tw Cen MT" panose="020B0602020104020603"/>
              </a:rPr>
              <a:t>g</a:t>
            </a:r>
            <a:r>
              <a:rPr sz="2900" spc="90" dirty="0">
                <a:latin typeface="Tw Cen MT" panose="020B0602020104020603"/>
                <a:cs typeface="Tw Cen MT" panose="020B0602020104020603"/>
              </a:rPr>
              <a:t>r</a:t>
            </a:r>
            <a:r>
              <a:rPr sz="2900" spc="150" dirty="0">
                <a:latin typeface="Tw Cen MT" panose="020B0602020104020603"/>
                <a:cs typeface="Tw Cen MT" panose="020B0602020104020603"/>
              </a:rPr>
              <a:t>ou</a:t>
            </a:r>
            <a:r>
              <a:rPr sz="2900" spc="145" dirty="0">
                <a:latin typeface="Tw Cen MT" panose="020B0602020104020603"/>
                <a:cs typeface="Tw Cen MT" panose="020B0602020104020603"/>
              </a:rPr>
              <a:t>p</a:t>
            </a:r>
            <a:r>
              <a:rPr sz="2900" spc="150" dirty="0">
                <a:latin typeface="Tw Cen MT" panose="020B0602020104020603"/>
                <a:cs typeface="Tw Cen MT" panose="020B0602020104020603"/>
              </a:rPr>
              <a:t>e</a:t>
            </a:r>
            <a:r>
              <a:rPr sz="2900" spc="-5" dirty="0">
                <a:latin typeface="Tw Cen MT" panose="020B0602020104020603"/>
                <a:cs typeface="Tw Cen MT" panose="020B0602020104020603"/>
              </a:rPr>
              <a:t>d</a:t>
            </a:r>
            <a:r>
              <a:rPr sz="2900" dirty="0">
                <a:latin typeface="Tw Cen MT" panose="020B0602020104020603"/>
                <a:cs typeface="Tw Cen MT" panose="020B0602020104020603"/>
              </a:rPr>
              <a:t> </a:t>
            </a:r>
            <a:r>
              <a:rPr sz="2900" spc="100" dirty="0">
                <a:latin typeface="Tw Cen MT" panose="020B0602020104020603"/>
                <a:cs typeface="Tw Cen MT" panose="020B0602020104020603"/>
              </a:rPr>
              <a:t>t</a:t>
            </a:r>
            <a:r>
              <a:rPr sz="2900" spc="105" dirty="0">
                <a:latin typeface="Tw Cen MT" panose="020B0602020104020603"/>
                <a:cs typeface="Tw Cen MT" panose="020B0602020104020603"/>
              </a:rPr>
              <a:t>o</a:t>
            </a:r>
            <a:r>
              <a:rPr sz="2900" spc="35" dirty="0">
                <a:latin typeface="Tw Cen MT" panose="020B0602020104020603"/>
                <a:cs typeface="Tw Cen MT" panose="020B0602020104020603"/>
              </a:rPr>
              <a:t>g</a:t>
            </a:r>
            <a:r>
              <a:rPr sz="2900" spc="105" dirty="0">
                <a:latin typeface="Tw Cen MT" panose="020B0602020104020603"/>
                <a:cs typeface="Tw Cen MT" panose="020B0602020104020603"/>
              </a:rPr>
              <a:t>e</a:t>
            </a:r>
            <a:r>
              <a:rPr sz="2900" spc="100" dirty="0">
                <a:latin typeface="Tw Cen MT" panose="020B0602020104020603"/>
                <a:cs typeface="Tw Cen MT" panose="020B0602020104020603"/>
              </a:rPr>
              <a:t>th</a:t>
            </a:r>
            <a:r>
              <a:rPr sz="2900" spc="105" dirty="0">
                <a:latin typeface="Tw Cen MT" panose="020B0602020104020603"/>
                <a:cs typeface="Tw Cen MT" panose="020B0602020104020603"/>
              </a:rPr>
              <a:t>e</a:t>
            </a:r>
            <a:r>
              <a:rPr sz="2900" spc="-100" dirty="0">
                <a:latin typeface="Tw Cen MT" panose="020B0602020104020603"/>
                <a:cs typeface="Tw Cen MT" panose="020B0602020104020603"/>
              </a:rPr>
              <a:t>r</a:t>
            </a:r>
            <a:r>
              <a:rPr sz="2900" dirty="0">
                <a:latin typeface="Tw Cen MT" panose="020B0602020104020603"/>
                <a:cs typeface="Tw Cen MT" panose="020B0602020104020603"/>
              </a:rPr>
              <a:t>,</a:t>
            </a:r>
            <a:r>
              <a:rPr sz="2900" spc="215" dirty="0">
                <a:latin typeface="Tw Cen MT" panose="020B0602020104020603"/>
                <a:cs typeface="Tw Cen MT" panose="020B0602020104020603"/>
              </a:rPr>
              <a:t> </a:t>
            </a:r>
            <a:r>
              <a:rPr sz="2900" spc="110" dirty="0">
                <a:latin typeface="Tw Cen MT" panose="020B0602020104020603"/>
                <a:cs typeface="Tw Cen MT" panose="020B0602020104020603"/>
              </a:rPr>
              <a:t>w</a:t>
            </a:r>
            <a:r>
              <a:rPr sz="2900" spc="100" dirty="0">
                <a:latin typeface="Tw Cen MT" panose="020B0602020104020603"/>
                <a:cs typeface="Tw Cen MT" panose="020B0602020104020603"/>
              </a:rPr>
              <a:t>h</a:t>
            </a:r>
            <a:r>
              <a:rPr sz="2900" spc="105" dirty="0">
                <a:latin typeface="Tw Cen MT" panose="020B0602020104020603"/>
                <a:cs typeface="Tw Cen MT" panose="020B0602020104020603"/>
              </a:rPr>
              <a:t>i</a:t>
            </a:r>
            <a:r>
              <a:rPr sz="2900" spc="210" dirty="0">
                <a:latin typeface="Tw Cen MT" panose="020B0602020104020603"/>
                <a:cs typeface="Tw Cen MT" panose="020B0602020104020603"/>
              </a:rPr>
              <a:t>c</a:t>
            </a:r>
            <a:r>
              <a:rPr sz="2900" spc="-5" dirty="0">
                <a:latin typeface="Tw Cen MT" panose="020B0602020104020603"/>
                <a:cs typeface="Tw Cen MT" panose="020B0602020104020603"/>
              </a:rPr>
              <a:t>h</a:t>
            </a:r>
            <a:r>
              <a:rPr sz="2900" spc="220" dirty="0">
                <a:latin typeface="Tw Cen MT" panose="020B0602020104020603"/>
                <a:cs typeface="Tw Cen MT" panose="020B0602020104020603"/>
              </a:rPr>
              <a:t> </a:t>
            </a:r>
            <a:r>
              <a:rPr sz="2900" spc="100" dirty="0">
                <a:latin typeface="Tw Cen MT" panose="020B0602020104020603"/>
                <a:cs typeface="Tw Cen MT" panose="020B0602020104020603"/>
              </a:rPr>
              <a:t>th</a:t>
            </a:r>
            <a:r>
              <a:rPr sz="2900" spc="105" dirty="0">
                <a:latin typeface="Tw Cen MT" panose="020B0602020104020603"/>
                <a:cs typeface="Tw Cen MT" panose="020B0602020104020603"/>
              </a:rPr>
              <a:t>e</a:t>
            </a:r>
            <a:r>
              <a:rPr sz="2900" spc="-5" dirty="0">
                <a:latin typeface="Tw Cen MT" panose="020B0602020104020603"/>
                <a:cs typeface="Tw Cen MT" panose="020B0602020104020603"/>
              </a:rPr>
              <a:t>n</a:t>
            </a:r>
            <a:r>
              <a:rPr sz="2900" spc="220" dirty="0">
                <a:latin typeface="Tw Cen MT" panose="020B0602020104020603"/>
                <a:cs typeface="Tw Cen MT" panose="020B0602020104020603"/>
              </a:rPr>
              <a:t> </a:t>
            </a:r>
            <a:r>
              <a:rPr sz="2900" spc="105" dirty="0">
                <a:latin typeface="Tw Cen MT" panose="020B0602020104020603"/>
                <a:cs typeface="Tw Cen MT" panose="020B0602020104020603"/>
              </a:rPr>
              <a:t>appe</a:t>
            </a:r>
            <a:r>
              <a:rPr sz="2900" spc="100" dirty="0">
                <a:latin typeface="Tw Cen MT" panose="020B0602020104020603"/>
                <a:cs typeface="Tw Cen MT" panose="020B0602020104020603"/>
              </a:rPr>
              <a:t>a</a:t>
            </a:r>
            <a:r>
              <a:rPr sz="2900" dirty="0">
                <a:latin typeface="Tw Cen MT" panose="020B0602020104020603"/>
                <a:cs typeface="Tw Cen MT" panose="020B0602020104020603"/>
              </a:rPr>
              <a:t>r</a:t>
            </a:r>
            <a:r>
              <a:rPr sz="2900" spc="215" dirty="0">
                <a:latin typeface="Tw Cen MT" panose="020B0602020104020603"/>
                <a:cs typeface="Tw Cen MT" panose="020B0602020104020603"/>
              </a:rPr>
              <a:t> </a:t>
            </a:r>
            <a:r>
              <a:rPr sz="2900" spc="105" dirty="0">
                <a:latin typeface="Tw Cen MT" panose="020B0602020104020603"/>
                <a:cs typeface="Tw Cen MT" panose="020B0602020104020603"/>
              </a:rPr>
              <a:t>a</a:t>
            </a:r>
            <a:r>
              <a:rPr sz="2900" dirty="0">
                <a:latin typeface="Tw Cen MT" panose="020B0602020104020603"/>
                <a:cs typeface="Tw Cen MT" panose="020B0602020104020603"/>
              </a:rPr>
              <a:t>s</a:t>
            </a:r>
            <a:r>
              <a:rPr sz="2900" spc="225" dirty="0">
                <a:latin typeface="Tw Cen MT" panose="020B0602020104020603"/>
                <a:cs typeface="Tw Cen MT" panose="020B0602020104020603"/>
              </a:rPr>
              <a:t> </a:t>
            </a:r>
            <a:r>
              <a:rPr sz="2900" dirty="0">
                <a:latin typeface="Tw Cen MT" panose="020B0602020104020603"/>
                <a:cs typeface="Tw Cen MT" panose="020B0602020104020603"/>
              </a:rPr>
              <a:t>a</a:t>
            </a:r>
            <a:r>
              <a:rPr sz="2900" spc="225" dirty="0">
                <a:latin typeface="Tw Cen MT" panose="020B0602020104020603"/>
                <a:cs typeface="Tw Cen MT" panose="020B0602020104020603"/>
              </a:rPr>
              <a:t> </a:t>
            </a:r>
            <a:r>
              <a:rPr sz="2900" spc="110" dirty="0">
                <a:solidFill>
                  <a:srgbClr val="00B050"/>
                </a:solidFill>
                <a:latin typeface="Tw Cen MT" panose="020B0602020104020603"/>
                <a:cs typeface="Tw Cen MT" panose="020B0602020104020603"/>
              </a:rPr>
              <a:t>si</a:t>
            </a:r>
            <a:r>
              <a:rPr sz="2900" spc="105" dirty="0">
                <a:solidFill>
                  <a:srgbClr val="00B050"/>
                </a:solidFill>
                <a:latin typeface="Tw Cen MT" panose="020B0602020104020603"/>
                <a:cs typeface="Tw Cen MT" panose="020B0602020104020603"/>
              </a:rPr>
              <a:t>n</a:t>
            </a:r>
            <a:r>
              <a:rPr sz="2900" spc="100" dirty="0">
                <a:solidFill>
                  <a:srgbClr val="00B050"/>
                </a:solidFill>
                <a:latin typeface="Tw Cen MT" panose="020B0602020104020603"/>
                <a:cs typeface="Tw Cen MT" panose="020B0602020104020603"/>
              </a:rPr>
              <a:t>g</a:t>
            </a:r>
            <a:r>
              <a:rPr sz="2900" spc="110" dirty="0">
                <a:solidFill>
                  <a:srgbClr val="00B050"/>
                </a:solidFill>
                <a:latin typeface="Tw Cen MT" panose="020B0602020104020603"/>
                <a:cs typeface="Tw Cen MT" panose="020B0602020104020603"/>
              </a:rPr>
              <a:t>l</a:t>
            </a:r>
            <a:r>
              <a:rPr sz="2900" dirty="0">
                <a:solidFill>
                  <a:srgbClr val="00B050"/>
                </a:solidFill>
                <a:latin typeface="Tw Cen MT" panose="020B0602020104020603"/>
                <a:cs typeface="Tw Cen MT" panose="020B0602020104020603"/>
              </a:rPr>
              <a:t>e</a:t>
            </a:r>
            <a:r>
              <a:rPr sz="2900" spc="225" dirty="0">
                <a:solidFill>
                  <a:srgbClr val="00B050"/>
                </a:solidFill>
                <a:latin typeface="Tw Cen MT" panose="020B0602020104020603"/>
                <a:cs typeface="Tw Cen MT" panose="020B0602020104020603"/>
              </a:rPr>
              <a:t> </a:t>
            </a:r>
            <a:r>
              <a:rPr sz="2900" spc="110" dirty="0">
                <a:solidFill>
                  <a:srgbClr val="00B050"/>
                </a:solidFill>
                <a:latin typeface="Tw Cen MT" panose="020B0602020104020603"/>
                <a:cs typeface="Tw Cen MT" panose="020B0602020104020603"/>
              </a:rPr>
              <a:t>s</a:t>
            </a:r>
            <a:r>
              <a:rPr sz="2900" spc="105" dirty="0">
                <a:solidFill>
                  <a:srgbClr val="00B050"/>
                </a:solidFill>
                <a:latin typeface="Tw Cen MT" panose="020B0602020104020603"/>
                <a:cs typeface="Tw Cen MT" panose="020B0602020104020603"/>
              </a:rPr>
              <a:t>t</a:t>
            </a:r>
            <a:r>
              <a:rPr sz="2900" spc="110" dirty="0">
                <a:solidFill>
                  <a:srgbClr val="00B050"/>
                </a:solidFill>
                <a:latin typeface="Tw Cen MT" panose="020B0602020104020603"/>
                <a:cs typeface="Tw Cen MT" panose="020B0602020104020603"/>
              </a:rPr>
              <a:t>o</a:t>
            </a:r>
            <a:r>
              <a:rPr sz="2900" spc="80" dirty="0">
                <a:solidFill>
                  <a:srgbClr val="00B050"/>
                </a:solidFill>
                <a:latin typeface="Tw Cen MT" panose="020B0602020104020603"/>
                <a:cs typeface="Tw Cen MT" panose="020B0602020104020603"/>
              </a:rPr>
              <a:t>r</a:t>
            </a:r>
            <a:r>
              <a:rPr sz="2900" spc="100" dirty="0">
                <a:solidFill>
                  <a:srgbClr val="00B050"/>
                </a:solidFill>
                <a:latin typeface="Tw Cen MT" panose="020B0602020104020603"/>
                <a:cs typeface="Tw Cen MT" panose="020B0602020104020603"/>
              </a:rPr>
              <a:t>a</a:t>
            </a:r>
            <a:r>
              <a:rPr sz="2900" spc="45" dirty="0">
                <a:solidFill>
                  <a:srgbClr val="00B050"/>
                </a:solidFill>
                <a:latin typeface="Tw Cen MT" panose="020B0602020104020603"/>
                <a:cs typeface="Tw Cen MT" panose="020B0602020104020603"/>
              </a:rPr>
              <a:t>g</a:t>
            </a:r>
            <a:r>
              <a:rPr sz="2900" dirty="0">
                <a:solidFill>
                  <a:srgbClr val="00B050"/>
                </a:solidFill>
                <a:latin typeface="Tw Cen MT" panose="020B0602020104020603"/>
                <a:cs typeface="Tw Cen MT" panose="020B0602020104020603"/>
              </a:rPr>
              <a:t>e </a:t>
            </a:r>
            <a:r>
              <a:rPr sz="2900" spc="75" dirty="0">
                <a:solidFill>
                  <a:srgbClr val="00B050"/>
                </a:solidFill>
                <a:latin typeface="Tw Cen MT" panose="020B0602020104020603"/>
                <a:cs typeface="Tw Cen MT" panose="020B0602020104020603"/>
              </a:rPr>
              <a:t>d</a:t>
            </a:r>
            <a:r>
              <a:rPr sz="2900" spc="85" dirty="0">
                <a:solidFill>
                  <a:srgbClr val="00B050"/>
                </a:solidFill>
                <a:latin typeface="Tw Cen MT" panose="020B0602020104020603"/>
                <a:cs typeface="Tw Cen MT" panose="020B0602020104020603"/>
              </a:rPr>
              <a:t>e</a:t>
            </a:r>
            <a:r>
              <a:rPr sz="2900" spc="80" dirty="0">
                <a:solidFill>
                  <a:srgbClr val="00B050"/>
                </a:solidFill>
                <a:latin typeface="Tw Cen MT" panose="020B0602020104020603"/>
                <a:cs typeface="Tw Cen MT" panose="020B0602020104020603"/>
              </a:rPr>
              <a:t>v</a:t>
            </a:r>
            <a:r>
              <a:rPr sz="2900" spc="85" dirty="0">
                <a:solidFill>
                  <a:srgbClr val="00B050"/>
                </a:solidFill>
                <a:latin typeface="Tw Cen MT" panose="020B0602020104020603"/>
                <a:cs typeface="Tw Cen MT" panose="020B0602020104020603"/>
              </a:rPr>
              <a:t>i</a:t>
            </a:r>
            <a:r>
              <a:rPr sz="2900" spc="75" dirty="0">
                <a:solidFill>
                  <a:srgbClr val="00B050"/>
                </a:solidFill>
                <a:latin typeface="Tw Cen MT" panose="020B0602020104020603"/>
                <a:cs typeface="Tw Cen MT" panose="020B0602020104020603"/>
              </a:rPr>
              <a:t>c</a:t>
            </a:r>
            <a:r>
              <a:rPr sz="2900" spc="55" dirty="0">
                <a:solidFill>
                  <a:srgbClr val="00B050"/>
                </a:solidFill>
                <a:latin typeface="Tw Cen MT" panose="020B0602020104020603"/>
                <a:cs typeface="Tw Cen MT" panose="020B0602020104020603"/>
              </a:rPr>
              <a:t>e</a:t>
            </a:r>
            <a:r>
              <a:rPr sz="2900">
                <a:solidFill>
                  <a:srgbClr val="00B050"/>
                </a:solidFill>
                <a:latin typeface="Tw Cen MT" panose="020B0602020104020603"/>
                <a:cs typeface="Tw Cen MT" panose="020B0602020104020603"/>
              </a:rPr>
              <a:t>.</a:t>
            </a:r>
            <a:r>
              <a:rPr sz="2900" spc="175">
                <a:solidFill>
                  <a:srgbClr val="00B050"/>
                </a:solidFill>
                <a:latin typeface="Tw Cen MT" panose="020B0602020104020603"/>
                <a:cs typeface="Tw Cen MT" panose="020B0602020104020603"/>
              </a:rPr>
              <a:t> </a:t>
            </a:r>
            <a:endParaRPr lang="en-US" sz="2900" spc="175" dirty="0">
              <a:solidFill>
                <a:srgbClr val="00B050"/>
              </a:solidFill>
              <a:latin typeface="Tw Cen MT" panose="020B0602020104020603"/>
              <a:cs typeface="Tw Cen MT" panose="020B0602020104020603"/>
            </a:endParaRPr>
          </a:p>
          <a:p>
            <a:pPr marL="861695" marR="5080" indent="-14605" algn="just">
              <a:lnSpc>
                <a:spcPct val="100000"/>
              </a:lnSpc>
            </a:pPr>
            <a:endParaRPr lang="en-US" sz="2900" spc="175" dirty="0">
              <a:solidFill>
                <a:srgbClr val="00B050"/>
              </a:solidFill>
              <a:latin typeface="Tw Cen MT" panose="020B0602020104020603"/>
              <a:cs typeface="Tw Cen MT" panose="020B0602020104020603"/>
            </a:endParaRPr>
          </a:p>
          <a:p>
            <a:pPr marL="861695" marR="5080" indent="-14605" algn="just">
              <a:lnSpc>
                <a:spcPct val="100000"/>
              </a:lnSpc>
              <a:buFont typeface="Arial" panose="020B0604020202020204" pitchFamily="34" charset="0"/>
              <a:buChar char="•"/>
              <a:tabLst>
                <a:tab pos="1318895" algn="l"/>
              </a:tabLst>
            </a:pPr>
            <a:r>
              <a:rPr sz="2900" spc="80">
                <a:latin typeface="Tw Cen MT" panose="020B0602020104020603"/>
                <a:cs typeface="Tw Cen MT" panose="020B0602020104020603"/>
              </a:rPr>
              <a:t>Th</a:t>
            </a:r>
            <a:r>
              <a:rPr sz="2900" spc="85">
                <a:latin typeface="Tw Cen MT" panose="020B0602020104020603"/>
                <a:cs typeface="Tw Cen MT" panose="020B0602020104020603"/>
              </a:rPr>
              <a:t>i</a:t>
            </a:r>
            <a:r>
              <a:rPr sz="2900">
                <a:latin typeface="Tw Cen MT" panose="020B0602020104020603"/>
                <a:cs typeface="Tw Cen MT" panose="020B0602020104020603"/>
              </a:rPr>
              <a:t>s</a:t>
            </a:r>
            <a:r>
              <a:rPr sz="2900" spc="175">
                <a:latin typeface="Tw Cen MT" panose="020B0602020104020603"/>
                <a:cs typeface="Tw Cen MT" panose="020B0602020104020603"/>
              </a:rPr>
              <a:t> </a:t>
            </a:r>
            <a:r>
              <a:rPr sz="2900" spc="85" dirty="0">
                <a:latin typeface="Tw Cen MT" panose="020B0602020104020603"/>
                <a:cs typeface="Tw Cen MT" panose="020B0602020104020603"/>
              </a:rPr>
              <a:t>p</a:t>
            </a:r>
            <a:r>
              <a:rPr sz="2900" spc="25" dirty="0">
                <a:latin typeface="Tw Cen MT" panose="020B0602020104020603"/>
                <a:cs typeface="Tw Cen MT" panose="020B0602020104020603"/>
              </a:rPr>
              <a:t>r</a:t>
            </a:r>
            <a:r>
              <a:rPr sz="2900" spc="85" dirty="0">
                <a:latin typeface="Tw Cen MT" panose="020B0602020104020603"/>
                <a:cs typeface="Tw Cen MT" panose="020B0602020104020603"/>
              </a:rPr>
              <a:t>o</a:t>
            </a:r>
            <a:r>
              <a:rPr sz="2900" spc="80" dirty="0">
                <a:latin typeface="Tw Cen MT" panose="020B0602020104020603"/>
                <a:cs typeface="Tw Cen MT" panose="020B0602020104020603"/>
              </a:rPr>
              <a:t>v</a:t>
            </a:r>
            <a:r>
              <a:rPr sz="2900" spc="85" dirty="0">
                <a:latin typeface="Tw Cen MT" panose="020B0602020104020603"/>
                <a:cs typeface="Tw Cen MT" panose="020B0602020104020603"/>
              </a:rPr>
              <a:t>i</a:t>
            </a:r>
            <a:r>
              <a:rPr sz="2900" spc="75" dirty="0">
                <a:latin typeface="Tw Cen MT" panose="020B0602020104020603"/>
                <a:cs typeface="Tw Cen MT" panose="020B0602020104020603"/>
              </a:rPr>
              <a:t>d</a:t>
            </a:r>
            <a:r>
              <a:rPr sz="2900" spc="85" dirty="0">
                <a:latin typeface="Tw Cen MT" panose="020B0602020104020603"/>
                <a:cs typeface="Tw Cen MT" panose="020B0602020104020603"/>
              </a:rPr>
              <a:t>e</a:t>
            </a:r>
            <a:r>
              <a:rPr sz="2900" dirty="0">
                <a:latin typeface="Tw Cen MT" panose="020B0602020104020603"/>
                <a:cs typeface="Tw Cen MT" panose="020B0602020104020603"/>
              </a:rPr>
              <a:t>s</a:t>
            </a:r>
            <a:r>
              <a:rPr sz="2900" spc="175" dirty="0">
                <a:latin typeface="Tw Cen MT" panose="020B0602020104020603"/>
                <a:cs typeface="Tw Cen MT" panose="020B0602020104020603"/>
              </a:rPr>
              <a:t> </a:t>
            </a:r>
            <a:r>
              <a:rPr sz="2900" spc="25" dirty="0">
                <a:latin typeface="Tw Cen MT" panose="020B0602020104020603"/>
                <a:cs typeface="Tw Cen MT" panose="020B0602020104020603"/>
              </a:rPr>
              <a:t>v</a:t>
            </a:r>
            <a:r>
              <a:rPr sz="2900" spc="75" dirty="0">
                <a:latin typeface="Tw Cen MT" panose="020B0602020104020603"/>
                <a:cs typeface="Tw Cen MT" panose="020B0602020104020603"/>
              </a:rPr>
              <a:t>a</a:t>
            </a:r>
            <a:r>
              <a:rPr sz="2900" spc="85" dirty="0">
                <a:latin typeface="Tw Cen MT" panose="020B0602020104020603"/>
                <a:cs typeface="Tw Cen MT" panose="020B0602020104020603"/>
              </a:rPr>
              <a:t>rio</a:t>
            </a:r>
            <a:r>
              <a:rPr sz="2900" spc="80" dirty="0">
                <a:latin typeface="Tw Cen MT" panose="020B0602020104020603"/>
                <a:cs typeface="Tw Cen MT" panose="020B0602020104020603"/>
              </a:rPr>
              <a:t>u</a:t>
            </a:r>
            <a:r>
              <a:rPr sz="2900" dirty="0">
                <a:latin typeface="Tw Cen MT" panose="020B0602020104020603"/>
                <a:cs typeface="Tw Cen MT" panose="020B0602020104020603"/>
              </a:rPr>
              <a:t>s</a:t>
            </a:r>
            <a:r>
              <a:rPr sz="2900" spc="175" dirty="0">
                <a:latin typeface="Tw Cen MT" panose="020B0602020104020603"/>
                <a:cs typeface="Tw Cen MT" panose="020B0602020104020603"/>
              </a:rPr>
              <a:t> </a:t>
            </a:r>
            <a:r>
              <a:rPr sz="2900" spc="85" dirty="0">
                <a:latin typeface="Tw Cen MT" panose="020B0602020104020603"/>
                <a:cs typeface="Tw Cen MT" panose="020B0602020104020603"/>
              </a:rPr>
              <a:t>ad</a:t>
            </a:r>
            <a:r>
              <a:rPr sz="2900" spc="25" dirty="0">
                <a:latin typeface="Tw Cen MT" panose="020B0602020104020603"/>
                <a:cs typeface="Tw Cen MT" panose="020B0602020104020603"/>
              </a:rPr>
              <a:t>v</a:t>
            </a:r>
            <a:r>
              <a:rPr sz="2900" spc="75" dirty="0">
                <a:latin typeface="Tw Cen MT" panose="020B0602020104020603"/>
                <a:cs typeface="Tw Cen MT" panose="020B0602020104020603"/>
              </a:rPr>
              <a:t>a</a:t>
            </a:r>
            <a:r>
              <a:rPr sz="2900" spc="80" dirty="0">
                <a:latin typeface="Tw Cen MT" panose="020B0602020104020603"/>
                <a:cs typeface="Tw Cen MT" panose="020B0602020104020603"/>
              </a:rPr>
              <a:t>n</a:t>
            </a:r>
            <a:r>
              <a:rPr sz="2900" spc="85" dirty="0">
                <a:latin typeface="Tw Cen MT" panose="020B0602020104020603"/>
                <a:cs typeface="Tw Cen MT" panose="020B0602020104020603"/>
              </a:rPr>
              <a:t>t</a:t>
            </a:r>
            <a:r>
              <a:rPr sz="2900" spc="80" dirty="0">
                <a:latin typeface="Tw Cen MT" panose="020B0602020104020603"/>
                <a:cs typeface="Tw Cen MT" panose="020B0602020104020603"/>
              </a:rPr>
              <a:t>a</a:t>
            </a:r>
            <a:r>
              <a:rPr sz="2900" spc="25" dirty="0">
                <a:latin typeface="Tw Cen MT" panose="020B0602020104020603"/>
                <a:cs typeface="Tw Cen MT" panose="020B0602020104020603"/>
              </a:rPr>
              <a:t>g</a:t>
            </a:r>
            <a:r>
              <a:rPr sz="2900" spc="90" dirty="0">
                <a:latin typeface="Tw Cen MT" panose="020B0602020104020603"/>
                <a:cs typeface="Tw Cen MT" panose="020B0602020104020603"/>
              </a:rPr>
              <a:t>e</a:t>
            </a:r>
            <a:r>
              <a:rPr sz="2900" dirty="0">
                <a:latin typeface="Tw Cen MT" panose="020B0602020104020603"/>
                <a:cs typeface="Tw Cen MT" panose="020B0602020104020603"/>
              </a:rPr>
              <a:t>s</a:t>
            </a:r>
            <a:r>
              <a:rPr sz="2900" spc="185" dirty="0">
                <a:latin typeface="Tw Cen MT" panose="020B0602020104020603"/>
                <a:cs typeface="Tw Cen MT" panose="020B0602020104020603"/>
              </a:rPr>
              <a:t> </a:t>
            </a:r>
            <a:r>
              <a:rPr sz="2900" spc="90" dirty="0">
                <a:latin typeface="Tw Cen MT" panose="020B0602020104020603"/>
                <a:cs typeface="Tw Cen MT" panose="020B0602020104020603"/>
              </a:rPr>
              <a:t>s</a:t>
            </a:r>
            <a:r>
              <a:rPr sz="2900" spc="85" dirty="0">
                <a:latin typeface="Tw Cen MT" panose="020B0602020104020603"/>
                <a:cs typeface="Tw Cen MT" panose="020B0602020104020603"/>
              </a:rPr>
              <a:t>u</a:t>
            </a:r>
            <a:r>
              <a:rPr sz="2900" spc="200" dirty="0">
                <a:latin typeface="Tw Cen MT" panose="020B0602020104020603"/>
                <a:cs typeface="Tw Cen MT" panose="020B0602020104020603"/>
              </a:rPr>
              <a:t>c</a:t>
            </a:r>
            <a:r>
              <a:rPr sz="2900" spc="-5" dirty="0">
                <a:latin typeface="Tw Cen MT" panose="020B0602020104020603"/>
                <a:cs typeface="Tw Cen MT" panose="020B0602020104020603"/>
              </a:rPr>
              <a:t>h</a:t>
            </a:r>
            <a:r>
              <a:rPr sz="2900" spc="190" dirty="0">
                <a:latin typeface="Tw Cen MT" panose="020B0602020104020603"/>
                <a:cs typeface="Tw Cen MT" panose="020B0602020104020603"/>
              </a:rPr>
              <a:t> </a:t>
            </a:r>
            <a:r>
              <a:rPr sz="2900" spc="90" dirty="0">
                <a:latin typeface="Tw Cen MT" panose="020B0602020104020603"/>
                <a:cs typeface="Tw Cen MT" panose="020B0602020104020603"/>
              </a:rPr>
              <a:t>a</a:t>
            </a:r>
            <a:r>
              <a:rPr sz="2900" dirty="0">
                <a:latin typeface="Tw Cen MT" panose="020B0602020104020603"/>
                <a:cs typeface="Tw Cen MT" panose="020B0602020104020603"/>
              </a:rPr>
              <a:t>s </a:t>
            </a:r>
            <a:r>
              <a:rPr sz="2900" spc="50" dirty="0">
                <a:solidFill>
                  <a:srgbClr val="FF0000"/>
                </a:solidFill>
                <a:latin typeface="Tw Cen MT" panose="020B0602020104020603"/>
                <a:cs typeface="Tw Cen MT" panose="020B0602020104020603"/>
              </a:rPr>
              <a:t>ho</a:t>
            </a:r>
            <a:r>
              <a:rPr sz="2900" spc="55" dirty="0">
                <a:solidFill>
                  <a:srgbClr val="FF0000"/>
                </a:solidFill>
                <a:latin typeface="Tw Cen MT" panose="020B0602020104020603"/>
                <a:cs typeface="Tw Cen MT" panose="020B0602020104020603"/>
              </a:rPr>
              <a:t>m</a:t>
            </a:r>
            <a:r>
              <a:rPr sz="2900" spc="50" dirty="0">
                <a:solidFill>
                  <a:srgbClr val="FF0000"/>
                </a:solidFill>
                <a:latin typeface="Tw Cen MT" panose="020B0602020104020603"/>
                <a:cs typeface="Tw Cen MT" panose="020B0602020104020603"/>
              </a:rPr>
              <a:t>o</a:t>
            </a:r>
            <a:r>
              <a:rPr sz="2900" spc="-10" dirty="0">
                <a:solidFill>
                  <a:srgbClr val="FF0000"/>
                </a:solidFill>
                <a:latin typeface="Tw Cen MT" panose="020B0602020104020603"/>
                <a:cs typeface="Tw Cen MT" panose="020B0602020104020603"/>
              </a:rPr>
              <a:t>g</a:t>
            </a:r>
            <a:r>
              <a:rPr sz="2900" spc="55" dirty="0">
                <a:solidFill>
                  <a:srgbClr val="FF0000"/>
                </a:solidFill>
                <a:latin typeface="Tw Cen MT" panose="020B0602020104020603"/>
                <a:cs typeface="Tw Cen MT" panose="020B0602020104020603"/>
              </a:rPr>
              <a:t>e</a:t>
            </a:r>
            <a:r>
              <a:rPr sz="2900" spc="50" dirty="0">
                <a:solidFill>
                  <a:srgbClr val="FF0000"/>
                </a:solidFill>
                <a:latin typeface="Tw Cen MT" panose="020B0602020104020603"/>
                <a:cs typeface="Tw Cen MT" panose="020B0602020104020603"/>
              </a:rPr>
              <a:t>n</a:t>
            </a:r>
            <a:r>
              <a:rPr sz="2900" spc="55" dirty="0">
                <a:solidFill>
                  <a:srgbClr val="FF0000"/>
                </a:solidFill>
                <a:latin typeface="Tw Cen MT" panose="020B0602020104020603"/>
                <a:cs typeface="Tw Cen MT" panose="020B0602020104020603"/>
              </a:rPr>
              <a:t>i</a:t>
            </a:r>
            <a:r>
              <a:rPr sz="2900" spc="50" dirty="0">
                <a:solidFill>
                  <a:srgbClr val="FF0000"/>
                </a:solidFill>
                <a:latin typeface="Tw Cen MT" panose="020B0602020104020603"/>
                <a:cs typeface="Tw Cen MT" panose="020B0602020104020603"/>
              </a:rPr>
              <a:t>zat</a:t>
            </a:r>
            <a:r>
              <a:rPr sz="2900" spc="55" dirty="0">
                <a:solidFill>
                  <a:srgbClr val="FF0000"/>
                </a:solidFill>
                <a:latin typeface="Tw Cen MT" panose="020B0602020104020603"/>
                <a:cs typeface="Tw Cen MT" panose="020B0602020104020603"/>
              </a:rPr>
              <a:t>io</a:t>
            </a:r>
            <a:r>
              <a:rPr sz="2900" spc="-5" dirty="0">
                <a:solidFill>
                  <a:srgbClr val="FF0000"/>
                </a:solidFill>
                <a:latin typeface="Tw Cen MT" panose="020B0602020104020603"/>
                <a:cs typeface="Tw Cen MT" panose="020B0602020104020603"/>
              </a:rPr>
              <a:t>n</a:t>
            </a:r>
            <a:r>
              <a:rPr sz="2900" spc="120" dirty="0">
                <a:solidFill>
                  <a:srgbClr val="FF0000"/>
                </a:solidFill>
                <a:latin typeface="Tw Cen MT" panose="020B0602020104020603"/>
                <a:cs typeface="Tw Cen MT" panose="020B0602020104020603"/>
              </a:rPr>
              <a:t> </a:t>
            </a:r>
            <a:r>
              <a:rPr sz="2900" spc="55" dirty="0">
                <a:solidFill>
                  <a:srgbClr val="FF0000"/>
                </a:solidFill>
                <a:latin typeface="Tw Cen MT" panose="020B0602020104020603"/>
                <a:cs typeface="Tw Cen MT" panose="020B0602020104020603"/>
              </a:rPr>
              <a:t>o</a:t>
            </a:r>
            <a:r>
              <a:rPr sz="2900" dirty="0">
                <a:solidFill>
                  <a:srgbClr val="FF0000"/>
                </a:solidFill>
                <a:latin typeface="Tw Cen MT" panose="020B0602020104020603"/>
                <a:cs typeface="Tw Cen MT" panose="020B0602020104020603"/>
              </a:rPr>
              <a:t>f</a:t>
            </a:r>
            <a:r>
              <a:rPr sz="2900" spc="200" dirty="0">
                <a:solidFill>
                  <a:srgbClr val="FF0000"/>
                </a:solidFill>
                <a:latin typeface="Tw Cen MT" panose="020B0602020104020603"/>
                <a:cs typeface="Tw Cen MT" panose="020B0602020104020603"/>
              </a:rPr>
              <a:t> </a:t>
            </a:r>
            <a:r>
              <a:rPr sz="2900" spc="55" dirty="0">
                <a:solidFill>
                  <a:srgbClr val="FF0000"/>
                </a:solidFill>
                <a:latin typeface="Tw Cen MT" panose="020B0602020104020603"/>
                <a:cs typeface="Tw Cen MT" panose="020B0602020104020603"/>
              </a:rPr>
              <a:t>s</a:t>
            </a:r>
            <a:r>
              <a:rPr sz="2900" spc="50" dirty="0">
                <a:solidFill>
                  <a:srgbClr val="FF0000"/>
                </a:solidFill>
                <a:latin typeface="Tw Cen MT" panose="020B0602020104020603"/>
                <a:cs typeface="Tw Cen MT" panose="020B0602020104020603"/>
              </a:rPr>
              <a:t>t</a:t>
            </a:r>
            <a:r>
              <a:rPr sz="2900" spc="55" dirty="0">
                <a:solidFill>
                  <a:srgbClr val="FF0000"/>
                </a:solidFill>
                <a:latin typeface="Tw Cen MT" panose="020B0602020104020603"/>
                <a:cs typeface="Tw Cen MT" panose="020B0602020104020603"/>
              </a:rPr>
              <a:t>o</a:t>
            </a:r>
            <a:r>
              <a:rPr sz="2900" spc="25" dirty="0">
                <a:solidFill>
                  <a:srgbClr val="FF0000"/>
                </a:solidFill>
                <a:latin typeface="Tw Cen MT" panose="020B0602020104020603"/>
                <a:cs typeface="Tw Cen MT" panose="020B0602020104020603"/>
              </a:rPr>
              <a:t>r</a:t>
            </a:r>
            <a:r>
              <a:rPr sz="2900" spc="50" dirty="0">
                <a:solidFill>
                  <a:srgbClr val="FF0000"/>
                </a:solidFill>
                <a:latin typeface="Tw Cen MT" panose="020B0602020104020603"/>
                <a:cs typeface="Tw Cen MT" panose="020B0602020104020603"/>
              </a:rPr>
              <a:t>a</a:t>
            </a:r>
            <a:r>
              <a:rPr sz="2900" spc="-10" dirty="0">
                <a:solidFill>
                  <a:srgbClr val="FF0000"/>
                </a:solidFill>
                <a:latin typeface="Tw Cen MT" panose="020B0602020104020603"/>
                <a:cs typeface="Tw Cen MT" panose="020B0602020104020603"/>
              </a:rPr>
              <a:t>g</a:t>
            </a:r>
            <a:r>
              <a:rPr sz="2900" dirty="0">
                <a:solidFill>
                  <a:srgbClr val="FF0000"/>
                </a:solidFill>
                <a:latin typeface="Tw Cen MT" panose="020B0602020104020603"/>
                <a:cs typeface="Tw Cen MT" panose="020B0602020104020603"/>
              </a:rPr>
              <a:t>e</a:t>
            </a:r>
            <a:r>
              <a:rPr sz="2900" spc="114" dirty="0">
                <a:solidFill>
                  <a:srgbClr val="FF0000"/>
                </a:solidFill>
                <a:latin typeface="Tw Cen MT" panose="020B0602020104020603"/>
                <a:cs typeface="Tw Cen MT" panose="020B0602020104020603"/>
              </a:rPr>
              <a:t> </a:t>
            </a:r>
            <a:r>
              <a:rPr sz="2900" spc="55" dirty="0">
                <a:latin typeface="Tw Cen MT" panose="020B0602020104020603"/>
                <a:cs typeface="Tw Cen MT" panose="020B0602020104020603"/>
              </a:rPr>
              <a:t>a</a:t>
            </a:r>
            <a:r>
              <a:rPr sz="2900" spc="50" dirty="0">
                <a:latin typeface="Tw Cen MT" panose="020B0602020104020603"/>
                <a:cs typeface="Tw Cen MT" panose="020B0602020104020603"/>
              </a:rPr>
              <a:t>c</a:t>
            </a:r>
            <a:r>
              <a:rPr sz="2900" spc="-5" dirty="0">
                <a:latin typeface="Tw Cen MT" panose="020B0602020104020603"/>
                <a:cs typeface="Tw Cen MT" panose="020B0602020104020603"/>
              </a:rPr>
              <a:t>r</a:t>
            </a:r>
            <a:r>
              <a:rPr sz="2900" spc="55" dirty="0">
                <a:latin typeface="Tw Cen MT" panose="020B0602020104020603"/>
                <a:cs typeface="Tw Cen MT" panose="020B0602020104020603"/>
              </a:rPr>
              <a:t>os</a:t>
            </a:r>
            <a:r>
              <a:rPr sz="2900" dirty="0">
                <a:latin typeface="Tw Cen MT" panose="020B0602020104020603"/>
                <a:cs typeface="Tw Cen MT" panose="020B0602020104020603"/>
              </a:rPr>
              <a:t>s</a:t>
            </a:r>
            <a:r>
              <a:rPr sz="2900" spc="114" dirty="0">
                <a:latin typeface="Tw Cen MT" panose="020B0602020104020603"/>
                <a:cs typeface="Tw Cen MT" panose="020B0602020104020603"/>
              </a:rPr>
              <a:t> </a:t>
            </a:r>
            <a:r>
              <a:rPr sz="2900" spc="55" dirty="0">
                <a:latin typeface="Tw Cen MT" panose="020B0602020104020603"/>
                <a:cs typeface="Tw Cen MT" panose="020B0602020104020603"/>
              </a:rPr>
              <a:t>s</a:t>
            </a:r>
            <a:r>
              <a:rPr sz="2900" spc="50" dirty="0">
                <a:latin typeface="Tw Cen MT" panose="020B0602020104020603"/>
                <a:cs typeface="Tw Cen MT" panose="020B0602020104020603"/>
              </a:rPr>
              <a:t>t</a:t>
            </a:r>
            <a:r>
              <a:rPr sz="2900" spc="55" dirty="0">
                <a:latin typeface="Tw Cen MT" panose="020B0602020104020603"/>
                <a:cs typeface="Tw Cen MT" panose="020B0602020104020603"/>
              </a:rPr>
              <a:t>o</a:t>
            </a:r>
            <a:r>
              <a:rPr sz="2900" spc="25" dirty="0">
                <a:latin typeface="Tw Cen MT" panose="020B0602020104020603"/>
                <a:cs typeface="Tw Cen MT" panose="020B0602020104020603"/>
              </a:rPr>
              <a:t>r</a:t>
            </a:r>
            <a:r>
              <a:rPr sz="2900" spc="50" dirty="0">
                <a:latin typeface="Tw Cen MT" panose="020B0602020104020603"/>
                <a:cs typeface="Tw Cen MT" panose="020B0602020104020603"/>
              </a:rPr>
              <a:t>a</a:t>
            </a:r>
            <a:r>
              <a:rPr sz="2900" spc="-10" dirty="0">
                <a:latin typeface="Tw Cen MT" panose="020B0602020104020603"/>
                <a:cs typeface="Tw Cen MT" panose="020B0602020104020603"/>
              </a:rPr>
              <a:t>g</a:t>
            </a:r>
            <a:r>
              <a:rPr sz="2900" dirty="0">
                <a:latin typeface="Tw Cen MT" panose="020B0602020104020603"/>
                <a:cs typeface="Tw Cen MT" panose="020B0602020104020603"/>
              </a:rPr>
              <a:t>e</a:t>
            </a:r>
            <a:r>
              <a:rPr sz="2900" spc="114" dirty="0">
                <a:latin typeface="Tw Cen MT" panose="020B0602020104020603"/>
                <a:cs typeface="Tw Cen MT" panose="020B0602020104020603"/>
              </a:rPr>
              <a:t> </a:t>
            </a:r>
            <a:r>
              <a:rPr sz="2900" spc="55" dirty="0">
                <a:latin typeface="Tw Cen MT" panose="020B0602020104020603"/>
                <a:cs typeface="Tw Cen MT" panose="020B0602020104020603"/>
              </a:rPr>
              <a:t>de</a:t>
            </a:r>
            <a:r>
              <a:rPr sz="2900" spc="50" dirty="0">
                <a:latin typeface="Tw Cen MT" panose="020B0602020104020603"/>
                <a:cs typeface="Tw Cen MT" panose="020B0602020104020603"/>
              </a:rPr>
              <a:t>v</a:t>
            </a:r>
            <a:r>
              <a:rPr sz="2900" spc="55" dirty="0">
                <a:latin typeface="Tw Cen MT" panose="020B0602020104020603"/>
                <a:cs typeface="Tw Cen MT" panose="020B0602020104020603"/>
              </a:rPr>
              <a:t>i</a:t>
            </a:r>
            <a:r>
              <a:rPr sz="2900" spc="50" dirty="0">
                <a:latin typeface="Tw Cen MT" panose="020B0602020104020603"/>
                <a:cs typeface="Tw Cen MT" panose="020B0602020104020603"/>
              </a:rPr>
              <a:t>c</a:t>
            </a:r>
            <a:r>
              <a:rPr sz="2900" spc="55" dirty="0">
                <a:latin typeface="Tw Cen MT" panose="020B0602020104020603"/>
                <a:cs typeface="Tw Cen MT" panose="020B0602020104020603"/>
              </a:rPr>
              <a:t>e</a:t>
            </a:r>
            <a:r>
              <a:rPr sz="2900" dirty="0">
                <a:latin typeface="Tw Cen MT" panose="020B0602020104020603"/>
                <a:cs typeface="Tw Cen MT" panose="020B0602020104020603"/>
              </a:rPr>
              <a:t>s </a:t>
            </a:r>
            <a:r>
              <a:rPr sz="2900" spc="-5" dirty="0">
                <a:latin typeface="Tw Cen MT" panose="020B0602020104020603"/>
                <a:cs typeface="Tw Cen MT" panose="020B0602020104020603"/>
              </a:rPr>
              <a:t>o</a:t>
            </a:r>
            <a:r>
              <a:rPr sz="2900" dirty="0">
                <a:latin typeface="Tw Cen MT" panose="020B0602020104020603"/>
                <a:cs typeface="Tw Cen MT" panose="020B0602020104020603"/>
              </a:rPr>
              <a:t>f</a:t>
            </a:r>
            <a:r>
              <a:rPr sz="2900" spc="80" dirty="0">
                <a:latin typeface="Tw Cen MT" panose="020B0602020104020603"/>
                <a:cs typeface="Tw Cen MT" panose="020B0602020104020603"/>
              </a:rPr>
              <a:t> </a:t>
            </a:r>
            <a:r>
              <a:rPr sz="2900" spc="55" dirty="0">
                <a:solidFill>
                  <a:srgbClr val="00B050"/>
                </a:solidFill>
                <a:latin typeface="Tw Cen MT" panose="020B0602020104020603"/>
                <a:cs typeface="Tw Cen MT" panose="020B0602020104020603"/>
              </a:rPr>
              <a:t>m</a:t>
            </a:r>
            <a:r>
              <a:rPr sz="2900" spc="-5" dirty="0">
                <a:solidFill>
                  <a:srgbClr val="00B050"/>
                </a:solidFill>
                <a:latin typeface="Tw Cen MT" panose="020B0602020104020603"/>
                <a:cs typeface="Tw Cen MT" panose="020B0602020104020603"/>
              </a:rPr>
              <a:t>ulti</a:t>
            </a:r>
            <a:r>
              <a:rPr sz="2900" spc="-10" dirty="0">
                <a:solidFill>
                  <a:srgbClr val="00B050"/>
                </a:solidFill>
                <a:latin typeface="Tw Cen MT" panose="020B0602020104020603"/>
                <a:cs typeface="Tw Cen MT" panose="020B0602020104020603"/>
              </a:rPr>
              <a:t>p</a:t>
            </a:r>
            <a:r>
              <a:rPr sz="2900" spc="-5" dirty="0">
                <a:solidFill>
                  <a:srgbClr val="00B050"/>
                </a:solidFill>
                <a:latin typeface="Tw Cen MT" panose="020B0602020104020603"/>
                <a:cs typeface="Tw Cen MT" panose="020B0602020104020603"/>
              </a:rPr>
              <a:t>l</a:t>
            </a:r>
            <a:r>
              <a:rPr sz="2900" dirty="0">
                <a:solidFill>
                  <a:srgbClr val="00B050"/>
                </a:solidFill>
                <a:latin typeface="Tw Cen MT" panose="020B0602020104020603"/>
                <a:cs typeface="Tw Cen MT" panose="020B0602020104020603"/>
              </a:rPr>
              <a:t>e</a:t>
            </a:r>
            <a:r>
              <a:rPr sz="2900" spc="-5" dirty="0">
                <a:solidFill>
                  <a:srgbClr val="00B050"/>
                </a:solidFill>
                <a:latin typeface="Tw Cen MT" panose="020B0602020104020603"/>
                <a:cs typeface="Tw Cen MT" panose="020B0602020104020603"/>
              </a:rPr>
              <a:t> </a:t>
            </a:r>
            <a:r>
              <a:rPr sz="2900" spc="-10" dirty="0">
                <a:solidFill>
                  <a:srgbClr val="00B050"/>
                </a:solidFill>
                <a:latin typeface="Tw Cen MT" panose="020B0602020104020603"/>
                <a:cs typeface="Tw Cen MT" panose="020B0602020104020603"/>
              </a:rPr>
              <a:t>capac</a:t>
            </a:r>
            <a:r>
              <a:rPr sz="2900" spc="-5" dirty="0">
                <a:solidFill>
                  <a:srgbClr val="00B050"/>
                </a:solidFill>
                <a:latin typeface="Tw Cen MT" panose="020B0602020104020603"/>
                <a:cs typeface="Tw Cen MT" panose="020B0602020104020603"/>
              </a:rPr>
              <a:t>it</a:t>
            </a:r>
            <a:r>
              <a:rPr sz="2900" dirty="0">
                <a:solidFill>
                  <a:srgbClr val="00B050"/>
                </a:solidFill>
                <a:latin typeface="Tw Cen MT" panose="020B0602020104020603"/>
                <a:cs typeface="Tw Cen MT" panose="020B0602020104020603"/>
              </a:rPr>
              <a:t>y</a:t>
            </a:r>
            <a:r>
              <a:rPr sz="2900" spc="-5" dirty="0">
                <a:solidFill>
                  <a:srgbClr val="00B050"/>
                </a:solidFill>
                <a:latin typeface="Tw Cen MT" panose="020B0602020104020603"/>
                <a:cs typeface="Tw Cen MT" panose="020B0602020104020603"/>
              </a:rPr>
              <a:t> and s</a:t>
            </a:r>
            <a:r>
              <a:rPr sz="2900" spc="-10" dirty="0">
                <a:solidFill>
                  <a:srgbClr val="00B050"/>
                </a:solidFill>
                <a:latin typeface="Tw Cen MT" panose="020B0602020104020603"/>
                <a:cs typeface="Tw Cen MT" panose="020B0602020104020603"/>
              </a:rPr>
              <a:t>p</a:t>
            </a:r>
            <a:r>
              <a:rPr sz="2900" spc="-5" dirty="0">
                <a:solidFill>
                  <a:srgbClr val="00B050"/>
                </a:solidFill>
                <a:latin typeface="Tw Cen MT" panose="020B0602020104020603"/>
                <a:cs typeface="Tw Cen MT" panose="020B0602020104020603"/>
              </a:rPr>
              <a:t>ee</a:t>
            </a:r>
            <a:r>
              <a:rPr sz="2900" spc="-10" dirty="0">
                <a:solidFill>
                  <a:srgbClr val="00B050"/>
                </a:solidFill>
                <a:latin typeface="Tw Cen MT" panose="020B0602020104020603"/>
                <a:cs typeface="Tw Cen MT" panose="020B0602020104020603"/>
              </a:rPr>
              <a:t>d</a:t>
            </a:r>
            <a:r>
              <a:rPr sz="2900" spc="-65" dirty="0">
                <a:solidFill>
                  <a:srgbClr val="00B050"/>
                </a:solidFill>
                <a:latin typeface="Tw Cen MT" panose="020B0602020104020603"/>
                <a:cs typeface="Tw Cen MT" panose="020B0602020104020603"/>
              </a:rPr>
              <a:t>s</a:t>
            </a:r>
            <a:r>
              <a:rPr sz="2900" dirty="0">
                <a:latin typeface="Tw Cen MT" panose="020B0602020104020603"/>
                <a:cs typeface="Tw Cen MT" panose="020B0602020104020603"/>
              </a:rPr>
              <a:t>,</a:t>
            </a:r>
            <a:r>
              <a:rPr sz="2900" spc="-5" dirty="0">
                <a:latin typeface="Tw Cen MT" panose="020B0602020104020603"/>
                <a:cs typeface="Tw Cen MT" panose="020B0602020104020603"/>
              </a:rPr>
              <a:t> </a:t>
            </a:r>
            <a:r>
              <a:rPr sz="2900" spc="-5" dirty="0">
                <a:solidFill>
                  <a:srgbClr val="0070C0"/>
                </a:solidFill>
                <a:latin typeface="Tw Cen MT" panose="020B0602020104020603"/>
                <a:cs typeface="Tw Cen MT" panose="020B0602020104020603"/>
              </a:rPr>
              <a:t>re</a:t>
            </a:r>
            <a:r>
              <a:rPr sz="2900" spc="-10" dirty="0">
                <a:solidFill>
                  <a:srgbClr val="0070C0"/>
                </a:solidFill>
                <a:latin typeface="Tw Cen MT" panose="020B0602020104020603"/>
                <a:cs typeface="Tw Cen MT" panose="020B0602020104020603"/>
              </a:rPr>
              <a:t>d</a:t>
            </a:r>
            <a:r>
              <a:rPr sz="2900" spc="-5" dirty="0">
                <a:solidFill>
                  <a:srgbClr val="0070C0"/>
                </a:solidFill>
                <a:latin typeface="Tw Cen MT" panose="020B0602020104020603"/>
                <a:cs typeface="Tw Cen MT" panose="020B0602020104020603"/>
              </a:rPr>
              <a:t>u</a:t>
            </a:r>
            <a:r>
              <a:rPr sz="2900" spc="-10" dirty="0">
                <a:solidFill>
                  <a:srgbClr val="0070C0"/>
                </a:solidFill>
                <a:latin typeface="Tw Cen MT" panose="020B0602020104020603"/>
                <a:cs typeface="Tw Cen MT" panose="020B0602020104020603"/>
              </a:rPr>
              <a:t>c</a:t>
            </a:r>
            <a:r>
              <a:rPr sz="2900" spc="-5" dirty="0">
                <a:solidFill>
                  <a:srgbClr val="0070C0"/>
                </a:solidFill>
                <a:latin typeface="Tw Cen MT" panose="020B0602020104020603"/>
                <a:cs typeface="Tw Cen MT" panose="020B0602020104020603"/>
              </a:rPr>
              <a:t>ed</a:t>
            </a:r>
            <a:r>
              <a:rPr sz="2900" spc="-10" dirty="0">
                <a:solidFill>
                  <a:srgbClr val="0070C0"/>
                </a:solidFill>
                <a:latin typeface="Tw Cen MT" panose="020B0602020104020603"/>
                <a:cs typeface="Tw Cen MT" panose="020B0602020104020603"/>
              </a:rPr>
              <a:t> d</a:t>
            </a:r>
            <a:r>
              <a:rPr sz="2900" spc="-95" dirty="0">
                <a:solidFill>
                  <a:srgbClr val="0070C0"/>
                </a:solidFill>
                <a:latin typeface="Tw Cen MT" panose="020B0602020104020603"/>
                <a:cs typeface="Tw Cen MT" panose="020B0602020104020603"/>
              </a:rPr>
              <a:t>o</a:t>
            </a:r>
            <a:r>
              <a:rPr sz="2900" dirty="0">
                <a:solidFill>
                  <a:srgbClr val="0070C0"/>
                </a:solidFill>
                <a:latin typeface="Tw Cen MT" panose="020B0602020104020603"/>
                <a:cs typeface="Tw Cen MT" panose="020B0602020104020603"/>
              </a:rPr>
              <a:t>w</a:t>
            </a:r>
            <a:r>
              <a:rPr sz="2900" spc="-5" dirty="0">
                <a:solidFill>
                  <a:srgbClr val="0070C0"/>
                </a:solidFill>
                <a:latin typeface="Tw Cen MT" panose="020B0602020104020603"/>
                <a:cs typeface="Tw Cen MT" panose="020B0602020104020603"/>
              </a:rPr>
              <a:t>nti</a:t>
            </a:r>
            <a:r>
              <a:rPr sz="2900" dirty="0">
                <a:solidFill>
                  <a:srgbClr val="0070C0"/>
                </a:solidFill>
                <a:latin typeface="Tw Cen MT" panose="020B0602020104020603"/>
                <a:cs typeface="Tw Cen MT" panose="020B0602020104020603"/>
              </a:rPr>
              <a:t>m</a:t>
            </a:r>
            <a:r>
              <a:rPr sz="2900" spc="-125" dirty="0">
                <a:solidFill>
                  <a:srgbClr val="0070C0"/>
                </a:solidFill>
                <a:latin typeface="Tw Cen MT" panose="020B0602020104020603"/>
                <a:cs typeface="Tw Cen MT" panose="020B0602020104020603"/>
              </a:rPr>
              <a:t>e</a:t>
            </a:r>
            <a:r>
              <a:rPr sz="2900" dirty="0">
                <a:latin typeface="Tw Cen MT" panose="020B0602020104020603"/>
                <a:cs typeface="Tw Cen MT" panose="020B0602020104020603"/>
              </a:rPr>
              <a:t>, </a:t>
            </a:r>
            <a:r>
              <a:rPr sz="2900" spc="280" dirty="0">
                <a:solidFill>
                  <a:srgbClr val="00B050"/>
                </a:solidFill>
                <a:latin typeface="Tw Cen MT" panose="020B0602020104020603"/>
                <a:cs typeface="Tw Cen MT" panose="020B0602020104020603"/>
              </a:rPr>
              <a:t>lo</a:t>
            </a:r>
            <a:r>
              <a:rPr sz="2900" spc="275" dirty="0">
                <a:solidFill>
                  <a:srgbClr val="00B050"/>
                </a:solidFill>
                <a:latin typeface="Tw Cen MT" panose="020B0602020104020603"/>
                <a:cs typeface="Tw Cen MT" panose="020B0602020104020603"/>
              </a:rPr>
              <a:t>a</a:t>
            </a:r>
            <a:r>
              <a:rPr sz="2900" spc="-5" dirty="0">
                <a:solidFill>
                  <a:srgbClr val="00B050"/>
                </a:solidFill>
                <a:latin typeface="Tw Cen MT" panose="020B0602020104020603"/>
                <a:cs typeface="Tw Cen MT" panose="020B0602020104020603"/>
              </a:rPr>
              <a:t>d </a:t>
            </a:r>
            <a:r>
              <a:rPr sz="2900" spc="-229" dirty="0">
                <a:solidFill>
                  <a:srgbClr val="00B050"/>
                </a:solidFill>
                <a:latin typeface="Tw Cen MT" panose="020B0602020104020603"/>
                <a:cs typeface="Tw Cen MT" panose="020B0602020104020603"/>
              </a:rPr>
              <a:t> </a:t>
            </a:r>
            <a:r>
              <a:rPr sz="2900" spc="275" dirty="0">
                <a:solidFill>
                  <a:srgbClr val="00B050"/>
                </a:solidFill>
                <a:latin typeface="Tw Cen MT" panose="020B0602020104020603"/>
                <a:cs typeface="Tw Cen MT" panose="020B0602020104020603"/>
              </a:rPr>
              <a:t>ba</a:t>
            </a:r>
            <a:r>
              <a:rPr sz="2900" spc="285" dirty="0">
                <a:solidFill>
                  <a:srgbClr val="00B050"/>
                </a:solidFill>
                <a:latin typeface="Tw Cen MT" panose="020B0602020104020603"/>
                <a:cs typeface="Tw Cen MT" panose="020B0602020104020603"/>
              </a:rPr>
              <a:t>l</a:t>
            </a:r>
            <a:r>
              <a:rPr sz="2900" spc="275" dirty="0">
                <a:solidFill>
                  <a:srgbClr val="00B050"/>
                </a:solidFill>
                <a:latin typeface="Tw Cen MT" panose="020B0602020104020603"/>
                <a:cs typeface="Tw Cen MT" panose="020B0602020104020603"/>
              </a:rPr>
              <a:t>a</a:t>
            </a:r>
            <a:r>
              <a:rPr sz="2900" spc="280" dirty="0">
                <a:solidFill>
                  <a:srgbClr val="00B050"/>
                </a:solidFill>
                <a:latin typeface="Tw Cen MT" panose="020B0602020104020603"/>
                <a:cs typeface="Tw Cen MT" panose="020B0602020104020603"/>
              </a:rPr>
              <a:t>n</a:t>
            </a:r>
            <a:r>
              <a:rPr sz="2900" spc="275" dirty="0">
                <a:solidFill>
                  <a:srgbClr val="00B050"/>
                </a:solidFill>
                <a:latin typeface="Tw Cen MT" panose="020B0602020104020603"/>
                <a:cs typeface="Tw Cen MT" panose="020B0602020104020603"/>
              </a:rPr>
              <a:t>c</a:t>
            </a:r>
            <a:r>
              <a:rPr sz="2900" spc="285" dirty="0">
                <a:solidFill>
                  <a:srgbClr val="00B050"/>
                </a:solidFill>
                <a:latin typeface="Tw Cen MT" panose="020B0602020104020603"/>
                <a:cs typeface="Tw Cen MT" panose="020B0602020104020603"/>
              </a:rPr>
              <a:t>i</a:t>
            </a:r>
            <a:r>
              <a:rPr sz="2900" spc="280" dirty="0">
                <a:solidFill>
                  <a:srgbClr val="00B050"/>
                </a:solidFill>
                <a:latin typeface="Tw Cen MT" panose="020B0602020104020603"/>
                <a:cs typeface="Tw Cen MT" panose="020B0602020104020603"/>
              </a:rPr>
              <a:t>n</a:t>
            </a:r>
            <a:r>
              <a:rPr sz="2900" spc="-5" dirty="0">
                <a:solidFill>
                  <a:srgbClr val="00B050"/>
                </a:solidFill>
                <a:latin typeface="Tw Cen MT" panose="020B0602020104020603"/>
                <a:cs typeface="Tw Cen MT" panose="020B0602020104020603"/>
              </a:rPr>
              <a:t>g </a:t>
            </a:r>
            <a:r>
              <a:rPr sz="2900" spc="-225" dirty="0">
                <a:solidFill>
                  <a:srgbClr val="00B050"/>
                </a:solidFill>
                <a:latin typeface="Tw Cen MT" panose="020B0602020104020603"/>
                <a:cs typeface="Tw Cen MT" panose="020B0602020104020603"/>
              </a:rPr>
              <a:t> </a:t>
            </a:r>
            <a:r>
              <a:rPr sz="2900" spc="275" dirty="0">
                <a:latin typeface="Tw Cen MT" panose="020B0602020104020603"/>
                <a:cs typeface="Tw Cen MT" panose="020B0602020104020603"/>
              </a:rPr>
              <a:t>a</a:t>
            </a:r>
            <a:r>
              <a:rPr sz="2900" spc="280" dirty="0">
                <a:latin typeface="Tw Cen MT" panose="020B0602020104020603"/>
                <a:cs typeface="Tw Cen MT" panose="020B0602020104020603"/>
              </a:rPr>
              <a:t>n</a:t>
            </a:r>
            <a:r>
              <a:rPr sz="2900" spc="-5" dirty="0">
                <a:latin typeface="Tw Cen MT" panose="020B0602020104020603"/>
                <a:cs typeface="Tw Cen MT" panose="020B0602020104020603"/>
              </a:rPr>
              <a:t>d </a:t>
            </a:r>
            <a:r>
              <a:rPr sz="2900" spc="-225" dirty="0">
                <a:latin typeface="Tw Cen MT" panose="020B0602020104020603"/>
                <a:cs typeface="Tw Cen MT" panose="020B0602020104020603"/>
              </a:rPr>
              <a:t> </a:t>
            </a:r>
            <a:r>
              <a:rPr sz="2900" spc="275" dirty="0">
                <a:solidFill>
                  <a:srgbClr val="0070C0"/>
                </a:solidFill>
                <a:latin typeface="Tw Cen MT" panose="020B0602020104020603"/>
                <a:cs typeface="Tw Cen MT" panose="020B0602020104020603"/>
              </a:rPr>
              <a:t>b</a:t>
            </a:r>
            <a:r>
              <a:rPr sz="2900" spc="285" dirty="0">
                <a:solidFill>
                  <a:srgbClr val="0070C0"/>
                </a:solidFill>
                <a:latin typeface="Tw Cen MT" panose="020B0602020104020603"/>
                <a:cs typeface="Tw Cen MT" panose="020B0602020104020603"/>
              </a:rPr>
              <a:t>e</a:t>
            </a:r>
            <a:r>
              <a:rPr sz="2900" spc="280" dirty="0">
                <a:solidFill>
                  <a:srgbClr val="0070C0"/>
                </a:solidFill>
                <a:latin typeface="Tw Cen MT" panose="020B0602020104020603"/>
                <a:cs typeface="Tw Cen MT" panose="020B0602020104020603"/>
              </a:rPr>
              <a:t>tt</a:t>
            </a:r>
            <a:r>
              <a:rPr sz="2900" spc="285" dirty="0">
                <a:solidFill>
                  <a:srgbClr val="0070C0"/>
                </a:solidFill>
                <a:latin typeface="Tw Cen MT" panose="020B0602020104020603"/>
                <a:cs typeface="Tw Cen MT" panose="020B0602020104020603"/>
              </a:rPr>
              <a:t>e</a:t>
            </a:r>
            <a:r>
              <a:rPr sz="2900" dirty="0">
                <a:solidFill>
                  <a:srgbClr val="0070C0"/>
                </a:solidFill>
                <a:latin typeface="Tw Cen MT" panose="020B0602020104020603"/>
                <a:cs typeface="Tw Cen MT" panose="020B0602020104020603"/>
              </a:rPr>
              <a:t>r </a:t>
            </a:r>
            <a:r>
              <a:rPr sz="2900" spc="-225" dirty="0">
                <a:solidFill>
                  <a:srgbClr val="0070C0"/>
                </a:solidFill>
                <a:latin typeface="Tw Cen MT" panose="020B0602020104020603"/>
                <a:cs typeface="Tw Cen MT" panose="020B0602020104020603"/>
              </a:rPr>
              <a:t> </a:t>
            </a:r>
            <a:r>
              <a:rPr sz="2900" spc="285" dirty="0">
                <a:solidFill>
                  <a:srgbClr val="0070C0"/>
                </a:solidFill>
                <a:latin typeface="Tw Cen MT" panose="020B0602020104020603"/>
                <a:cs typeface="Tw Cen MT" panose="020B0602020104020603"/>
              </a:rPr>
              <a:t>o</a:t>
            </a:r>
            <a:r>
              <a:rPr sz="2900" spc="275" dirty="0">
                <a:solidFill>
                  <a:srgbClr val="0070C0"/>
                </a:solidFill>
                <a:latin typeface="Tw Cen MT" panose="020B0602020104020603"/>
                <a:cs typeface="Tw Cen MT" panose="020B0602020104020603"/>
              </a:rPr>
              <a:t>p</a:t>
            </a:r>
            <a:r>
              <a:rPr sz="2900" spc="280" dirty="0">
                <a:solidFill>
                  <a:srgbClr val="0070C0"/>
                </a:solidFill>
                <a:latin typeface="Tw Cen MT" panose="020B0602020104020603"/>
                <a:cs typeface="Tw Cen MT" panose="020B0602020104020603"/>
              </a:rPr>
              <a:t>t</a:t>
            </a:r>
            <a:r>
              <a:rPr sz="2900" spc="285" dirty="0">
                <a:solidFill>
                  <a:srgbClr val="0070C0"/>
                </a:solidFill>
                <a:latin typeface="Tw Cen MT" panose="020B0602020104020603"/>
                <a:cs typeface="Tw Cen MT" panose="020B0602020104020603"/>
              </a:rPr>
              <a:t>i</a:t>
            </a:r>
            <a:r>
              <a:rPr sz="2900" spc="290" dirty="0">
                <a:solidFill>
                  <a:srgbClr val="0070C0"/>
                </a:solidFill>
                <a:latin typeface="Tw Cen MT" panose="020B0602020104020603"/>
                <a:cs typeface="Tw Cen MT" panose="020B0602020104020603"/>
              </a:rPr>
              <a:t>m</a:t>
            </a:r>
            <a:r>
              <a:rPr sz="2900" spc="285" dirty="0">
                <a:solidFill>
                  <a:srgbClr val="0070C0"/>
                </a:solidFill>
                <a:latin typeface="Tw Cen MT" panose="020B0602020104020603"/>
                <a:cs typeface="Tw Cen MT" panose="020B0602020104020603"/>
              </a:rPr>
              <a:t>i</a:t>
            </a:r>
            <a:r>
              <a:rPr sz="2900" spc="280" dirty="0">
                <a:solidFill>
                  <a:srgbClr val="0070C0"/>
                </a:solidFill>
                <a:latin typeface="Tw Cen MT" panose="020B0602020104020603"/>
                <a:cs typeface="Tw Cen MT" panose="020B0602020104020603"/>
              </a:rPr>
              <a:t>z</a:t>
            </a:r>
            <a:r>
              <a:rPr sz="2900" spc="275" dirty="0">
                <a:solidFill>
                  <a:srgbClr val="0070C0"/>
                </a:solidFill>
                <a:latin typeface="Tw Cen MT" panose="020B0602020104020603"/>
                <a:cs typeface="Tw Cen MT" panose="020B0602020104020603"/>
              </a:rPr>
              <a:t>a</a:t>
            </a:r>
            <a:r>
              <a:rPr sz="2900" spc="280" dirty="0">
                <a:solidFill>
                  <a:srgbClr val="0070C0"/>
                </a:solidFill>
                <a:latin typeface="Tw Cen MT" panose="020B0602020104020603"/>
                <a:cs typeface="Tw Cen MT" panose="020B0602020104020603"/>
              </a:rPr>
              <a:t>t</a:t>
            </a:r>
            <a:r>
              <a:rPr sz="2900" spc="285" dirty="0">
                <a:solidFill>
                  <a:srgbClr val="0070C0"/>
                </a:solidFill>
                <a:latin typeface="Tw Cen MT" panose="020B0602020104020603"/>
                <a:cs typeface="Tw Cen MT" panose="020B0602020104020603"/>
              </a:rPr>
              <a:t>io</a:t>
            </a:r>
            <a:r>
              <a:rPr sz="2900" spc="-5" dirty="0">
                <a:solidFill>
                  <a:srgbClr val="0070C0"/>
                </a:solidFill>
                <a:latin typeface="Tw Cen MT" panose="020B0602020104020603"/>
                <a:cs typeface="Tw Cen MT" panose="020B0602020104020603"/>
              </a:rPr>
              <a:t>n</a:t>
            </a:r>
            <a:r>
              <a:rPr sz="2900" dirty="0">
                <a:solidFill>
                  <a:srgbClr val="0070C0"/>
                </a:solidFill>
                <a:latin typeface="Tw Cen MT" panose="020B0602020104020603"/>
                <a:cs typeface="Tw Cen MT" panose="020B0602020104020603"/>
              </a:rPr>
              <a:t> </a:t>
            </a:r>
            <a:r>
              <a:rPr sz="2900" spc="-225" dirty="0">
                <a:solidFill>
                  <a:srgbClr val="0070C0"/>
                </a:solidFill>
                <a:latin typeface="Tw Cen MT" panose="020B0602020104020603"/>
                <a:cs typeface="Tw Cen MT" panose="020B0602020104020603"/>
              </a:rPr>
              <a:t> </a:t>
            </a:r>
            <a:r>
              <a:rPr sz="2900" spc="285" dirty="0">
                <a:solidFill>
                  <a:srgbClr val="0070C0"/>
                </a:solidFill>
                <a:latin typeface="Tw Cen MT" panose="020B0602020104020603"/>
                <a:cs typeface="Tw Cen MT" panose="020B0602020104020603"/>
              </a:rPr>
              <a:t>o</a:t>
            </a:r>
            <a:r>
              <a:rPr sz="2900" dirty="0">
                <a:solidFill>
                  <a:srgbClr val="0070C0"/>
                </a:solidFill>
                <a:latin typeface="Tw Cen MT" panose="020B0602020104020603"/>
                <a:cs typeface="Tw Cen MT" panose="020B0602020104020603"/>
              </a:rPr>
              <a:t>f </a:t>
            </a:r>
            <a:r>
              <a:rPr sz="2900" spc="120" dirty="0">
                <a:solidFill>
                  <a:srgbClr val="0070C0"/>
                </a:solidFill>
                <a:latin typeface="Tw Cen MT" panose="020B0602020104020603"/>
                <a:cs typeface="Tw Cen MT" panose="020B0602020104020603"/>
              </a:rPr>
              <a:t>p</a:t>
            </a:r>
            <a:r>
              <a:rPr sz="2900" spc="125" dirty="0">
                <a:solidFill>
                  <a:srgbClr val="0070C0"/>
                </a:solidFill>
                <a:latin typeface="Tw Cen MT" panose="020B0602020104020603"/>
                <a:cs typeface="Tw Cen MT" panose="020B0602020104020603"/>
              </a:rPr>
              <a:t>er</a:t>
            </a:r>
            <a:r>
              <a:rPr sz="2900" spc="65" dirty="0">
                <a:solidFill>
                  <a:srgbClr val="0070C0"/>
                </a:solidFill>
                <a:latin typeface="Tw Cen MT" panose="020B0602020104020603"/>
                <a:cs typeface="Tw Cen MT" panose="020B0602020104020603"/>
              </a:rPr>
              <a:t>f</a:t>
            </a:r>
            <a:r>
              <a:rPr sz="2900" spc="125" dirty="0">
                <a:solidFill>
                  <a:srgbClr val="0070C0"/>
                </a:solidFill>
                <a:latin typeface="Tw Cen MT" panose="020B0602020104020603"/>
                <a:cs typeface="Tw Cen MT" panose="020B0602020104020603"/>
              </a:rPr>
              <a:t>o</a:t>
            </a:r>
            <a:r>
              <a:rPr sz="2900" spc="180" dirty="0">
                <a:solidFill>
                  <a:srgbClr val="0070C0"/>
                </a:solidFill>
                <a:latin typeface="Tw Cen MT" panose="020B0602020104020603"/>
                <a:cs typeface="Tw Cen MT" panose="020B0602020104020603"/>
              </a:rPr>
              <a:t>r</a:t>
            </a:r>
            <a:r>
              <a:rPr sz="2900" spc="130" dirty="0">
                <a:solidFill>
                  <a:srgbClr val="0070C0"/>
                </a:solidFill>
                <a:latin typeface="Tw Cen MT" panose="020B0602020104020603"/>
                <a:cs typeface="Tw Cen MT" panose="020B0602020104020603"/>
              </a:rPr>
              <a:t>m</a:t>
            </a:r>
            <a:r>
              <a:rPr sz="2900" spc="120" dirty="0">
                <a:solidFill>
                  <a:srgbClr val="0070C0"/>
                </a:solidFill>
                <a:latin typeface="Tw Cen MT" panose="020B0602020104020603"/>
                <a:cs typeface="Tw Cen MT" panose="020B0602020104020603"/>
              </a:rPr>
              <a:t>a</a:t>
            </a:r>
            <a:r>
              <a:rPr sz="2900" spc="125" dirty="0">
                <a:solidFill>
                  <a:srgbClr val="0070C0"/>
                </a:solidFill>
                <a:latin typeface="Tw Cen MT" panose="020B0602020104020603"/>
                <a:cs typeface="Tw Cen MT" panose="020B0602020104020603"/>
              </a:rPr>
              <a:t>n</a:t>
            </a:r>
            <a:r>
              <a:rPr sz="2900" spc="120" dirty="0">
                <a:solidFill>
                  <a:srgbClr val="0070C0"/>
                </a:solidFill>
                <a:latin typeface="Tw Cen MT" panose="020B0602020104020603"/>
                <a:cs typeface="Tw Cen MT" panose="020B0602020104020603"/>
              </a:rPr>
              <a:t>c</a:t>
            </a:r>
            <a:r>
              <a:rPr sz="2900" dirty="0">
                <a:solidFill>
                  <a:srgbClr val="0070C0"/>
                </a:solidFill>
                <a:latin typeface="Tw Cen MT" panose="020B0602020104020603"/>
                <a:cs typeface="Tw Cen MT" panose="020B0602020104020603"/>
              </a:rPr>
              <a:t>e</a:t>
            </a:r>
            <a:r>
              <a:rPr sz="2900" spc="254" dirty="0">
                <a:solidFill>
                  <a:srgbClr val="0070C0"/>
                </a:solidFill>
                <a:latin typeface="Tw Cen MT" panose="020B0602020104020603"/>
                <a:cs typeface="Tw Cen MT" panose="020B0602020104020603"/>
              </a:rPr>
              <a:t> </a:t>
            </a:r>
            <a:r>
              <a:rPr sz="2900" spc="125" dirty="0">
                <a:solidFill>
                  <a:srgbClr val="0070C0"/>
                </a:solidFill>
                <a:latin typeface="Tw Cen MT" panose="020B0602020104020603"/>
                <a:cs typeface="Tw Cen MT" panose="020B0602020104020603"/>
              </a:rPr>
              <a:t>an</a:t>
            </a:r>
            <a:r>
              <a:rPr sz="2900" spc="-5" dirty="0">
                <a:solidFill>
                  <a:srgbClr val="0070C0"/>
                </a:solidFill>
                <a:latin typeface="Tw Cen MT" panose="020B0602020104020603"/>
                <a:cs typeface="Tw Cen MT" panose="020B0602020104020603"/>
              </a:rPr>
              <a:t>d</a:t>
            </a:r>
            <a:r>
              <a:rPr sz="2900" spc="265" dirty="0">
                <a:solidFill>
                  <a:srgbClr val="0070C0"/>
                </a:solidFill>
                <a:latin typeface="Tw Cen MT" panose="020B0602020104020603"/>
                <a:cs typeface="Tw Cen MT" panose="020B0602020104020603"/>
              </a:rPr>
              <a:t> </a:t>
            </a:r>
            <a:r>
              <a:rPr sz="2900" spc="130" dirty="0">
                <a:solidFill>
                  <a:srgbClr val="0070C0"/>
                </a:solidFill>
                <a:latin typeface="Tw Cen MT" panose="020B0602020104020603"/>
                <a:cs typeface="Tw Cen MT" panose="020B0602020104020603"/>
              </a:rPr>
              <a:t>s</a:t>
            </a:r>
            <a:r>
              <a:rPr sz="2900" spc="125" dirty="0">
                <a:solidFill>
                  <a:srgbClr val="0070C0"/>
                </a:solidFill>
                <a:latin typeface="Tw Cen MT" panose="020B0602020104020603"/>
                <a:cs typeface="Tw Cen MT" panose="020B0602020104020603"/>
              </a:rPr>
              <a:t>p</a:t>
            </a:r>
            <a:r>
              <a:rPr sz="2900" spc="130" dirty="0">
                <a:solidFill>
                  <a:srgbClr val="0070C0"/>
                </a:solidFill>
                <a:latin typeface="Tw Cen MT" panose="020B0602020104020603"/>
                <a:cs typeface="Tw Cen MT" panose="020B0602020104020603"/>
              </a:rPr>
              <a:t>ee</a:t>
            </a:r>
            <a:r>
              <a:rPr sz="2900" spc="125" dirty="0">
                <a:solidFill>
                  <a:srgbClr val="0070C0"/>
                </a:solidFill>
                <a:latin typeface="Tw Cen MT" panose="020B0602020104020603"/>
                <a:cs typeface="Tw Cen MT" panose="020B0602020104020603"/>
              </a:rPr>
              <a:t>d</a:t>
            </a:r>
            <a:r>
              <a:rPr sz="2900">
                <a:solidFill>
                  <a:srgbClr val="0070C0"/>
                </a:solidFill>
                <a:latin typeface="Tw Cen MT" panose="020B0602020104020603"/>
                <a:cs typeface="Tw Cen MT" panose="020B0602020104020603"/>
              </a:rPr>
              <a:t>.</a:t>
            </a:r>
            <a:r>
              <a:rPr sz="2900" spc="265">
                <a:solidFill>
                  <a:srgbClr val="0070C0"/>
                </a:solidFill>
                <a:latin typeface="Tw Cen MT" panose="020B0602020104020603"/>
                <a:cs typeface="Tw Cen MT" panose="020B0602020104020603"/>
              </a:rPr>
              <a:t> </a:t>
            </a:r>
            <a:endParaRPr lang="en-US" sz="2900" spc="265" dirty="0">
              <a:solidFill>
                <a:srgbClr val="0070C0"/>
              </a:solidFill>
              <a:latin typeface="Tw Cen MT" panose="020B0602020104020603"/>
              <a:cs typeface="Tw Cen MT" panose="020B0602020104020603"/>
            </a:endParaRPr>
          </a:p>
          <a:p>
            <a:pPr marL="861695" marR="5080" indent="-14605" algn="just">
              <a:lnSpc>
                <a:spcPct val="100000"/>
              </a:lnSpc>
              <a:tabLst>
                <a:tab pos="1318895" algn="l"/>
              </a:tabLst>
            </a:pPr>
            <a:endParaRPr lang="en-US" sz="2900" spc="265" dirty="0">
              <a:solidFill>
                <a:srgbClr val="0070C0"/>
              </a:solidFill>
              <a:latin typeface="Tw Cen MT" panose="020B0602020104020603"/>
              <a:cs typeface="Tw Cen MT" panose="020B0602020104020603"/>
            </a:endParaRPr>
          </a:p>
          <a:p>
            <a:pPr marL="861695" marR="5080" indent="-14605" algn="just">
              <a:lnSpc>
                <a:spcPct val="100000"/>
              </a:lnSpc>
              <a:buFont typeface="Arial" panose="020B0604020202020204" pitchFamily="34" charset="0"/>
              <a:buChar char="•"/>
            </a:pPr>
            <a:r>
              <a:rPr sz="2900" spc="-45">
                <a:solidFill>
                  <a:srgbClr val="FFC000"/>
                </a:solidFill>
                <a:latin typeface="Tw Cen MT" panose="020B0602020104020603"/>
                <a:cs typeface="Tw Cen MT" panose="020B0602020104020603"/>
              </a:rPr>
              <a:t>P</a:t>
            </a:r>
            <a:r>
              <a:rPr sz="2900" spc="125">
                <a:solidFill>
                  <a:srgbClr val="FFC000"/>
                </a:solidFill>
                <a:latin typeface="Tw Cen MT" panose="020B0602020104020603"/>
                <a:cs typeface="Tw Cen MT" panose="020B0602020104020603"/>
              </a:rPr>
              <a:t>a</a:t>
            </a:r>
            <a:r>
              <a:rPr sz="2900" spc="185">
                <a:solidFill>
                  <a:srgbClr val="FFC000"/>
                </a:solidFill>
                <a:latin typeface="Tw Cen MT" panose="020B0602020104020603"/>
                <a:cs typeface="Tw Cen MT" panose="020B0602020104020603"/>
              </a:rPr>
              <a:t>r</a:t>
            </a:r>
            <a:r>
              <a:rPr sz="2900" spc="125">
                <a:solidFill>
                  <a:srgbClr val="FFC000"/>
                </a:solidFill>
                <a:latin typeface="Tw Cen MT" panose="020B0602020104020603"/>
                <a:cs typeface="Tw Cen MT" panose="020B0602020104020603"/>
              </a:rPr>
              <a:t>t</a:t>
            </a:r>
            <a:r>
              <a:rPr sz="2900" spc="130">
                <a:solidFill>
                  <a:srgbClr val="FFC000"/>
                </a:solidFill>
                <a:latin typeface="Tw Cen MT" panose="020B0602020104020603"/>
                <a:cs typeface="Tw Cen MT" panose="020B0602020104020603"/>
              </a:rPr>
              <a:t>i</a:t>
            </a:r>
            <a:r>
              <a:rPr sz="2900" spc="125">
                <a:solidFill>
                  <a:srgbClr val="FFC000"/>
                </a:solidFill>
                <a:latin typeface="Tw Cen MT" panose="020B0602020104020603"/>
                <a:cs typeface="Tw Cen MT" panose="020B0602020104020603"/>
              </a:rPr>
              <a:t>t</a:t>
            </a:r>
            <a:r>
              <a:rPr sz="2900" spc="130">
                <a:solidFill>
                  <a:srgbClr val="FFC000"/>
                </a:solidFill>
                <a:latin typeface="Tw Cen MT" panose="020B0602020104020603"/>
                <a:cs typeface="Tw Cen MT" panose="020B0602020104020603"/>
              </a:rPr>
              <a:t>io</a:t>
            </a:r>
            <a:r>
              <a:rPr sz="2900" spc="125">
                <a:solidFill>
                  <a:srgbClr val="FFC000"/>
                </a:solidFill>
                <a:latin typeface="Tw Cen MT" panose="020B0602020104020603"/>
                <a:cs typeface="Tw Cen MT" panose="020B0602020104020603"/>
              </a:rPr>
              <a:t>n</a:t>
            </a:r>
            <a:r>
              <a:rPr sz="2900" spc="130">
                <a:solidFill>
                  <a:srgbClr val="FFC000"/>
                </a:solidFill>
                <a:latin typeface="Tw Cen MT" panose="020B0602020104020603"/>
                <a:cs typeface="Tw Cen MT" panose="020B0602020104020603"/>
              </a:rPr>
              <a:t>i</a:t>
            </a:r>
            <a:r>
              <a:rPr sz="2900" spc="125">
                <a:solidFill>
                  <a:srgbClr val="FFC000"/>
                </a:solidFill>
                <a:latin typeface="Tw Cen MT" panose="020B0602020104020603"/>
                <a:cs typeface="Tw Cen MT" panose="020B0602020104020603"/>
              </a:rPr>
              <a:t>n</a:t>
            </a:r>
            <a:r>
              <a:rPr sz="2900" spc="-5">
                <a:solidFill>
                  <a:srgbClr val="FFC000"/>
                </a:solidFill>
                <a:latin typeface="Tw Cen MT" panose="020B0602020104020603"/>
                <a:cs typeface="Tw Cen MT" panose="020B0602020104020603"/>
              </a:rPr>
              <a:t>g</a:t>
            </a:r>
            <a:r>
              <a:rPr sz="2900" spc="265">
                <a:solidFill>
                  <a:srgbClr val="FFC000"/>
                </a:solidFill>
                <a:latin typeface="Tw Cen MT" panose="020B0602020104020603"/>
                <a:cs typeface="Tw Cen MT" panose="020B0602020104020603"/>
              </a:rPr>
              <a:t> </a:t>
            </a:r>
            <a:r>
              <a:rPr sz="2900" spc="40" dirty="0">
                <a:solidFill>
                  <a:srgbClr val="FFC000"/>
                </a:solidFill>
                <a:latin typeface="Tw Cen MT" panose="020B0602020104020603"/>
                <a:cs typeface="Tw Cen MT" panose="020B0602020104020603"/>
              </a:rPr>
              <a:t>y</a:t>
            </a:r>
            <a:r>
              <a:rPr sz="2900" spc="130" dirty="0">
                <a:solidFill>
                  <a:srgbClr val="FFC000"/>
                </a:solidFill>
                <a:latin typeface="Tw Cen MT" panose="020B0602020104020603"/>
                <a:cs typeface="Tw Cen MT" panose="020B0602020104020603"/>
              </a:rPr>
              <a:t>o</a:t>
            </a:r>
            <a:r>
              <a:rPr sz="2900" spc="125" dirty="0">
                <a:solidFill>
                  <a:srgbClr val="FFC000"/>
                </a:solidFill>
                <a:latin typeface="Tw Cen MT" panose="020B0602020104020603"/>
                <a:cs typeface="Tw Cen MT" panose="020B0602020104020603"/>
              </a:rPr>
              <a:t>u</a:t>
            </a:r>
            <a:r>
              <a:rPr sz="2900" dirty="0">
                <a:solidFill>
                  <a:srgbClr val="FFC000"/>
                </a:solidFill>
                <a:latin typeface="Tw Cen MT" panose="020B0602020104020603"/>
                <a:cs typeface="Tw Cen MT" panose="020B0602020104020603"/>
              </a:rPr>
              <a:t>r</a:t>
            </a:r>
            <a:r>
              <a:rPr sz="2900" spc="265" dirty="0">
                <a:solidFill>
                  <a:srgbClr val="FFC000"/>
                </a:solidFill>
                <a:latin typeface="Tw Cen MT" panose="020B0602020104020603"/>
                <a:cs typeface="Tw Cen MT" panose="020B0602020104020603"/>
              </a:rPr>
              <a:t> </a:t>
            </a:r>
            <a:r>
              <a:rPr sz="2900" spc="125" dirty="0">
                <a:solidFill>
                  <a:srgbClr val="FFC000"/>
                </a:solidFill>
                <a:latin typeface="Tw Cen MT" panose="020B0602020104020603"/>
                <a:cs typeface="Tw Cen MT" panose="020B0602020104020603"/>
              </a:rPr>
              <a:t>ha</a:t>
            </a:r>
            <a:r>
              <a:rPr sz="2900" spc="130" dirty="0">
                <a:solidFill>
                  <a:srgbClr val="FFC000"/>
                </a:solidFill>
                <a:latin typeface="Tw Cen MT" panose="020B0602020104020603"/>
                <a:cs typeface="Tw Cen MT" panose="020B0602020104020603"/>
              </a:rPr>
              <a:t>r</a:t>
            </a:r>
            <a:r>
              <a:rPr sz="2900" spc="-5" dirty="0">
                <a:solidFill>
                  <a:srgbClr val="FFC000"/>
                </a:solidFill>
                <a:latin typeface="Tw Cen MT" panose="020B0602020104020603"/>
                <a:cs typeface="Tw Cen MT" panose="020B0602020104020603"/>
              </a:rPr>
              <a:t>d</a:t>
            </a:r>
            <a:r>
              <a:rPr sz="2900" dirty="0">
                <a:solidFill>
                  <a:srgbClr val="FFC000"/>
                </a:solidFill>
                <a:latin typeface="Tw Cen MT" panose="020B0602020104020603"/>
                <a:cs typeface="Tw Cen MT" panose="020B0602020104020603"/>
              </a:rPr>
              <a:t> </a:t>
            </a:r>
            <a:r>
              <a:rPr sz="2900" spc="50" dirty="0">
                <a:solidFill>
                  <a:srgbClr val="FFC000"/>
                </a:solidFill>
                <a:latin typeface="Tw Cen MT" panose="020B0602020104020603"/>
                <a:cs typeface="Tw Cen MT" panose="020B0602020104020603"/>
              </a:rPr>
              <a:t>d</a:t>
            </a:r>
            <a:r>
              <a:rPr sz="2900" spc="60" dirty="0">
                <a:solidFill>
                  <a:srgbClr val="FFC000"/>
                </a:solidFill>
                <a:latin typeface="Tw Cen MT" panose="020B0602020104020603"/>
                <a:cs typeface="Tw Cen MT" panose="020B0602020104020603"/>
              </a:rPr>
              <a:t>ri</a:t>
            </a:r>
            <a:r>
              <a:rPr sz="2900" dirty="0">
                <a:solidFill>
                  <a:srgbClr val="FFC000"/>
                </a:solidFill>
                <a:latin typeface="Tw Cen MT" panose="020B0602020104020603"/>
                <a:cs typeface="Tw Cen MT" panose="020B0602020104020603"/>
              </a:rPr>
              <a:t>ve</a:t>
            </a:r>
            <a:r>
              <a:rPr sz="2900" spc="125" dirty="0">
                <a:solidFill>
                  <a:srgbClr val="FFC000"/>
                </a:solidFill>
                <a:latin typeface="Tw Cen MT" panose="020B0602020104020603"/>
                <a:cs typeface="Tw Cen MT" panose="020B0602020104020603"/>
              </a:rPr>
              <a:t> </a:t>
            </a:r>
            <a:r>
              <a:rPr sz="2900" spc="60" dirty="0">
                <a:latin typeface="Tw Cen MT" panose="020B0602020104020603"/>
                <a:cs typeface="Tw Cen MT" panose="020B0602020104020603"/>
              </a:rPr>
              <a:t>i</a:t>
            </a:r>
            <a:r>
              <a:rPr sz="2900" spc="55" dirty="0">
                <a:latin typeface="Tw Cen MT" panose="020B0602020104020603"/>
                <a:cs typeface="Tw Cen MT" panose="020B0602020104020603"/>
              </a:rPr>
              <a:t>nt</a:t>
            </a:r>
            <a:r>
              <a:rPr sz="2900" dirty="0">
                <a:latin typeface="Tw Cen MT" panose="020B0602020104020603"/>
                <a:cs typeface="Tw Cen MT" panose="020B0602020104020603"/>
              </a:rPr>
              <a:t>o</a:t>
            </a:r>
            <a:r>
              <a:rPr sz="2900" spc="125" dirty="0">
                <a:latin typeface="Tw Cen MT" panose="020B0602020104020603"/>
                <a:cs typeface="Tw Cen MT" panose="020B0602020104020603"/>
              </a:rPr>
              <a:t> </a:t>
            </a:r>
            <a:r>
              <a:rPr sz="2900" spc="120" dirty="0">
                <a:latin typeface="Tw Cen MT" panose="020B0602020104020603"/>
                <a:cs typeface="Tw Cen MT" panose="020B0602020104020603"/>
              </a:rPr>
              <a:t>m</a:t>
            </a:r>
            <a:r>
              <a:rPr sz="2900" spc="55" dirty="0">
                <a:latin typeface="Tw Cen MT" panose="020B0602020104020603"/>
                <a:cs typeface="Tw Cen MT" panose="020B0602020104020603"/>
              </a:rPr>
              <a:t>u</a:t>
            </a:r>
            <a:r>
              <a:rPr sz="2900" spc="60" dirty="0">
                <a:latin typeface="Tw Cen MT" panose="020B0602020104020603"/>
                <a:cs typeface="Tw Cen MT" panose="020B0602020104020603"/>
              </a:rPr>
              <a:t>l</a:t>
            </a:r>
            <a:r>
              <a:rPr sz="2900" spc="55" dirty="0">
                <a:latin typeface="Tw Cen MT" panose="020B0602020104020603"/>
                <a:cs typeface="Tw Cen MT" panose="020B0602020104020603"/>
              </a:rPr>
              <a:t>t</a:t>
            </a:r>
            <a:r>
              <a:rPr sz="2900" spc="60" dirty="0">
                <a:latin typeface="Tw Cen MT" panose="020B0602020104020603"/>
                <a:cs typeface="Tw Cen MT" panose="020B0602020104020603"/>
              </a:rPr>
              <a:t>i</a:t>
            </a:r>
            <a:r>
              <a:rPr sz="2900" spc="50" dirty="0">
                <a:latin typeface="Tw Cen MT" panose="020B0602020104020603"/>
                <a:cs typeface="Tw Cen MT" panose="020B0602020104020603"/>
              </a:rPr>
              <a:t>p</a:t>
            </a:r>
            <a:r>
              <a:rPr sz="2900" spc="60" dirty="0">
                <a:latin typeface="Tw Cen MT" panose="020B0602020104020603"/>
                <a:cs typeface="Tw Cen MT" panose="020B0602020104020603"/>
              </a:rPr>
              <a:t>l</a:t>
            </a:r>
            <a:r>
              <a:rPr sz="2900" dirty="0">
                <a:latin typeface="Tw Cen MT" panose="020B0602020104020603"/>
                <a:cs typeface="Tw Cen MT" panose="020B0602020104020603"/>
              </a:rPr>
              <a:t>e</a:t>
            </a:r>
            <a:r>
              <a:rPr sz="2900" spc="125" dirty="0">
                <a:latin typeface="Tw Cen MT" panose="020B0602020104020603"/>
                <a:cs typeface="Tw Cen MT" panose="020B0602020104020603"/>
              </a:rPr>
              <a:t> </a:t>
            </a:r>
            <a:r>
              <a:rPr sz="2900" spc="60" dirty="0">
                <a:latin typeface="Tw Cen MT" panose="020B0602020104020603"/>
                <a:cs typeface="Tw Cen MT" panose="020B0602020104020603"/>
              </a:rPr>
              <a:t>pa</a:t>
            </a:r>
            <a:r>
              <a:rPr sz="2900" spc="114" dirty="0">
                <a:latin typeface="Tw Cen MT" panose="020B0602020104020603"/>
                <a:cs typeface="Tw Cen MT" panose="020B0602020104020603"/>
              </a:rPr>
              <a:t>r</a:t>
            </a:r>
            <a:r>
              <a:rPr sz="2900" spc="55" dirty="0">
                <a:latin typeface="Tw Cen MT" panose="020B0602020104020603"/>
                <a:cs typeface="Tw Cen MT" panose="020B0602020104020603"/>
              </a:rPr>
              <a:t>t</a:t>
            </a:r>
            <a:r>
              <a:rPr sz="2900" spc="60" dirty="0">
                <a:latin typeface="Tw Cen MT" panose="020B0602020104020603"/>
                <a:cs typeface="Tw Cen MT" panose="020B0602020104020603"/>
              </a:rPr>
              <a:t>it</a:t>
            </a:r>
            <a:r>
              <a:rPr sz="2900" spc="65" dirty="0">
                <a:latin typeface="Tw Cen MT" panose="020B0602020104020603"/>
                <a:cs typeface="Tw Cen MT" panose="020B0602020104020603"/>
              </a:rPr>
              <a:t>io</a:t>
            </a:r>
            <a:r>
              <a:rPr sz="2900" spc="60" dirty="0">
                <a:latin typeface="Tw Cen MT" panose="020B0602020104020603"/>
                <a:cs typeface="Tw Cen MT" panose="020B0602020104020603"/>
              </a:rPr>
              <a:t>n</a:t>
            </a:r>
            <a:r>
              <a:rPr sz="2900" dirty="0">
                <a:latin typeface="Tw Cen MT" panose="020B0602020104020603"/>
                <a:cs typeface="Tw Cen MT" panose="020B0602020104020603"/>
              </a:rPr>
              <a:t>s</a:t>
            </a:r>
            <a:r>
              <a:rPr sz="2900" spc="135" dirty="0">
                <a:latin typeface="Tw Cen MT" panose="020B0602020104020603"/>
                <a:cs typeface="Tw Cen MT" panose="020B0602020104020603"/>
              </a:rPr>
              <a:t> </a:t>
            </a:r>
            <a:r>
              <a:rPr sz="2900" spc="65" dirty="0">
                <a:latin typeface="Tw Cen MT" panose="020B0602020104020603"/>
                <a:cs typeface="Tw Cen MT" panose="020B0602020104020603"/>
              </a:rPr>
              <a:t>i</a:t>
            </a:r>
            <a:r>
              <a:rPr sz="2900" dirty="0">
                <a:latin typeface="Tw Cen MT" panose="020B0602020104020603"/>
                <a:cs typeface="Tw Cen MT" panose="020B0602020104020603"/>
              </a:rPr>
              <a:t>s</a:t>
            </a:r>
            <a:r>
              <a:rPr sz="2900" spc="135" dirty="0">
                <a:latin typeface="Tw Cen MT" panose="020B0602020104020603"/>
                <a:cs typeface="Tw Cen MT" panose="020B0602020104020603"/>
              </a:rPr>
              <a:t> </a:t>
            </a:r>
            <a:r>
              <a:rPr sz="2900" spc="65" dirty="0">
                <a:latin typeface="Tw Cen MT" panose="020B0602020104020603"/>
                <a:cs typeface="Tw Cen MT" panose="020B0602020104020603"/>
              </a:rPr>
              <a:t>a</a:t>
            </a:r>
            <a:r>
              <a:rPr sz="2900" spc="-5" dirty="0">
                <a:latin typeface="Tw Cen MT" panose="020B0602020104020603"/>
                <a:cs typeface="Tw Cen MT" panose="020B0602020104020603"/>
              </a:rPr>
              <a:t>n</a:t>
            </a:r>
            <a:r>
              <a:rPr sz="2900" spc="140" dirty="0">
                <a:latin typeface="Tw Cen MT" panose="020B0602020104020603"/>
                <a:cs typeface="Tw Cen MT" panose="020B0602020104020603"/>
              </a:rPr>
              <a:t> </a:t>
            </a:r>
            <a:r>
              <a:rPr sz="2900" spc="-25" dirty="0">
                <a:latin typeface="Tw Cen MT" panose="020B0602020104020603"/>
                <a:cs typeface="Tw Cen MT" panose="020B0602020104020603"/>
              </a:rPr>
              <a:t>e</a:t>
            </a:r>
            <a:r>
              <a:rPr sz="2900" spc="65" dirty="0">
                <a:latin typeface="Tw Cen MT" panose="020B0602020104020603"/>
                <a:cs typeface="Tw Cen MT" panose="020B0602020104020603"/>
              </a:rPr>
              <a:t>x</a:t>
            </a:r>
            <a:r>
              <a:rPr sz="2900" spc="55" dirty="0">
                <a:latin typeface="Tw Cen MT" panose="020B0602020104020603"/>
                <a:cs typeface="Tw Cen MT" panose="020B0602020104020603"/>
              </a:rPr>
              <a:t>a</a:t>
            </a:r>
            <a:r>
              <a:rPr sz="2900" spc="70" dirty="0">
                <a:latin typeface="Tw Cen MT" panose="020B0602020104020603"/>
                <a:cs typeface="Tw Cen MT" panose="020B0602020104020603"/>
              </a:rPr>
              <a:t>m</a:t>
            </a:r>
            <a:r>
              <a:rPr sz="2900" spc="55" dirty="0">
                <a:latin typeface="Tw Cen MT" panose="020B0602020104020603"/>
                <a:cs typeface="Tw Cen MT" panose="020B0602020104020603"/>
              </a:rPr>
              <a:t>p</a:t>
            </a:r>
            <a:r>
              <a:rPr sz="2900" spc="65" dirty="0">
                <a:latin typeface="Tw Cen MT" panose="020B0602020104020603"/>
                <a:cs typeface="Tw Cen MT" panose="020B0602020104020603"/>
              </a:rPr>
              <a:t>l</a:t>
            </a:r>
            <a:r>
              <a:rPr sz="2900" dirty="0">
                <a:latin typeface="Tw Cen MT" panose="020B0602020104020603"/>
                <a:cs typeface="Tw Cen MT" panose="020B0602020104020603"/>
              </a:rPr>
              <a:t>e</a:t>
            </a:r>
            <a:r>
              <a:rPr sz="2900" spc="135" dirty="0">
                <a:latin typeface="Tw Cen MT" panose="020B0602020104020603"/>
                <a:cs typeface="Tw Cen MT" panose="020B0602020104020603"/>
              </a:rPr>
              <a:t> </a:t>
            </a:r>
            <a:r>
              <a:rPr sz="2900" spc="65" dirty="0">
                <a:latin typeface="Tw Cen MT" panose="020B0602020104020603"/>
                <a:cs typeface="Tw Cen MT" panose="020B0602020104020603"/>
              </a:rPr>
              <a:t>o</a:t>
            </a:r>
            <a:r>
              <a:rPr sz="2900" dirty="0">
                <a:latin typeface="Tw Cen MT" panose="020B0602020104020603"/>
                <a:cs typeface="Tw Cen MT" panose="020B0602020104020603"/>
              </a:rPr>
              <a:t>f</a:t>
            </a:r>
            <a:r>
              <a:rPr sz="2900" spc="220" dirty="0">
                <a:latin typeface="Tw Cen MT" panose="020B0602020104020603"/>
                <a:cs typeface="Tw Cen MT" panose="020B0602020104020603"/>
              </a:rPr>
              <a:t> </a:t>
            </a:r>
            <a:r>
              <a:rPr sz="2900" spc="60" dirty="0">
                <a:latin typeface="Tw Cen MT" panose="020B0602020104020603"/>
                <a:cs typeface="Tw Cen MT" panose="020B0602020104020603"/>
              </a:rPr>
              <a:t>th</a:t>
            </a:r>
            <a:r>
              <a:rPr sz="2900" spc="65" dirty="0">
                <a:latin typeface="Tw Cen MT" panose="020B0602020104020603"/>
                <a:cs typeface="Tw Cen MT" panose="020B0602020104020603"/>
              </a:rPr>
              <a:t>i</a:t>
            </a:r>
            <a:r>
              <a:rPr sz="2900" dirty="0">
                <a:latin typeface="Tw Cen MT" panose="020B0602020104020603"/>
                <a:cs typeface="Tw Cen MT" panose="020B0602020104020603"/>
              </a:rPr>
              <a:t>s </a:t>
            </a:r>
            <a:r>
              <a:rPr sz="2900" spc="-5" dirty="0">
                <a:latin typeface="Tw Cen MT" panose="020B0602020104020603"/>
                <a:cs typeface="Tw Cen MT" panose="020B0602020104020603"/>
              </a:rPr>
              <a:t>vi</a:t>
            </a:r>
            <a:r>
              <a:rPr sz="2900" spc="50" dirty="0">
                <a:latin typeface="Tw Cen MT" panose="020B0602020104020603"/>
                <a:cs typeface="Tw Cen MT" panose="020B0602020104020603"/>
              </a:rPr>
              <a:t>r</a:t>
            </a:r>
            <a:r>
              <a:rPr sz="2900" spc="-5" dirty="0">
                <a:latin typeface="Tw Cen MT" panose="020B0602020104020603"/>
                <a:cs typeface="Tw Cen MT" panose="020B0602020104020603"/>
              </a:rPr>
              <a:t>tu</a:t>
            </a:r>
            <a:r>
              <a:rPr sz="2900" spc="-10" dirty="0">
                <a:latin typeface="Tw Cen MT" panose="020B0602020104020603"/>
                <a:cs typeface="Tw Cen MT" panose="020B0602020104020603"/>
              </a:rPr>
              <a:t>a</a:t>
            </a:r>
            <a:r>
              <a:rPr sz="2900" spc="-5" dirty="0">
                <a:latin typeface="Tw Cen MT" panose="020B0602020104020603"/>
                <a:cs typeface="Tw Cen MT" panose="020B0602020104020603"/>
              </a:rPr>
              <a:t>liz</a:t>
            </a:r>
            <a:r>
              <a:rPr sz="2900" spc="-10" dirty="0">
                <a:latin typeface="Tw Cen MT" panose="020B0602020104020603"/>
                <a:cs typeface="Tw Cen MT" panose="020B0602020104020603"/>
              </a:rPr>
              <a:t>a</a:t>
            </a:r>
            <a:r>
              <a:rPr sz="2900" spc="-5" dirty="0">
                <a:latin typeface="Tw Cen MT" panose="020B0602020104020603"/>
                <a:cs typeface="Tw Cen MT" panose="020B0602020104020603"/>
              </a:rPr>
              <a:t>tion</a:t>
            </a:r>
            <a:r>
              <a:rPr sz="2900" dirty="0">
                <a:latin typeface="Tw Cen MT" panose="020B0602020104020603"/>
                <a:cs typeface="Tw Cen MT" panose="020B0602020104020603"/>
              </a:rPr>
              <a:t>.</a:t>
            </a:r>
            <a:endParaRPr sz="2900">
              <a:latin typeface="Tw Cen MT" panose="020B0602020104020603"/>
              <a:cs typeface="Tw Cen MT" panose="020B0602020104020603"/>
            </a:endParaRPr>
          </a:p>
        </p:txBody>
      </p:sp>
      <p:sp>
        <p:nvSpPr>
          <p:cNvPr id="4" name="object 4"/>
          <p:cNvSpPr/>
          <p:nvPr/>
        </p:nvSpPr>
        <p:spPr>
          <a:xfrm>
            <a:off x="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526415">
              <a:lnSpc>
                <a:spcPct val="100000"/>
              </a:lnSpc>
            </a:pPr>
            <a:r>
              <a:rPr spc="-5" dirty="0"/>
              <a:t>Sto</a:t>
            </a:r>
            <a:r>
              <a:rPr spc="30" dirty="0"/>
              <a:t>r</a:t>
            </a:r>
            <a:r>
              <a:rPr spc="75" dirty="0"/>
              <a:t>a</a:t>
            </a:r>
            <a:r>
              <a:rPr spc="-10" dirty="0"/>
              <a:t>g</a:t>
            </a:r>
            <a:r>
              <a:rPr dirty="0"/>
              <a:t>e</a:t>
            </a:r>
            <a:r>
              <a:rPr b="0" spc="65" dirty="0">
                <a:latin typeface="Times New Roman" panose="02020603050405020304"/>
                <a:cs typeface="Times New Roman" panose="02020603050405020304"/>
              </a:rPr>
              <a:t> </a:t>
            </a:r>
            <a:r>
              <a:rPr spc="-50" dirty="0"/>
              <a:t>V</a:t>
            </a:r>
            <a:r>
              <a:rPr spc="-5" dirty="0"/>
              <a:t>i</a:t>
            </a:r>
            <a:r>
              <a:rPr spc="204" dirty="0"/>
              <a:t>r</a:t>
            </a:r>
            <a:r>
              <a:rPr spc="-5" dirty="0"/>
              <a:t>tu</a:t>
            </a:r>
            <a:r>
              <a:rPr spc="-10" dirty="0"/>
              <a:t>a</a:t>
            </a:r>
            <a:r>
              <a:rPr spc="-5" dirty="0"/>
              <a:t>li</a:t>
            </a:r>
            <a:r>
              <a:rPr dirty="0"/>
              <a:t>z</a:t>
            </a:r>
            <a:r>
              <a:rPr spc="75" dirty="0"/>
              <a:t>a</a:t>
            </a:r>
            <a:r>
              <a:rPr spc="-5" dirty="0"/>
              <a:t>tion:</a:t>
            </a:r>
            <a:r>
              <a:rPr b="0" spc="70" dirty="0">
                <a:latin typeface="Times New Roman" panose="02020603050405020304"/>
                <a:cs typeface="Times New Roman" panose="02020603050405020304"/>
              </a:rPr>
              <a:t> </a:t>
            </a:r>
            <a:r>
              <a:rPr spc="-5" dirty="0"/>
              <a:t>Subtyp</a:t>
            </a:r>
            <a:r>
              <a:rPr dirty="0"/>
              <a:t>e</a:t>
            </a:r>
            <a:r>
              <a:rPr spc="-5" dirty="0"/>
              <a:t>s</a:t>
            </a:r>
          </a:p>
        </p:txBody>
      </p:sp>
      <p:pic>
        <p:nvPicPr>
          <p:cNvPr id="5" name="Content Placeholder 4"/>
          <p:cNvPicPr>
            <a:picLocks noGrp="1" noChangeAspect="1"/>
          </p:cNvPicPr>
          <p:nvPr>
            <p:ph sz="half" idx="1"/>
          </p:nvPr>
        </p:nvPicPr>
        <p:blipFill>
          <a:blip r:embed="rId2"/>
          <a:stretch>
            <a:fillRect/>
          </a:stretch>
        </p:blipFill>
        <p:spPr>
          <a:xfrm>
            <a:off x="977818" y="2505792"/>
            <a:ext cx="3187864" cy="2991004"/>
          </a:xfrm>
          <a:prstGeom prst="rect">
            <a:avLst/>
          </a:prstGeom>
        </p:spPr>
      </p:pic>
      <p:sp>
        <p:nvSpPr>
          <p:cNvPr id="3" name="object 3"/>
          <p:cNvSpPr txBox="1"/>
          <p:nvPr/>
        </p:nvSpPr>
        <p:spPr>
          <a:xfrm>
            <a:off x="4462145" y="1289685"/>
            <a:ext cx="4161790" cy="3923665"/>
          </a:xfrm>
          <a:prstGeom prst="rect">
            <a:avLst/>
          </a:prstGeom>
        </p:spPr>
        <p:txBody>
          <a:bodyPr vert="horz" wrap="square" lIns="0" tIns="0" rIns="0" bIns="0" rtlCol="0">
            <a:spAutoFit/>
          </a:bodyPr>
          <a:lstStyle/>
          <a:p>
            <a:pPr marL="12700">
              <a:lnSpc>
                <a:spcPct val="100000"/>
              </a:lnSpc>
            </a:pPr>
            <a:r>
              <a:rPr sz="1200" b="1" spc="-5" dirty="0">
                <a:solidFill>
                  <a:srgbClr val="FFFFFF"/>
                </a:solidFill>
                <a:latin typeface="Comic Sans MS" panose="030F0702030302020204"/>
                <a:cs typeface="Comic Sans MS" panose="030F0702030302020204"/>
              </a:rPr>
              <a:t>2</a:t>
            </a:r>
            <a:r>
              <a:rPr sz="1200" b="1" dirty="0">
                <a:solidFill>
                  <a:srgbClr val="FFFFFF"/>
                </a:solidFill>
                <a:latin typeface="Comic Sans MS" panose="030F0702030302020204"/>
                <a:cs typeface="Comic Sans MS" panose="030F0702030302020204"/>
              </a:rPr>
              <a:t>0</a:t>
            </a:r>
            <a:endParaRPr sz="1200">
              <a:latin typeface="Comic Sans MS" panose="030F0702030302020204"/>
              <a:cs typeface="Comic Sans MS" panose="030F0702030302020204"/>
            </a:endParaRPr>
          </a:p>
          <a:p>
            <a:pPr>
              <a:lnSpc>
                <a:spcPct val="100000"/>
              </a:lnSpc>
              <a:spcBef>
                <a:spcPts val="0"/>
              </a:spcBef>
            </a:pPr>
            <a:endParaRPr sz="1100">
              <a:latin typeface="Times New Roman" panose="02020603050405020304"/>
              <a:cs typeface="Times New Roman" panose="02020603050405020304"/>
            </a:endParaRPr>
          </a:p>
          <a:p>
            <a:pPr marL="542290" marR="222250" indent="0">
              <a:lnSpc>
                <a:spcPct val="100000"/>
              </a:lnSpc>
              <a:buClr>
                <a:srgbClr val="DD8046"/>
              </a:buClr>
              <a:buSzPct val="60000"/>
              <a:buFont typeface="Wingdings" panose="05000000000000000000"/>
              <a:buNone/>
              <a:tabLst>
                <a:tab pos="862330" algn="l"/>
              </a:tabLst>
            </a:pPr>
            <a:r>
              <a:rPr lang="en-US" sz="2900" b="1" u="sng" spc="-5" dirty="0">
                <a:latin typeface="Tw Cen MT" panose="020B0602020104020603"/>
                <a:cs typeface="Tw Cen MT" panose="020B0602020104020603"/>
              </a:rPr>
              <a:t>1. </a:t>
            </a:r>
            <a:r>
              <a:rPr sz="2900" b="1" u="sng" spc="-5" dirty="0">
                <a:latin typeface="Tw Cen MT" panose="020B0602020104020603"/>
                <a:cs typeface="Tw Cen MT" panose="020B0602020104020603"/>
              </a:rPr>
              <a:t>Blo</a:t>
            </a:r>
            <a:r>
              <a:rPr sz="2900" b="1" u="sng" spc="45" dirty="0">
                <a:latin typeface="Tw Cen MT" panose="020B0602020104020603"/>
                <a:cs typeface="Tw Cen MT" panose="020B0602020104020603"/>
              </a:rPr>
              <a:t>c</a:t>
            </a:r>
            <a:r>
              <a:rPr sz="2900" b="1" u="sng" spc="-5" dirty="0">
                <a:latin typeface="Tw Cen MT" panose="020B0602020104020603"/>
                <a:cs typeface="Tw Cen MT" panose="020B0602020104020603"/>
              </a:rPr>
              <a:t>k</a:t>
            </a:r>
            <a:r>
              <a:rPr sz="2900" b="1" u="sng" dirty="0">
                <a:latin typeface="Tw Cen MT" panose="020B0602020104020603"/>
                <a:cs typeface="Tw Cen MT" panose="020B0602020104020603"/>
              </a:rPr>
              <a:t> </a:t>
            </a:r>
            <a:r>
              <a:rPr sz="2900" b="1" u="sng" spc="-5" dirty="0">
                <a:latin typeface="Tw Cen MT" panose="020B0602020104020603"/>
                <a:cs typeface="Tw Cen MT" panose="020B0602020104020603"/>
              </a:rPr>
              <a:t>Vi</a:t>
            </a:r>
            <a:r>
              <a:rPr sz="2900" b="1" u="sng" spc="50" dirty="0">
                <a:latin typeface="Tw Cen MT" panose="020B0602020104020603"/>
                <a:cs typeface="Tw Cen MT" panose="020B0602020104020603"/>
              </a:rPr>
              <a:t>r</a:t>
            </a:r>
            <a:r>
              <a:rPr sz="2900" b="1" u="sng" spc="-5" dirty="0">
                <a:latin typeface="Tw Cen MT" panose="020B0602020104020603"/>
                <a:cs typeface="Tw Cen MT" panose="020B0602020104020603"/>
              </a:rPr>
              <a:t>tu</a:t>
            </a:r>
            <a:r>
              <a:rPr sz="2900" b="1" u="sng" spc="-10" dirty="0">
                <a:latin typeface="Tw Cen MT" panose="020B0602020104020603"/>
                <a:cs typeface="Tw Cen MT" panose="020B0602020104020603"/>
              </a:rPr>
              <a:t>a</a:t>
            </a:r>
            <a:r>
              <a:rPr sz="2900" b="1" u="sng" spc="-5" dirty="0">
                <a:latin typeface="Tw Cen MT" panose="020B0602020104020603"/>
                <a:cs typeface="Tw Cen MT" panose="020B0602020104020603"/>
              </a:rPr>
              <a:t>liz</a:t>
            </a:r>
            <a:r>
              <a:rPr sz="2900" b="1" u="sng" spc="-10" dirty="0">
                <a:latin typeface="Tw Cen MT" panose="020B0602020104020603"/>
                <a:cs typeface="Tw Cen MT" panose="020B0602020104020603"/>
              </a:rPr>
              <a:t>a</a:t>
            </a:r>
            <a:r>
              <a:rPr sz="2900" b="1" u="sng" spc="-5" dirty="0">
                <a:latin typeface="Tw Cen MT" panose="020B0602020104020603"/>
                <a:cs typeface="Tw Cen MT" panose="020B0602020104020603"/>
              </a:rPr>
              <a:t>tion</a:t>
            </a:r>
            <a:r>
              <a:rPr sz="2900" b="1" u="sng" dirty="0">
                <a:latin typeface="Tw Cen MT" panose="020B0602020104020603"/>
                <a:cs typeface="Tw Cen MT" panose="020B0602020104020603"/>
              </a:rPr>
              <a:t> </a:t>
            </a:r>
            <a:r>
              <a:rPr sz="2900" dirty="0">
                <a:latin typeface="Tw Cen MT" panose="020B0602020104020603"/>
                <a:cs typeface="Tw Cen MT" panose="020B0602020104020603"/>
              </a:rPr>
              <a:t>–</a:t>
            </a:r>
            <a:r>
              <a:rPr sz="2900" spc="-5" dirty="0">
                <a:latin typeface="Tw Cen MT" panose="020B0602020104020603"/>
                <a:cs typeface="Tw Cen MT" panose="020B0602020104020603"/>
              </a:rPr>
              <a:t> </a:t>
            </a:r>
            <a:r>
              <a:rPr sz="2900" dirty="0">
                <a:latin typeface="Tw Cen MT" panose="020B0602020104020603"/>
                <a:cs typeface="Tw Cen MT" panose="020B0602020104020603"/>
              </a:rPr>
              <a:t>Virtualisation on block level means that storage capacity is made available to the operating system or the applications in the form of virtual disks</a:t>
            </a:r>
            <a:r>
              <a:rPr lang="en-US" sz="2900" dirty="0">
                <a:latin typeface="Tw Cen MT" panose="020B0602020104020603"/>
                <a:cs typeface="Tw Cen MT" panose="020B0602020104020603"/>
              </a:rPr>
              <a:t>.</a:t>
            </a:r>
          </a:p>
        </p:txBody>
      </p:sp>
      <p:sp>
        <p:nvSpPr>
          <p:cNvPr id="4" name="object 4"/>
          <p:cNvSpPr/>
          <p:nvPr/>
        </p:nvSpPr>
        <p:spPr>
          <a:xfrm>
            <a:off x="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p:cNvSpPr txBox="1">
            <a:spLocks noGrp="1"/>
          </p:cNvSpPr>
          <p:nvPr>
            <p:ph type="title"/>
          </p:nvPr>
        </p:nvSpPr>
        <p:spPr>
          <a:prstGeom prst="rect">
            <a:avLst/>
          </a:prstGeom>
        </p:spPr>
        <p:txBody>
          <a:bodyPr vert="horz" wrap="square" lIns="0" tIns="0" rIns="0" bIns="0" rtlCol="0">
            <a:spAutoFit/>
          </a:bodyPr>
          <a:lstStyle/>
          <a:p>
            <a:pPr marL="526415">
              <a:lnSpc>
                <a:spcPct val="100000"/>
              </a:lnSpc>
            </a:pPr>
            <a:r>
              <a:rPr spc="-5" dirty="0"/>
              <a:t>Sto</a:t>
            </a:r>
            <a:r>
              <a:rPr spc="30" dirty="0"/>
              <a:t>r</a:t>
            </a:r>
            <a:r>
              <a:rPr spc="75" dirty="0"/>
              <a:t>a</a:t>
            </a:r>
            <a:r>
              <a:rPr spc="-10" dirty="0"/>
              <a:t>g</a:t>
            </a:r>
            <a:r>
              <a:rPr dirty="0"/>
              <a:t>e</a:t>
            </a:r>
            <a:r>
              <a:rPr b="0" spc="65" dirty="0">
                <a:latin typeface="Times New Roman" panose="02020603050405020304"/>
                <a:cs typeface="Times New Roman" panose="02020603050405020304"/>
              </a:rPr>
              <a:t> </a:t>
            </a:r>
            <a:r>
              <a:rPr spc="-50" dirty="0"/>
              <a:t>V</a:t>
            </a:r>
            <a:r>
              <a:rPr spc="-5" dirty="0"/>
              <a:t>i</a:t>
            </a:r>
            <a:r>
              <a:rPr spc="204" dirty="0"/>
              <a:t>r</a:t>
            </a:r>
            <a:r>
              <a:rPr spc="-5" dirty="0"/>
              <a:t>tu</a:t>
            </a:r>
            <a:r>
              <a:rPr spc="-10" dirty="0"/>
              <a:t>a</a:t>
            </a:r>
            <a:r>
              <a:rPr spc="-5" dirty="0"/>
              <a:t>li</a:t>
            </a:r>
            <a:r>
              <a:rPr dirty="0"/>
              <a:t>z</a:t>
            </a:r>
            <a:r>
              <a:rPr spc="75" dirty="0"/>
              <a:t>a</a:t>
            </a:r>
            <a:r>
              <a:rPr spc="-5" dirty="0"/>
              <a:t>tion:</a:t>
            </a:r>
            <a:r>
              <a:rPr b="0" spc="70" dirty="0">
                <a:latin typeface="Times New Roman" panose="02020603050405020304"/>
                <a:cs typeface="Times New Roman" panose="02020603050405020304"/>
              </a:rPr>
              <a:t> </a:t>
            </a:r>
            <a:r>
              <a:rPr spc="-5" dirty="0"/>
              <a:t>Subtyp</a:t>
            </a:r>
            <a:r>
              <a:rPr dirty="0"/>
              <a:t>e</a:t>
            </a:r>
            <a:r>
              <a:rPr spc="-5" dirty="0"/>
              <a:t>s</a:t>
            </a:r>
          </a:p>
        </p:txBody>
      </p:sp>
      <p:pic>
        <p:nvPicPr>
          <p:cNvPr id="4" name="Content Placeholder 3"/>
          <p:cNvPicPr>
            <a:picLocks noGrp="1" noChangeAspect="1"/>
          </p:cNvPicPr>
          <p:nvPr>
            <p:ph sz="half" idx="1"/>
          </p:nvPr>
        </p:nvPicPr>
        <p:blipFill>
          <a:blip r:embed="rId2"/>
          <a:stretch>
            <a:fillRect/>
          </a:stretch>
        </p:blipFill>
        <p:spPr>
          <a:xfrm>
            <a:off x="147955" y="1905000"/>
            <a:ext cx="4464050" cy="4761865"/>
          </a:xfrm>
          <a:prstGeom prst="rect">
            <a:avLst/>
          </a:prstGeom>
        </p:spPr>
      </p:pic>
      <p:sp>
        <p:nvSpPr>
          <p:cNvPr id="6" name="Content Placeholder 5"/>
          <p:cNvSpPr>
            <a:spLocks noGrp="1"/>
          </p:cNvSpPr>
          <p:nvPr>
            <p:ph sz="half" idx="2"/>
          </p:nvPr>
        </p:nvSpPr>
        <p:spPr>
          <a:xfrm>
            <a:off x="4709159" y="1577340"/>
            <a:ext cx="3977640" cy="4016375"/>
          </a:xfrm>
        </p:spPr>
        <p:txBody>
          <a:bodyPr/>
          <a:lstStyle/>
          <a:p>
            <a:r>
              <a:rPr lang="en-US" b="1" u="sng"/>
              <a:t>2. File Virtualization</a:t>
            </a:r>
          </a:p>
          <a:p>
            <a:endParaRPr lang="en-US"/>
          </a:p>
          <a:p>
            <a:r>
              <a:rPr lang="en-US"/>
              <a:t>Virtualisation on file level means that the virtualisation entity provides virtual storage to the operating systems or applications in the form of files and directories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980565">
              <a:lnSpc>
                <a:spcPct val="100000"/>
              </a:lnSpc>
            </a:pPr>
            <a:r>
              <a:rPr spc="-5" dirty="0"/>
              <a:t>D</a:t>
            </a:r>
            <a:r>
              <a:rPr spc="75" dirty="0"/>
              <a:t>a</a:t>
            </a:r>
            <a:r>
              <a:rPr spc="-5" dirty="0"/>
              <a:t>ta</a:t>
            </a:r>
            <a:r>
              <a:rPr b="0" spc="65" dirty="0">
                <a:latin typeface="Times New Roman" panose="02020603050405020304"/>
                <a:cs typeface="Times New Roman" panose="02020603050405020304"/>
              </a:rPr>
              <a:t> </a:t>
            </a:r>
            <a:r>
              <a:rPr spc="-50" dirty="0"/>
              <a:t>V</a:t>
            </a:r>
            <a:r>
              <a:rPr spc="-5" dirty="0"/>
              <a:t>i</a:t>
            </a:r>
            <a:r>
              <a:rPr spc="204" dirty="0"/>
              <a:t>r</a:t>
            </a:r>
            <a:r>
              <a:rPr spc="-5" dirty="0"/>
              <a:t>tu</a:t>
            </a:r>
            <a:r>
              <a:rPr spc="-10" dirty="0"/>
              <a:t>a</a:t>
            </a:r>
            <a:r>
              <a:rPr spc="-5" dirty="0"/>
              <a:t>li</a:t>
            </a:r>
            <a:r>
              <a:rPr dirty="0"/>
              <a:t>z</a:t>
            </a:r>
            <a:r>
              <a:rPr spc="75" dirty="0"/>
              <a:t>a</a:t>
            </a:r>
            <a:r>
              <a:rPr spc="-5" dirty="0"/>
              <a:t>tion</a:t>
            </a:r>
          </a:p>
        </p:txBody>
      </p:sp>
      <p:pic>
        <p:nvPicPr>
          <p:cNvPr id="5" name="Content Placeholder 4"/>
          <p:cNvPicPr>
            <a:picLocks noGrp="1" noChangeAspect="1"/>
          </p:cNvPicPr>
          <p:nvPr>
            <p:ph sz="half" idx="1"/>
          </p:nvPr>
        </p:nvPicPr>
        <p:blipFill>
          <a:blip r:embed="rId2"/>
          <a:stretch>
            <a:fillRect/>
          </a:stretch>
        </p:blipFill>
        <p:spPr>
          <a:xfrm>
            <a:off x="4953000" y="1905000"/>
            <a:ext cx="3977640" cy="3179445"/>
          </a:xfrm>
          <a:prstGeom prst="rect">
            <a:avLst/>
          </a:prstGeom>
        </p:spPr>
      </p:pic>
      <p:sp>
        <p:nvSpPr>
          <p:cNvPr id="3" name="object 3"/>
          <p:cNvSpPr txBox="1"/>
          <p:nvPr/>
        </p:nvSpPr>
        <p:spPr>
          <a:xfrm>
            <a:off x="-152400" y="1295400"/>
            <a:ext cx="4594860" cy="4662805"/>
          </a:xfrm>
          <a:prstGeom prst="rect">
            <a:avLst/>
          </a:prstGeom>
        </p:spPr>
        <p:txBody>
          <a:bodyPr vert="horz" wrap="square" lIns="0" tIns="0" rIns="0" bIns="0" rtlCol="0">
            <a:spAutoFit/>
          </a:bodyPr>
          <a:lstStyle/>
          <a:p>
            <a:pPr marL="12700">
              <a:lnSpc>
                <a:spcPct val="100000"/>
              </a:lnSpc>
              <a:buFont typeface="Arial" panose="020B0604020202020204" pitchFamily="34" charset="0"/>
              <a:buChar char="•"/>
            </a:pPr>
            <a:r>
              <a:rPr sz="1200" b="1" spc="-5" dirty="0">
                <a:solidFill>
                  <a:srgbClr val="FFFFFF"/>
                </a:solidFill>
                <a:latin typeface="Comic Sans MS" panose="030F0702030302020204"/>
                <a:cs typeface="Comic Sans MS" panose="030F0702030302020204"/>
              </a:rPr>
              <a:t>2</a:t>
            </a:r>
            <a:r>
              <a:rPr sz="1200" b="1" dirty="0">
                <a:solidFill>
                  <a:srgbClr val="FFFFFF"/>
                </a:solidFill>
                <a:latin typeface="Comic Sans MS" panose="030F0702030302020204"/>
                <a:cs typeface="Comic Sans MS" panose="030F0702030302020204"/>
              </a:rPr>
              <a:t>1</a:t>
            </a:r>
            <a:endParaRPr sz="1200">
              <a:latin typeface="Comic Sans MS" panose="030F0702030302020204"/>
              <a:cs typeface="Comic Sans MS" panose="030F0702030302020204"/>
            </a:endParaRPr>
          </a:p>
          <a:p>
            <a:pPr>
              <a:lnSpc>
                <a:spcPct val="100000"/>
              </a:lnSpc>
              <a:spcBef>
                <a:spcPts val="0"/>
              </a:spcBef>
              <a:buFont typeface="Arial" panose="020B0604020202020204" pitchFamily="34" charset="0"/>
              <a:buChar char="•"/>
            </a:pPr>
            <a:endParaRPr sz="1100">
              <a:latin typeface="Times New Roman" panose="02020603050405020304"/>
              <a:cs typeface="Times New Roman" panose="02020603050405020304"/>
            </a:endParaRPr>
          </a:p>
          <a:p>
            <a:pPr marL="861695" marR="5080" indent="-14605" algn="just">
              <a:lnSpc>
                <a:spcPct val="100000"/>
              </a:lnSpc>
              <a:buFont typeface="Arial" panose="020B0604020202020204" pitchFamily="34" charset="0"/>
              <a:buChar char="•"/>
            </a:pPr>
            <a:r>
              <a:rPr sz="2800" spc="90" dirty="0">
                <a:latin typeface="Tw Cen MT" panose="020B0602020104020603"/>
                <a:cs typeface="Tw Cen MT" panose="020B0602020104020603"/>
              </a:rPr>
              <a:t>I</a:t>
            </a:r>
            <a:r>
              <a:rPr sz="2800" spc="-5" dirty="0">
                <a:latin typeface="Tw Cen MT" panose="020B0602020104020603"/>
                <a:cs typeface="Tw Cen MT" panose="020B0602020104020603"/>
              </a:rPr>
              <a:t>t</a:t>
            </a:r>
            <a:r>
              <a:rPr sz="2800" spc="190" dirty="0">
                <a:latin typeface="Tw Cen MT" panose="020B0602020104020603"/>
                <a:cs typeface="Tw Cen MT" panose="020B0602020104020603"/>
              </a:rPr>
              <a:t> </a:t>
            </a:r>
            <a:r>
              <a:rPr sz="2800" spc="90">
                <a:latin typeface="Tw Cen MT" panose="020B0602020104020603"/>
                <a:cs typeface="Tw Cen MT" panose="020B0602020104020603"/>
              </a:rPr>
              <a:t>le</a:t>
            </a:r>
            <a:r>
              <a:rPr sz="2800" spc="85">
                <a:latin typeface="Tw Cen MT" panose="020B0602020104020603"/>
                <a:cs typeface="Tw Cen MT" panose="020B0602020104020603"/>
              </a:rPr>
              <a:t>t</a:t>
            </a:r>
            <a:r>
              <a:rPr sz="2800">
                <a:latin typeface="Tw Cen MT" panose="020B0602020104020603"/>
                <a:cs typeface="Tw Cen MT" panose="020B0602020104020603"/>
              </a:rPr>
              <a:t>s</a:t>
            </a:r>
            <a:r>
              <a:rPr sz="2800" spc="185">
                <a:latin typeface="Tw Cen MT" panose="020B0602020104020603"/>
                <a:cs typeface="Tw Cen MT" panose="020B0602020104020603"/>
              </a:rPr>
              <a:t> </a:t>
            </a:r>
            <a:r>
              <a:rPr lang="en-US" sz="2800" spc="185" dirty="0">
                <a:latin typeface="Tw Cen MT" panose="020B0602020104020603"/>
                <a:cs typeface="Tw Cen MT" panose="020B0602020104020603"/>
              </a:rPr>
              <a:t>us to</a:t>
            </a:r>
            <a:r>
              <a:rPr sz="2800" spc="190">
                <a:latin typeface="Tw Cen MT" panose="020B0602020104020603"/>
                <a:cs typeface="Tw Cen MT" panose="020B0602020104020603"/>
              </a:rPr>
              <a:t> </a:t>
            </a:r>
            <a:r>
              <a:rPr sz="2800" spc="90" dirty="0">
                <a:latin typeface="Tw Cen MT" panose="020B0602020104020603"/>
                <a:cs typeface="Tw Cen MT" panose="020B0602020104020603"/>
              </a:rPr>
              <a:t>e</a:t>
            </a:r>
            <a:r>
              <a:rPr sz="2800" spc="85" dirty="0">
                <a:latin typeface="Tw Cen MT" panose="020B0602020104020603"/>
                <a:cs typeface="Tw Cen MT" panose="020B0602020104020603"/>
              </a:rPr>
              <a:t>a</a:t>
            </a:r>
            <a:r>
              <a:rPr sz="2800" spc="95" dirty="0">
                <a:latin typeface="Tw Cen MT" panose="020B0602020104020603"/>
                <a:cs typeface="Tw Cen MT" panose="020B0602020104020603"/>
              </a:rPr>
              <a:t>sil</a:t>
            </a:r>
            <a:r>
              <a:rPr sz="2800" dirty="0">
                <a:latin typeface="Tw Cen MT" panose="020B0602020104020603"/>
                <a:cs typeface="Tw Cen MT" panose="020B0602020104020603"/>
              </a:rPr>
              <a:t>y</a:t>
            </a:r>
            <a:r>
              <a:rPr sz="2800" spc="195" dirty="0">
                <a:latin typeface="Tw Cen MT" panose="020B0602020104020603"/>
                <a:cs typeface="Tw Cen MT" panose="020B0602020104020603"/>
              </a:rPr>
              <a:t> </a:t>
            </a:r>
            <a:r>
              <a:rPr sz="2800" spc="100" dirty="0">
                <a:latin typeface="Tw Cen MT" panose="020B0602020104020603"/>
                <a:cs typeface="Tw Cen MT" panose="020B0602020104020603"/>
              </a:rPr>
              <a:t>m</a:t>
            </a:r>
            <a:r>
              <a:rPr sz="2800" spc="85" dirty="0">
                <a:latin typeface="Tw Cen MT" panose="020B0602020104020603"/>
                <a:cs typeface="Tw Cen MT" panose="020B0602020104020603"/>
              </a:rPr>
              <a:t>a</a:t>
            </a:r>
            <a:r>
              <a:rPr sz="2800" spc="95" dirty="0">
                <a:latin typeface="Tw Cen MT" panose="020B0602020104020603"/>
                <a:cs typeface="Tw Cen MT" panose="020B0602020104020603"/>
              </a:rPr>
              <a:t>ni</a:t>
            </a:r>
            <a:r>
              <a:rPr sz="2800" spc="85" dirty="0">
                <a:latin typeface="Tw Cen MT" panose="020B0602020104020603"/>
                <a:cs typeface="Tw Cen MT" panose="020B0602020104020603"/>
              </a:rPr>
              <a:t>p</a:t>
            </a:r>
            <a:r>
              <a:rPr sz="2800" spc="95" dirty="0">
                <a:latin typeface="Tw Cen MT" panose="020B0602020104020603"/>
                <a:cs typeface="Tw Cen MT" panose="020B0602020104020603"/>
              </a:rPr>
              <a:t>ul</a:t>
            </a:r>
            <a:r>
              <a:rPr sz="2800" spc="85" dirty="0">
                <a:latin typeface="Tw Cen MT" panose="020B0602020104020603"/>
                <a:cs typeface="Tw Cen MT" panose="020B0602020104020603"/>
              </a:rPr>
              <a:t>a</a:t>
            </a:r>
            <a:r>
              <a:rPr sz="2800" spc="95" dirty="0">
                <a:latin typeface="Tw Cen MT" panose="020B0602020104020603"/>
                <a:cs typeface="Tw Cen MT" panose="020B0602020104020603"/>
              </a:rPr>
              <a:t>t</a:t>
            </a:r>
            <a:r>
              <a:rPr sz="2800" dirty="0">
                <a:latin typeface="Tw Cen MT" panose="020B0602020104020603"/>
                <a:cs typeface="Tw Cen MT" panose="020B0602020104020603"/>
              </a:rPr>
              <a:t>e</a:t>
            </a:r>
            <a:r>
              <a:rPr sz="2800" spc="195" dirty="0">
                <a:latin typeface="Tw Cen MT" panose="020B0602020104020603"/>
                <a:cs typeface="Tw Cen MT" panose="020B0602020104020603"/>
              </a:rPr>
              <a:t> </a:t>
            </a:r>
            <a:r>
              <a:rPr sz="2800" spc="95" dirty="0">
                <a:latin typeface="Tw Cen MT" panose="020B0602020104020603"/>
                <a:cs typeface="Tw Cen MT" panose="020B0602020104020603"/>
              </a:rPr>
              <a:t>dat</a:t>
            </a:r>
            <a:r>
              <a:rPr sz="2800" spc="85" dirty="0">
                <a:latin typeface="Tw Cen MT" panose="020B0602020104020603"/>
                <a:cs typeface="Tw Cen MT" panose="020B0602020104020603"/>
              </a:rPr>
              <a:t>a</a:t>
            </a:r>
            <a:r>
              <a:rPr sz="2800" dirty="0">
                <a:latin typeface="Tw Cen MT" panose="020B0602020104020603"/>
                <a:cs typeface="Tw Cen MT" panose="020B0602020104020603"/>
              </a:rPr>
              <a:t>,</a:t>
            </a:r>
            <a:r>
              <a:rPr sz="2800" spc="195" dirty="0">
                <a:latin typeface="Tw Cen MT" panose="020B0602020104020603"/>
                <a:cs typeface="Tw Cen MT" panose="020B0602020104020603"/>
              </a:rPr>
              <a:t> </a:t>
            </a:r>
            <a:r>
              <a:rPr sz="2800" spc="95" dirty="0">
                <a:latin typeface="Tw Cen MT" panose="020B0602020104020603"/>
                <a:cs typeface="Tw Cen MT" panose="020B0602020104020603"/>
              </a:rPr>
              <a:t>a</a:t>
            </a:r>
            <a:r>
              <a:rPr sz="2800" dirty="0">
                <a:latin typeface="Tw Cen MT" panose="020B0602020104020603"/>
                <a:cs typeface="Tw Cen MT" panose="020B0602020104020603"/>
              </a:rPr>
              <a:t>s</a:t>
            </a:r>
            <a:r>
              <a:rPr sz="2800" spc="195" dirty="0">
                <a:latin typeface="Tw Cen MT" panose="020B0602020104020603"/>
                <a:cs typeface="Tw Cen MT" panose="020B0602020104020603"/>
              </a:rPr>
              <a:t> </a:t>
            </a:r>
            <a:r>
              <a:rPr sz="2800" spc="95" dirty="0">
                <a:latin typeface="Tw Cen MT" panose="020B0602020104020603"/>
                <a:cs typeface="Tw Cen MT" panose="020B0602020104020603"/>
              </a:rPr>
              <a:t>th</a:t>
            </a:r>
            <a:r>
              <a:rPr sz="2800" dirty="0">
                <a:latin typeface="Tw Cen MT" panose="020B0602020104020603"/>
                <a:cs typeface="Tw Cen MT" panose="020B0602020104020603"/>
              </a:rPr>
              <a:t>e</a:t>
            </a:r>
            <a:r>
              <a:rPr sz="2800" spc="195" dirty="0">
                <a:latin typeface="Tw Cen MT" panose="020B0602020104020603"/>
                <a:cs typeface="Tw Cen MT" panose="020B0602020104020603"/>
              </a:rPr>
              <a:t> </a:t>
            </a:r>
            <a:r>
              <a:rPr sz="2800" spc="95" dirty="0">
                <a:solidFill>
                  <a:srgbClr val="FF0000"/>
                </a:solidFill>
                <a:latin typeface="Tw Cen MT" panose="020B0602020104020603"/>
                <a:cs typeface="Tw Cen MT" panose="020B0602020104020603"/>
              </a:rPr>
              <a:t>dat</a:t>
            </a:r>
            <a:r>
              <a:rPr sz="2800" spc="-5" dirty="0">
                <a:solidFill>
                  <a:srgbClr val="FF0000"/>
                </a:solidFill>
                <a:latin typeface="Tw Cen MT" panose="020B0602020104020603"/>
                <a:cs typeface="Tw Cen MT" panose="020B0602020104020603"/>
              </a:rPr>
              <a:t>a</a:t>
            </a:r>
            <a:r>
              <a:rPr sz="2800" spc="195" dirty="0">
                <a:solidFill>
                  <a:srgbClr val="FF0000"/>
                </a:solidFill>
                <a:latin typeface="Tw Cen MT" panose="020B0602020104020603"/>
                <a:cs typeface="Tw Cen MT" panose="020B0602020104020603"/>
              </a:rPr>
              <a:t> </a:t>
            </a:r>
            <a:r>
              <a:rPr sz="2800" spc="95" dirty="0">
                <a:latin typeface="Tw Cen MT" panose="020B0602020104020603"/>
                <a:cs typeface="Tw Cen MT" panose="020B0602020104020603"/>
              </a:rPr>
              <a:t>i</a:t>
            </a:r>
            <a:r>
              <a:rPr sz="2800" dirty="0">
                <a:latin typeface="Tw Cen MT" panose="020B0602020104020603"/>
                <a:cs typeface="Tw Cen MT" panose="020B0602020104020603"/>
              </a:rPr>
              <a:t>s </a:t>
            </a:r>
            <a:r>
              <a:rPr sz="2800" spc="275" dirty="0">
                <a:latin typeface="Tw Cen MT" panose="020B0602020104020603"/>
                <a:cs typeface="Tw Cen MT" panose="020B0602020104020603"/>
              </a:rPr>
              <a:t>p</a:t>
            </a:r>
            <a:r>
              <a:rPr sz="2800" spc="280" dirty="0">
                <a:latin typeface="Tw Cen MT" panose="020B0602020104020603"/>
                <a:cs typeface="Tw Cen MT" panose="020B0602020104020603"/>
              </a:rPr>
              <a:t>rese</a:t>
            </a:r>
            <a:r>
              <a:rPr sz="2800" spc="275" dirty="0">
                <a:latin typeface="Tw Cen MT" panose="020B0602020104020603"/>
                <a:cs typeface="Tw Cen MT" panose="020B0602020104020603"/>
              </a:rPr>
              <a:t>nt</a:t>
            </a:r>
            <a:r>
              <a:rPr sz="2800" spc="280" dirty="0">
                <a:latin typeface="Tw Cen MT" panose="020B0602020104020603"/>
                <a:cs typeface="Tw Cen MT" panose="020B0602020104020603"/>
              </a:rPr>
              <a:t>e</a:t>
            </a:r>
            <a:r>
              <a:rPr sz="2800" spc="-5" dirty="0">
                <a:latin typeface="Tw Cen MT" panose="020B0602020104020603"/>
                <a:cs typeface="Tw Cen MT" panose="020B0602020104020603"/>
              </a:rPr>
              <a:t>d </a:t>
            </a:r>
            <a:r>
              <a:rPr sz="2800" spc="-235" dirty="0">
                <a:latin typeface="Tw Cen MT" panose="020B0602020104020603"/>
                <a:cs typeface="Tw Cen MT" panose="020B0602020104020603"/>
              </a:rPr>
              <a:t> </a:t>
            </a:r>
            <a:r>
              <a:rPr sz="2800" spc="275" dirty="0">
                <a:latin typeface="Tw Cen MT" panose="020B0602020104020603"/>
                <a:cs typeface="Tw Cen MT" panose="020B0602020104020603"/>
              </a:rPr>
              <a:t>a</a:t>
            </a:r>
            <a:r>
              <a:rPr sz="2800" dirty="0">
                <a:latin typeface="Tw Cen MT" panose="020B0602020104020603"/>
                <a:cs typeface="Tw Cen MT" panose="020B0602020104020603"/>
              </a:rPr>
              <a:t>s </a:t>
            </a:r>
            <a:r>
              <a:rPr sz="2800" spc="-235" dirty="0">
                <a:latin typeface="Tw Cen MT" panose="020B0602020104020603"/>
                <a:cs typeface="Tw Cen MT" panose="020B0602020104020603"/>
              </a:rPr>
              <a:t> </a:t>
            </a:r>
            <a:r>
              <a:rPr sz="2800" spc="280" dirty="0">
                <a:latin typeface="Tw Cen MT" panose="020B0602020104020603"/>
                <a:cs typeface="Tw Cen MT" panose="020B0602020104020603"/>
              </a:rPr>
              <a:t>a</a:t>
            </a:r>
            <a:r>
              <a:rPr sz="2800" spc="-5" dirty="0">
                <a:latin typeface="Tw Cen MT" panose="020B0602020104020603"/>
                <a:cs typeface="Tw Cen MT" panose="020B0602020104020603"/>
              </a:rPr>
              <a:t>n</a:t>
            </a:r>
            <a:r>
              <a:rPr sz="2800" dirty="0">
                <a:latin typeface="Tw Cen MT" panose="020B0602020104020603"/>
                <a:cs typeface="Tw Cen MT" panose="020B0602020104020603"/>
              </a:rPr>
              <a:t> </a:t>
            </a:r>
            <a:r>
              <a:rPr sz="2800" spc="-235" dirty="0">
                <a:latin typeface="Tw Cen MT" panose="020B0602020104020603"/>
                <a:cs typeface="Tw Cen MT" panose="020B0602020104020603"/>
              </a:rPr>
              <a:t> </a:t>
            </a:r>
            <a:r>
              <a:rPr sz="2800" spc="280" dirty="0">
                <a:solidFill>
                  <a:srgbClr val="FF0000"/>
                </a:solidFill>
                <a:latin typeface="Tw Cen MT" panose="020B0602020104020603"/>
                <a:cs typeface="Tw Cen MT" panose="020B0602020104020603"/>
              </a:rPr>
              <a:t>abs</a:t>
            </a:r>
            <a:r>
              <a:rPr sz="2800" spc="275" dirty="0">
                <a:solidFill>
                  <a:srgbClr val="FF0000"/>
                </a:solidFill>
                <a:latin typeface="Tw Cen MT" panose="020B0602020104020603"/>
                <a:cs typeface="Tw Cen MT" panose="020B0602020104020603"/>
              </a:rPr>
              <a:t>t</a:t>
            </a:r>
            <a:r>
              <a:rPr sz="2800" spc="250" dirty="0">
                <a:solidFill>
                  <a:srgbClr val="FF0000"/>
                </a:solidFill>
                <a:latin typeface="Tw Cen MT" panose="020B0602020104020603"/>
                <a:cs typeface="Tw Cen MT" panose="020B0602020104020603"/>
              </a:rPr>
              <a:t>r</a:t>
            </a:r>
            <a:r>
              <a:rPr sz="2800" spc="275" dirty="0">
                <a:solidFill>
                  <a:srgbClr val="FF0000"/>
                </a:solidFill>
                <a:latin typeface="Tw Cen MT" panose="020B0602020104020603"/>
                <a:cs typeface="Tw Cen MT" panose="020B0602020104020603"/>
              </a:rPr>
              <a:t>ac</a:t>
            </a:r>
            <a:r>
              <a:rPr sz="2800" spc="-5" dirty="0">
                <a:solidFill>
                  <a:srgbClr val="FF0000"/>
                </a:solidFill>
                <a:latin typeface="Tw Cen MT" panose="020B0602020104020603"/>
                <a:cs typeface="Tw Cen MT" panose="020B0602020104020603"/>
              </a:rPr>
              <a:t>t</a:t>
            </a:r>
            <a:r>
              <a:rPr sz="2800" dirty="0">
                <a:solidFill>
                  <a:srgbClr val="FF0000"/>
                </a:solidFill>
                <a:latin typeface="Tw Cen MT" panose="020B0602020104020603"/>
                <a:cs typeface="Tw Cen MT" panose="020B0602020104020603"/>
              </a:rPr>
              <a:t> </a:t>
            </a:r>
            <a:r>
              <a:rPr sz="2800" spc="-235" dirty="0">
                <a:solidFill>
                  <a:srgbClr val="FF0000"/>
                </a:solidFill>
                <a:latin typeface="Tw Cen MT" panose="020B0602020104020603"/>
                <a:cs typeface="Tw Cen MT" panose="020B0602020104020603"/>
              </a:rPr>
              <a:t> </a:t>
            </a:r>
            <a:r>
              <a:rPr sz="2800" spc="280" dirty="0">
                <a:solidFill>
                  <a:srgbClr val="FF0000"/>
                </a:solidFill>
                <a:latin typeface="Tw Cen MT" panose="020B0602020104020603"/>
                <a:cs typeface="Tw Cen MT" panose="020B0602020104020603"/>
              </a:rPr>
              <a:t>l</a:t>
            </a:r>
            <a:r>
              <a:rPr sz="2800" spc="210" dirty="0">
                <a:solidFill>
                  <a:srgbClr val="FF0000"/>
                </a:solidFill>
                <a:latin typeface="Tw Cen MT" panose="020B0602020104020603"/>
                <a:cs typeface="Tw Cen MT" panose="020B0602020104020603"/>
              </a:rPr>
              <a:t>a</a:t>
            </a:r>
            <a:r>
              <a:rPr sz="2800" spc="220" dirty="0">
                <a:solidFill>
                  <a:srgbClr val="FF0000"/>
                </a:solidFill>
                <a:latin typeface="Tw Cen MT" panose="020B0602020104020603"/>
                <a:cs typeface="Tw Cen MT" panose="020B0602020104020603"/>
              </a:rPr>
              <a:t>y</a:t>
            </a:r>
            <a:r>
              <a:rPr sz="2800" spc="280" dirty="0">
                <a:solidFill>
                  <a:srgbClr val="FF0000"/>
                </a:solidFill>
                <a:latin typeface="Tw Cen MT" panose="020B0602020104020603"/>
                <a:cs typeface="Tw Cen MT" panose="020B0602020104020603"/>
              </a:rPr>
              <a:t>e</a:t>
            </a:r>
            <a:r>
              <a:rPr sz="2800" dirty="0">
                <a:solidFill>
                  <a:srgbClr val="FF0000"/>
                </a:solidFill>
                <a:latin typeface="Tw Cen MT" panose="020B0602020104020603"/>
                <a:cs typeface="Tw Cen MT" panose="020B0602020104020603"/>
              </a:rPr>
              <a:t>r </a:t>
            </a:r>
            <a:r>
              <a:rPr sz="2800" spc="-235" dirty="0">
                <a:solidFill>
                  <a:srgbClr val="FF0000"/>
                </a:solidFill>
                <a:latin typeface="Tw Cen MT" panose="020B0602020104020603"/>
                <a:cs typeface="Tw Cen MT" panose="020B0602020104020603"/>
              </a:rPr>
              <a:t> </a:t>
            </a:r>
            <a:r>
              <a:rPr sz="2800" spc="275" dirty="0">
                <a:solidFill>
                  <a:srgbClr val="00B050"/>
                </a:solidFill>
                <a:latin typeface="Tw Cen MT" panose="020B0602020104020603"/>
                <a:cs typeface="Tw Cen MT" panose="020B0602020104020603"/>
              </a:rPr>
              <a:t>c</a:t>
            </a:r>
            <a:r>
              <a:rPr sz="2800" spc="280" dirty="0">
                <a:solidFill>
                  <a:srgbClr val="00B050"/>
                </a:solidFill>
                <a:latin typeface="Tw Cen MT" panose="020B0602020104020603"/>
                <a:cs typeface="Tw Cen MT" panose="020B0602020104020603"/>
              </a:rPr>
              <a:t>o</a:t>
            </a:r>
            <a:r>
              <a:rPr sz="2800" spc="285" dirty="0">
                <a:solidFill>
                  <a:srgbClr val="00B050"/>
                </a:solidFill>
                <a:latin typeface="Tw Cen MT" panose="020B0602020104020603"/>
                <a:cs typeface="Tw Cen MT" panose="020B0602020104020603"/>
              </a:rPr>
              <a:t>m</a:t>
            </a:r>
            <a:r>
              <a:rPr sz="2800" spc="275" dirty="0">
                <a:solidFill>
                  <a:srgbClr val="00B050"/>
                </a:solidFill>
                <a:latin typeface="Tw Cen MT" panose="020B0602020104020603"/>
                <a:cs typeface="Tw Cen MT" panose="020B0602020104020603"/>
              </a:rPr>
              <a:t>p</a:t>
            </a:r>
            <a:r>
              <a:rPr sz="2800" spc="280" dirty="0">
                <a:solidFill>
                  <a:srgbClr val="00B050"/>
                </a:solidFill>
                <a:latin typeface="Tw Cen MT" panose="020B0602020104020603"/>
                <a:cs typeface="Tw Cen MT" panose="020B0602020104020603"/>
              </a:rPr>
              <a:t>le</a:t>
            </a:r>
            <a:r>
              <a:rPr sz="2800" spc="275" dirty="0">
                <a:solidFill>
                  <a:srgbClr val="00B050"/>
                </a:solidFill>
                <a:latin typeface="Tw Cen MT" panose="020B0602020104020603"/>
                <a:cs typeface="Tw Cen MT" panose="020B0602020104020603"/>
              </a:rPr>
              <a:t>t</a:t>
            </a:r>
            <a:r>
              <a:rPr sz="2800" spc="280" dirty="0">
                <a:solidFill>
                  <a:srgbClr val="00B050"/>
                </a:solidFill>
                <a:latin typeface="Tw Cen MT" panose="020B0602020104020603"/>
                <a:cs typeface="Tw Cen MT" panose="020B0602020104020603"/>
              </a:rPr>
              <a:t>e</a:t>
            </a:r>
            <a:r>
              <a:rPr sz="2800" spc="285" dirty="0">
                <a:solidFill>
                  <a:srgbClr val="00B050"/>
                </a:solidFill>
                <a:latin typeface="Tw Cen MT" panose="020B0602020104020603"/>
                <a:cs typeface="Tw Cen MT" panose="020B0602020104020603"/>
              </a:rPr>
              <a:t>l</a:t>
            </a:r>
            <a:r>
              <a:rPr sz="2800" dirty="0">
                <a:solidFill>
                  <a:srgbClr val="00B050"/>
                </a:solidFill>
                <a:latin typeface="Tw Cen MT" panose="020B0602020104020603"/>
                <a:cs typeface="Tw Cen MT" panose="020B0602020104020603"/>
              </a:rPr>
              <a:t>y </a:t>
            </a:r>
            <a:r>
              <a:rPr sz="2800" spc="200" dirty="0">
                <a:solidFill>
                  <a:srgbClr val="00B050"/>
                </a:solidFill>
                <a:latin typeface="Tw Cen MT" panose="020B0602020104020603"/>
                <a:cs typeface="Tw Cen MT" panose="020B0602020104020603"/>
              </a:rPr>
              <a:t>in</a:t>
            </a:r>
            <a:r>
              <a:rPr sz="2800" spc="195" dirty="0">
                <a:solidFill>
                  <a:srgbClr val="00B050"/>
                </a:solidFill>
                <a:latin typeface="Tw Cen MT" panose="020B0602020104020603"/>
                <a:cs typeface="Tw Cen MT" panose="020B0602020104020603"/>
              </a:rPr>
              <a:t>d</a:t>
            </a:r>
            <a:r>
              <a:rPr sz="2800" spc="200" dirty="0">
                <a:solidFill>
                  <a:srgbClr val="00B050"/>
                </a:solidFill>
                <a:latin typeface="Tw Cen MT" panose="020B0602020104020603"/>
                <a:cs typeface="Tw Cen MT" panose="020B0602020104020603"/>
              </a:rPr>
              <a:t>e</a:t>
            </a:r>
            <a:r>
              <a:rPr sz="2800" spc="195" dirty="0">
                <a:solidFill>
                  <a:srgbClr val="00B050"/>
                </a:solidFill>
                <a:latin typeface="Tw Cen MT" panose="020B0602020104020603"/>
                <a:cs typeface="Tw Cen MT" panose="020B0602020104020603"/>
              </a:rPr>
              <a:t>p</a:t>
            </a:r>
            <a:r>
              <a:rPr sz="2800" spc="200" dirty="0">
                <a:solidFill>
                  <a:srgbClr val="00B050"/>
                </a:solidFill>
                <a:latin typeface="Tw Cen MT" panose="020B0602020104020603"/>
                <a:cs typeface="Tw Cen MT" panose="020B0602020104020603"/>
              </a:rPr>
              <a:t>en</a:t>
            </a:r>
            <a:r>
              <a:rPr sz="2800" spc="195" dirty="0">
                <a:solidFill>
                  <a:srgbClr val="00B050"/>
                </a:solidFill>
                <a:latin typeface="Tw Cen MT" panose="020B0602020104020603"/>
                <a:cs typeface="Tw Cen MT" panose="020B0602020104020603"/>
              </a:rPr>
              <a:t>d</a:t>
            </a:r>
            <a:r>
              <a:rPr sz="2800" spc="200" dirty="0">
                <a:solidFill>
                  <a:srgbClr val="00B050"/>
                </a:solidFill>
                <a:latin typeface="Tw Cen MT" panose="020B0602020104020603"/>
                <a:cs typeface="Tw Cen MT" panose="020B0602020104020603"/>
              </a:rPr>
              <a:t>en</a:t>
            </a:r>
            <a:r>
              <a:rPr sz="2800" spc="-5" dirty="0">
                <a:solidFill>
                  <a:srgbClr val="00B050"/>
                </a:solidFill>
                <a:latin typeface="Tw Cen MT" panose="020B0602020104020603"/>
                <a:cs typeface="Tw Cen MT" panose="020B0602020104020603"/>
              </a:rPr>
              <a:t>t</a:t>
            </a:r>
            <a:r>
              <a:rPr sz="2800" dirty="0">
                <a:solidFill>
                  <a:srgbClr val="00B050"/>
                </a:solidFill>
                <a:latin typeface="Tw Cen MT" panose="020B0602020104020603"/>
                <a:cs typeface="Tw Cen MT" panose="020B0602020104020603"/>
              </a:rPr>
              <a:t> </a:t>
            </a:r>
            <a:r>
              <a:rPr sz="2800" spc="-395" dirty="0">
                <a:solidFill>
                  <a:srgbClr val="00B050"/>
                </a:solidFill>
                <a:latin typeface="Tw Cen MT" panose="020B0602020104020603"/>
                <a:cs typeface="Tw Cen MT" panose="020B0602020104020603"/>
              </a:rPr>
              <a:t> </a:t>
            </a:r>
            <a:r>
              <a:rPr sz="2800" spc="200" dirty="0">
                <a:solidFill>
                  <a:srgbClr val="00B050"/>
                </a:solidFill>
                <a:latin typeface="Tw Cen MT" panose="020B0602020104020603"/>
                <a:cs typeface="Tw Cen MT" panose="020B0602020104020603"/>
              </a:rPr>
              <a:t>o</a:t>
            </a:r>
            <a:r>
              <a:rPr sz="2800" dirty="0">
                <a:solidFill>
                  <a:srgbClr val="00B050"/>
                </a:solidFill>
                <a:latin typeface="Tw Cen MT" panose="020B0602020104020603"/>
                <a:cs typeface="Tw Cen MT" panose="020B0602020104020603"/>
              </a:rPr>
              <a:t>f </a:t>
            </a:r>
            <a:r>
              <a:rPr sz="2800" spc="-310" dirty="0">
                <a:solidFill>
                  <a:srgbClr val="00B050"/>
                </a:solidFill>
                <a:latin typeface="Tw Cen MT" panose="020B0602020104020603"/>
                <a:cs typeface="Tw Cen MT" panose="020B0602020104020603"/>
              </a:rPr>
              <a:t> </a:t>
            </a:r>
            <a:r>
              <a:rPr sz="2800" spc="200" dirty="0">
                <a:solidFill>
                  <a:srgbClr val="00B050"/>
                </a:solidFill>
                <a:latin typeface="Tw Cen MT" panose="020B0602020104020603"/>
                <a:cs typeface="Tw Cen MT" panose="020B0602020104020603"/>
              </a:rPr>
              <a:t>dat</a:t>
            </a:r>
            <a:r>
              <a:rPr sz="2800" spc="-5" dirty="0">
                <a:solidFill>
                  <a:srgbClr val="00B050"/>
                </a:solidFill>
                <a:latin typeface="Tw Cen MT" panose="020B0602020104020603"/>
                <a:cs typeface="Tw Cen MT" panose="020B0602020104020603"/>
              </a:rPr>
              <a:t>a </a:t>
            </a:r>
            <a:r>
              <a:rPr sz="2800" spc="-395" dirty="0">
                <a:solidFill>
                  <a:srgbClr val="00B050"/>
                </a:solidFill>
                <a:latin typeface="Tw Cen MT" panose="020B0602020104020603"/>
                <a:cs typeface="Tw Cen MT" panose="020B0602020104020603"/>
              </a:rPr>
              <a:t> </a:t>
            </a:r>
            <a:r>
              <a:rPr sz="2800" spc="200" dirty="0">
                <a:solidFill>
                  <a:srgbClr val="00B050"/>
                </a:solidFill>
                <a:latin typeface="Tw Cen MT" panose="020B0602020104020603"/>
                <a:cs typeface="Tw Cen MT" panose="020B0602020104020603"/>
              </a:rPr>
              <a:t>st</a:t>
            </a:r>
            <a:r>
              <a:rPr sz="2800" spc="254" dirty="0">
                <a:solidFill>
                  <a:srgbClr val="00B050"/>
                </a:solidFill>
                <a:latin typeface="Tw Cen MT" panose="020B0602020104020603"/>
                <a:cs typeface="Tw Cen MT" panose="020B0602020104020603"/>
              </a:rPr>
              <a:t>r</a:t>
            </a:r>
            <a:r>
              <a:rPr sz="2800" spc="200" dirty="0">
                <a:solidFill>
                  <a:srgbClr val="00B050"/>
                </a:solidFill>
                <a:latin typeface="Tw Cen MT" panose="020B0602020104020603"/>
                <a:cs typeface="Tw Cen MT" panose="020B0602020104020603"/>
              </a:rPr>
              <a:t>u</a:t>
            </a:r>
            <a:r>
              <a:rPr sz="2800" spc="195" dirty="0">
                <a:solidFill>
                  <a:srgbClr val="00B050"/>
                </a:solidFill>
                <a:latin typeface="Tw Cen MT" panose="020B0602020104020603"/>
                <a:cs typeface="Tw Cen MT" panose="020B0602020104020603"/>
              </a:rPr>
              <a:t>c</a:t>
            </a:r>
            <a:r>
              <a:rPr sz="2800" spc="200" dirty="0">
                <a:solidFill>
                  <a:srgbClr val="00B050"/>
                </a:solidFill>
                <a:latin typeface="Tw Cen MT" panose="020B0602020104020603"/>
                <a:cs typeface="Tw Cen MT" panose="020B0602020104020603"/>
              </a:rPr>
              <a:t>tu</a:t>
            </a:r>
            <a:r>
              <a:rPr sz="2800" spc="204" dirty="0">
                <a:solidFill>
                  <a:srgbClr val="00B050"/>
                </a:solidFill>
                <a:latin typeface="Tw Cen MT" panose="020B0602020104020603"/>
                <a:cs typeface="Tw Cen MT" panose="020B0602020104020603"/>
              </a:rPr>
              <a:t>r</a:t>
            </a:r>
            <a:r>
              <a:rPr sz="2800" dirty="0">
                <a:solidFill>
                  <a:srgbClr val="00B050"/>
                </a:solidFill>
                <a:latin typeface="Tw Cen MT" panose="020B0602020104020603"/>
                <a:cs typeface="Tw Cen MT" panose="020B0602020104020603"/>
              </a:rPr>
              <a:t>e </a:t>
            </a:r>
            <a:r>
              <a:rPr sz="2800" spc="-385" dirty="0">
                <a:solidFill>
                  <a:srgbClr val="00B050"/>
                </a:solidFill>
                <a:latin typeface="Tw Cen MT" panose="020B0602020104020603"/>
                <a:cs typeface="Tw Cen MT" panose="020B0602020104020603"/>
              </a:rPr>
              <a:t> </a:t>
            </a:r>
            <a:r>
              <a:rPr sz="2800" spc="204" dirty="0">
                <a:solidFill>
                  <a:srgbClr val="00B050"/>
                </a:solidFill>
                <a:latin typeface="Tw Cen MT" panose="020B0602020104020603"/>
                <a:cs typeface="Tw Cen MT" panose="020B0602020104020603"/>
              </a:rPr>
              <a:t>a</a:t>
            </a:r>
            <a:r>
              <a:rPr sz="2800" spc="200" dirty="0">
                <a:solidFill>
                  <a:srgbClr val="00B050"/>
                </a:solidFill>
                <a:latin typeface="Tw Cen MT" panose="020B0602020104020603"/>
                <a:cs typeface="Tw Cen MT" panose="020B0602020104020603"/>
              </a:rPr>
              <a:t>n</a:t>
            </a:r>
            <a:r>
              <a:rPr sz="2800" spc="-5" dirty="0">
                <a:solidFill>
                  <a:srgbClr val="00B050"/>
                </a:solidFill>
                <a:latin typeface="Tw Cen MT" panose="020B0602020104020603"/>
                <a:cs typeface="Tw Cen MT" panose="020B0602020104020603"/>
              </a:rPr>
              <a:t>d </a:t>
            </a:r>
            <a:r>
              <a:rPr sz="2800" spc="-385" dirty="0">
                <a:solidFill>
                  <a:srgbClr val="00B050"/>
                </a:solidFill>
                <a:latin typeface="Tw Cen MT" panose="020B0602020104020603"/>
                <a:cs typeface="Tw Cen MT" panose="020B0602020104020603"/>
              </a:rPr>
              <a:t> </a:t>
            </a:r>
            <a:r>
              <a:rPr sz="2800" spc="200" dirty="0">
                <a:solidFill>
                  <a:srgbClr val="00B050"/>
                </a:solidFill>
                <a:latin typeface="Tw Cen MT" panose="020B0602020104020603"/>
                <a:cs typeface="Tw Cen MT" panose="020B0602020104020603"/>
              </a:rPr>
              <a:t>databa</a:t>
            </a:r>
            <a:r>
              <a:rPr sz="2800" spc="204" dirty="0">
                <a:solidFill>
                  <a:srgbClr val="00B050"/>
                </a:solidFill>
                <a:latin typeface="Tw Cen MT" panose="020B0602020104020603"/>
                <a:cs typeface="Tw Cen MT" panose="020B0602020104020603"/>
              </a:rPr>
              <a:t>s</a:t>
            </a:r>
            <a:r>
              <a:rPr sz="2800" dirty="0">
                <a:solidFill>
                  <a:srgbClr val="00B050"/>
                </a:solidFill>
                <a:latin typeface="Tw Cen MT" panose="020B0602020104020603"/>
                <a:cs typeface="Tw Cen MT" panose="020B0602020104020603"/>
              </a:rPr>
              <a:t>e </a:t>
            </a:r>
            <a:r>
              <a:rPr sz="2800" spc="-5" dirty="0">
                <a:solidFill>
                  <a:srgbClr val="00B050"/>
                </a:solidFill>
                <a:latin typeface="Tw Cen MT" panose="020B0602020104020603"/>
                <a:cs typeface="Tw Cen MT" panose="020B0602020104020603"/>
              </a:rPr>
              <a:t>syste</a:t>
            </a:r>
            <a:r>
              <a:rPr sz="2800" dirty="0">
                <a:solidFill>
                  <a:srgbClr val="00B050"/>
                </a:solidFill>
                <a:latin typeface="Tw Cen MT" panose="020B0602020104020603"/>
                <a:cs typeface="Tw Cen MT" panose="020B0602020104020603"/>
              </a:rPr>
              <a:t>m</a:t>
            </a:r>
            <a:r>
              <a:rPr sz="2800" spc="-35" dirty="0">
                <a:solidFill>
                  <a:srgbClr val="00B050"/>
                </a:solidFill>
                <a:latin typeface="Tw Cen MT" panose="020B0602020104020603"/>
                <a:cs typeface="Tw Cen MT" panose="020B0602020104020603"/>
              </a:rPr>
              <a:t>s</a:t>
            </a:r>
            <a:r>
              <a:rPr sz="2800">
                <a:solidFill>
                  <a:srgbClr val="00B050"/>
                </a:solidFill>
                <a:latin typeface="Tw Cen MT" panose="020B0602020104020603"/>
                <a:cs typeface="Tw Cen MT" panose="020B0602020104020603"/>
              </a:rPr>
              <a:t>.</a:t>
            </a:r>
            <a:r>
              <a:rPr sz="2800" spc="-5">
                <a:solidFill>
                  <a:srgbClr val="00B050"/>
                </a:solidFill>
                <a:latin typeface="Tw Cen MT" panose="020B0602020104020603"/>
                <a:cs typeface="Tw Cen MT" panose="020B0602020104020603"/>
              </a:rPr>
              <a:t> </a:t>
            </a:r>
            <a:endParaRPr lang="en-US" sz="2800" spc="-5" dirty="0">
              <a:solidFill>
                <a:srgbClr val="00B050"/>
              </a:solidFill>
              <a:latin typeface="Tw Cen MT" panose="020B0602020104020603"/>
              <a:cs typeface="Tw Cen MT" panose="020B0602020104020603"/>
            </a:endParaRPr>
          </a:p>
          <a:p>
            <a:pPr marL="861695" marR="5080" indent="-14605" algn="just">
              <a:lnSpc>
                <a:spcPct val="100000"/>
              </a:lnSpc>
              <a:buFont typeface="Arial" panose="020B0604020202020204" pitchFamily="34" charset="0"/>
              <a:buChar char="•"/>
            </a:pPr>
            <a:r>
              <a:rPr sz="2800" spc="-5">
                <a:solidFill>
                  <a:srgbClr val="00B0F0"/>
                </a:solidFill>
                <a:latin typeface="Tw Cen MT" panose="020B0602020104020603"/>
                <a:cs typeface="Tw Cen MT" panose="020B0602020104020603"/>
              </a:rPr>
              <a:t>De</a:t>
            </a:r>
            <a:r>
              <a:rPr sz="2800" spc="-10">
                <a:solidFill>
                  <a:srgbClr val="00B0F0"/>
                </a:solidFill>
                <a:latin typeface="Tw Cen MT" panose="020B0602020104020603"/>
                <a:cs typeface="Tw Cen MT" panose="020B0602020104020603"/>
              </a:rPr>
              <a:t>c</a:t>
            </a:r>
            <a:r>
              <a:rPr sz="2800" spc="-5">
                <a:solidFill>
                  <a:srgbClr val="00B0F0"/>
                </a:solidFill>
                <a:latin typeface="Tw Cen MT" panose="020B0602020104020603"/>
                <a:cs typeface="Tw Cen MT" panose="020B0602020104020603"/>
              </a:rPr>
              <a:t>re</a:t>
            </a:r>
            <a:r>
              <a:rPr sz="2800" spc="-10">
                <a:solidFill>
                  <a:srgbClr val="00B0F0"/>
                </a:solidFill>
                <a:latin typeface="Tw Cen MT" panose="020B0602020104020603"/>
                <a:cs typeface="Tw Cen MT" panose="020B0602020104020603"/>
              </a:rPr>
              <a:t>a</a:t>
            </a:r>
            <a:r>
              <a:rPr sz="2800" spc="-5">
                <a:solidFill>
                  <a:srgbClr val="00B0F0"/>
                </a:solidFill>
                <a:latin typeface="Tw Cen MT" panose="020B0602020104020603"/>
                <a:cs typeface="Tw Cen MT" panose="020B0602020104020603"/>
              </a:rPr>
              <a:t>se</a:t>
            </a:r>
            <a:r>
              <a:rPr sz="2800">
                <a:solidFill>
                  <a:srgbClr val="00B0F0"/>
                </a:solidFill>
                <a:latin typeface="Tw Cen MT" panose="020B0602020104020603"/>
                <a:cs typeface="Tw Cen MT" panose="020B0602020104020603"/>
              </a:rPr>
              <a:t>s</a:t>
            </a:r>
            <a:r>
              <a:rPr sz="2800" spc="-5">
                <a:solidFill>
                  <a:srgbClr val="00B0F0"/>
                </a:solidFill>
                <a:latin typeface="Tw Cen MT" panose="020B0602020104020603"/>
                <a:cs typeface="Tw Cen MT" panose="020B0602020104020603"/>
              </a:rPr>
              <a:t> </a:t>
            </a:r>
            <a:r>
              <a:rPr sz="2800" spc="-5" dirty="0">
                <a:solidFill>
                  <a:srgbClr val="00B0F0"/>
                </a:solidFill>
                <a:latin typeface="Tw Cen MT" panose="020B0602020104020603"/>
                <a:cs typeface="Tw Cen MT" panose="020B0602020104020603"/>
              </a:rPr>
              <a:t>data in</a:t>
            </a:r>
            <a:r>
              <a:rPr sz="2800" spc="-10" dirty="0">
                <a:solidFill>
                  <a:srgbClr val="00B0F0"/>
                </a:solidFill>
                <a:latin typeface="Tw Cen MT" panose="020B0602020104020603"/>
                <a:cs typeface="Tw Cen MT" panose="020B0602020104020603"/>
              </a:rPr>
              <a:t>p</a:t>
            </a:r>
            <a:r>
              <a:rPr sz="2800" spc="-5" dirty="0">
                <a:solidFill>
                  <a:srgbClr val="00B0F0"/>
                </a:solidFill>
                <a:latin typeface="Tw Cen MT" panose="020B0602020104020603"/>
                <a:cs typeface="Tw Cen MT" panose="020B0602020104020603"/>
              </a:rPr>
              <a:t>ut</a:t>
            </a:r>
            <a:r>
              <a:rPr sz="2800" dirty="0">
                <a:solidFill>
                  <a:srgbClr val="00B0F0"/>
                </a:solidFill>
                <a:latin typeface="Tw Cen MT" panose="020B0602020104020603"/>
                <a:cs typeface="Tw Cen MT" panose="020B0602020104020603"/>
              </a:rPr>
              <a:t> </a:t>
            </a:r>
            <a:r>
              <a:rPr sz="2800" spc="-5" dirty="0">
                <a:solidFill>
                  <a:srgbClr val="00B0F0"/>
                </a:solidFill>
                <a:latin typeface="Tw Cen MT" panose="020B0602020104020603"/>
                <a:cs typeface="Tw Cen MT" panose="020B0602020104020603"/>
              </a:rPr>
              <a:t>and </a:t>
            </a:r>
            <a:r>
              <a:rPr sz="2800" spc="-65" dirty="0">
                <a:solidFill>
                  <a:srgbClr val="00B0F0"/>
                </a:solidFill>
                <a:latin typeface="Tw Cen MT" panose="020B0602020104020603"/>
                <a:cs typeface="Tw Cen MT" panose="020B0602020104020603"/>
              </a:rPr>
              <a:t>f</a:t>
            </a:r>
            <a:r>
              <a:rPr sz="2800" spc="-5" dirty="0">
                <a:solidFill>
                  <a:srgbClr val="00B0F0"/>
                </a:solidFill>
                <a:latin typeface="Tw Cen MT" panose="020B0602020104020603"/>
                <a:cs typeface="Tw Cen MT" panose="020B0602020104020603"/>
              </a:rPr>
              <a:t>o</a:t>
            </a:r>
            <a:r>
              <a:rPr sz="2800" spc="50" dirty="0">
                <a:solidFill>
                  <a:srgbClr val="00B0F0"/>
                </a:solidFill>
                <a:latin typeface="Tw Cen MT" panose="020B0602020104020603"/>
                <a:cs typeface="Tw Cen MT" panose="020B0602020104020603"/>
              </a:rPr>
              <a:t>r</a:t>
            </a:r>
            <a:r>
              <a:rPr sz="2800" dirty="0">
                <a:solidFill>
                  <a:srgbClr val="00B0F0"/>
                </a:solidFill>
                <a:latin typeface="Tw Cen MT" panose="020B0602020104020603"/>
                <a:cs typeface="Tw Cen MT" panose="020B0602020104020603"/>
              </a:rPr>
              <a:t>m</a:t>
            </a:r>
            <a:r>
              <a:rPr sz="2800" spc="-10" dirty="0">
                <a:solidFill>
                  <a:srgbClr val="00B0F0"/>
                </a:solidFill>
                <a:latin typeface="Tw Cen MT" panose="020B0602020104020603"/>
                <a:cs typeface="Tw Cen MT" panose="020B0602020104020603"/>
              </a:rPr>
              <a:t>a</a:t>
            </a:r>
            <a:r>
              <a:rPr sz="2800" spc="-5" dirty="0">
                <a:solidFill>
                  <a:srgbClr val="00B0F0"/>
                </a:solidFill>
                <a:latin typeface="Tw Cen MT" panose="020B0602020104020603"/>
                <a:cs typeface="Tw Cen MT" panose="020B0602020104020603"/>
              </a:rPr>
              <a:t>tting er</a:t>
            </a:r>
            <a:r>
              <a:rPr sz="2800" spc="-65" dirty="0">
                <a:solidFill>
                  <a:srgbClr val="00B0F0"/>
                </a:solidFill>
                <a:latin typeface="Tw Cen MT" panose="020B0602020104020603"/>
                <a:cs typeface="Tw Cen MT" panose="020B0602020104020603"/>
              </a:rPr>
              <a:t>r</a:t>
            </a:r>
            <a:r>
              <a:rPr sz="2800" spc="-5" dirty="0">
                <a:solidFill>
                  <a:srgbClr val="00B0F0"/>
                </a:solidFill>
                <a:latin typeface="Tw Cen MT" panose="020B0602020104020603"/>
                <a:cs typeface="Tw Cen MT" panose="020B0602020104020603"/>
              </a:rPr>
              <a:t>or</a:t>
            </a:r>
            <a:r>
              <a:rPr sz="2800" spc="-35" dirty="0">
                <a:solidFill>
                  <a:srgbClr val="00B0F0"/>
                </a:solidFill>
                <a:latin typeface="Tw Cen MT" panose="020B0602020104020603"/>
                <a:cs typeface="Tw Cen MT" panose="020B0602020104020603"/>
              </a:rPr>
              <a:t>s</a:t>
            </a:r>
            <a:r>
              <a:rPr sz="2800" dirty="0">
                <a:latin typeface="Tw Cen MT" panose="020B0602020104020603"/>
                <a:cs typeface="Tw Cen MT" panose="020B0602020104020603"/>
              </a:rPr>
              <a:t>.</a:t>
            </a:r>
            <a:endParaRPr sz="2800">
              <a:latin typeface="Tw Cen MT" panose="020B0602020104020603"/>
              <a:cs typeface="Tw Cen MT" panose="020B0602020104020603"/>
            </a:endParaRPr>
          </a:p>
        </p:txBody>
      </p:sp>
      <p:sp>
        <p:nvSpPr>
          <p:cNvPr id="4" name="object 4"/>
          <p:cNvSpPr/>
          <p:nvPr/>
        </p:nvSpPr>
        <p:spPr>
          <a:xfrm>
            <a:off x="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541780">
              <a:lnSpc>
                <a:spcPct val="100000"/>
              </a:lnSpc>
            </a:pPr>
            <a:r>
              <a:rPr spc="-10" dirty="0"/>
              <a:t>N</a:t>
            </a:r>
            <a:r>
              <a:rPr dirty="0"/>
              <a:t>e</a:t>
            </a:r>
            <a:r>
              <a:rPr spc="-5" dirty="0"/>
              <a:t>t</a:t>
            </a:r>
            <a:r>
              <a:rPr spc="-50" dirty="0"/>
              <a:t>w</a:t>
            </a:r>
            <a:r>
              <a:rPr spc="-5" dirty="0"/>
              <a:t>o</a:t>
            </a:r>
            <a:r>
              <a:rPr spc="30" dirty="0"/>
              <a:t>r</a:t>
            </a:r>
            <a:r>
              <a:rPr dirty="0"/>
              <a:t>k</a:t>
            </a:r>
            <a:r>
              <a:rPr b="0" spc="65" dirty="0">
                <a:latin typeface="Times New Roman" panose="02020603050405020304"/>
                <a:cs typeface="Times New Roman" panose="02020603050405020304"/>
              </a:rPr>
              <a:t> </a:t>
            </a:r>
            <a:r>
              <a:rPr spc="-50" dirty="0"/>
              <a:t>V</a:t>
            </a:r>
            <a:r>
              <a:rPr spc="-5" dirty="0"/>
              <a:t>i</a:t>
            </a:r>
            <a:r>
              <a:rPr spc="204" dirty="0"/>
              <a:t>r</a:t>
            </a:r>
            <a:r>
              <a:rPr spc="-5" dirty="0"/>
              <a:t>tu</a:t>
            </a:r>
            <a:r>
              <a:rPr spc="-10" dirty="0"/>
              <a:t>a</a:t>
            </a:r>
            <a:r>
              <a:rPr spc="-5" dirty="0"/>
              <a:t>li</a:t>
            </a:r>
            <a:r>
              <a:rPr dirty="0"/>
              <a:t>z</a:t>
            </a:r>
            <a:r>
              <a:rPr spc="75" dirty="0"/>
              <a:t>a</a:t>
            </a:r>
            <a:r>
              <a:rPr spc="-5" dirty="0"/>
              <a:t>tion</a:t>
            </a:r>
          </a:p>
        </p:txBody>
      </p:sp>
      <p:sp>
        <p:nvSpPr>
          <p:cNvPr id="3" name="object 3"/>
          <p:cNvSpPr txBox="1"/>
          <p:nvPr/>
        </p:nvSpPr>
        <p:spPr>
          <a:xfrm>
            <a:off x="228600" y="1148745"/>
            <a:ext cx="8406130" cy="5262979"/>
          </a:xfrm>
          <a:prstGeom prst="rect">
            <a:avLst/>
          </a:prstGeom>
        </p:spPr>
        <p:txBody>
          <a:bodyPr vert="horz" wrap="square" lIns="0" tIns="0" rIns="0" bIns="0" rtlCol="0">
            <a:spAutoFit/>
          </a:bodyPr>
          <a:lstStyle/>
          <a:p>
            <a:pPr marL="12700">
              <a:lnSpc>
                <a:spcPct val="100000"/>
              </a:lnSpc>
            </a:pPr>
            <a:r>
              <a:rPr sz="1200" b="1" spc="-5" dirty="0">
                <a:solidFill>
                  <a:srgbClr val="FFFFFF"/>
                </a:solidFill>
                <a:latin typeface="Comic Sans MS" panose="030F0702030302020204"/>
                <a:cs typeface="Comic Sans MS" panose="030F0702030302020204"/>
              </a:rPr>
              <a:t>2</a:t>
            </a:r>
            <a:r>
              <a:rPr sz="1200" b="1" dirty="0">
                <a:solidFill>
                  <a:srgbClr val="FFFFFF"/>
                </a:solidFill>
                <a:latin typeface="Comic Sans MS" panose="030F0702030302020204"/>
                <a:cs typeface="Comic Sans MS" panose="030F0702030302020204"/>
              </a:rPr>
              <a:t>2</a:t>
            </a:r>
            <a:endParaRPr sz="1200">
              <a:latin typeface="Comic Sans MS" panose="030F0702030302020204"/>
              <a:cs typeface="Comic Sans MS" panose="030F0702030302020204"/>
            </a:endParaRPr>
          </a:p>
          <a:p>
            <a:pPr>
              <a:lnSpc>
                <a:spcPct val="100000"/>
              </a:lnSpc>
              <a:spcBef>
                <a:spcPts val="0"/>
              </a:spcBef>
            </a:pPr>
            <a:endParaRPr sz="1100">
              <a:latin typeface="Times New Roman" panose="02020603050405020304"/>
              <a:cs typeface="Times New Roman" panose="02020603050405020304"/>
            </a:endParaRPr>
          </a:p>
          <a:p>
            <a:pPr marL="861695" marR="5080" indent="-319405">
              <a:lnSpc>
                <a:spcPct val="100000"/>
              </a:lnSpc>
              <a:buClr>
                <a:srgbClr val="DD8046"/>
              </a:buClr>
              <a:buSzPct val="60000"/>
              <a:buFont typeface="Wingdings" panose="05000000000000000000"/>
              <a:buChar char=""/>
              <a:tabLst>
                <a:tab pos="862330" algn="l"/>
              </a:tabLst>
            </a:pPr>
            <a:r>
              <a:rPr sz="2900" spc="-5" dirty="0">
                <a:latin typeface="Tw Cen MT" panose="020B0602020104020603"/>
                <a:cs typeface="Tw Cen MT" panose="020B0602020104020603"/>
              </a:rPr>
              <a:t>In</a:t>
            </a:r>
            <a:r>
              <a:rPr sz="2900" dirty="0">
                <a:latin typeface="Tw Cen MT" panose="020B0602020104020603"/>
                <a:cs typeface="Tw Cen MT" panose="020B0602020104020603"/>
              </a:rPr>
              <a:t> </a:t>
            </a:r>
            <a:r>
              <a:rPr sz="2900" spc="-5" dirty="0">
                <a:latin typeface="Tw Cen MT" panose="020B0602020104020603"/>
                <a:cs typeface="Tw Cen MT" panose="020B0602020104020603"/>
              </a:rPr>
              <a:t>net</a:t>
            </a:r>
            <a:r>
              <a:rPr sz="2900" spc="-60" dirty="0">
                <a:latin typeface="Tw Cen MT" panose="020B0602020104020603"/>
                <a:cs typeface="Tw Cen MT" panose="020B0602020104020603"/>
              </a:rPr>
              <a:t>w</a:t>
            </a:r>
            <a:r>
              <a:rPr sz="2900" spc="-5" dirty="0">
                <a:latin typeface="Tw Cen MT" panose="020B0602020104020603"/>
                <a:cs typeface="Tw Cen MT" panose="020B0602020104020603"/>
              </a:rPr>
              <a:t>o</a:t>
            </a:r>
            <a:r>
              <a:rPr sz="2900" spc="50" dirty="0">
                <a:latin typeface="Tw Cen MT" panose="020B0602020104020603"/>
                <a:cs typeface="Tw Cen MT" panose="020B0602020104020603"/>
              </a:rPr>
              <a:t>r</a:t>
            </a:r>
            <a:r>
              <a:rPr sz="2900" spc="-5" dirty="0">
                <a:latin typeface="Tw Cen MT" panose="020B0602020104020603"/>
                <a:cs typeface="Tw Cen MT" panose="020B0602020104020603"/>
              </a:rPr>
              <a:t>k</a:t>
            </a:r>
            <a:r>
              <a:rPr sz="2900" dirty="0">
                <a:latin typeface="Tw Cen MT" panose="020B0602020104020603"/>
                <a:cs typeface="Tw Cen MT" panose="020B0602020104020603"/>
              </a:rPr>
              <a:t> </a:t>
            </a:r>
            <a:r>
              <a:rPr sz="2900" spc="-5" dirty="0">
                <a:latin typeface="Tw Cen MT" panose="020B0602020104020603"/>
                <a:cs typeface="Tw Cen MT" panose="020B0602020104020603"/>
              </a:rPr>
              <a:t>vi</a:t>
            </a:r>
            <a:r>
              <a:rPr sz="2900" spc="50" dirty="0">
                <a:latin typeface="Tw Cen MT" panose="020B0602020104020603"/>
                <a:cs typeface="Tw Cen MT" panose="020B0602020104020603"/>
              </a:rPr>
              <a:t>r</a:t>
            </a:r>
            <a:r>
              <a:rPr sz="2900" spc="-5" dirty="0">
                <a:latin typeface="Tw Cen MT" panose="020B0602020104020603"/>
                <a:cs typeface="Tw Cen MT" panose="020B0602020104020603"/>
              </a:rPr>
              <a:t>tu</a:t>
            </a:r>
            <a:r>
              <a:rPr sz="2900" spc="-10" dirty="0">
                <a:latin typeface="Tw Cen MT" panose="020B0602020104020603"/>
                <a:cs typeface="Tw Cen MT" panose="020B0602020104020603"/>
              </a:rPr>
              <a:t>a</a:t>
            </a:r>
            <a:r>
              <a:rPr sz="2900" spc="-5" dirty="0">
                <a:latin typeface="Tw Cen MT" panose="020B0602020104020603"/>
                <a:cs typeface="Tw Cen MT" panose="020B0602020104020603"/>
              </a:rPr>
              <a:t>liz</a:t>
            </a:r>
            <a:r>
              <a:rPr sz="2900" spc="-10" dirty="0">
                <a:latin typeface="Tw Cen MT" panose="020B0602020104020603"/>
                <a:cs typeface="Tw Cen MT" panose="020B0602020104020603"/>
              </a:rPr>
              <a:t>a</a:t>
            </a:r>
            <a:r>
              <a:rPr sz="2900" spc="-5" dirty="0">
                <a:latin typeface="Tw Cen MT" panose="020B0602020104020603"/>
                <a:cs typeface="Tw Cen MT" panose="020B0602020104020603"/>
              </a:rPr>
              <a:t>tion</a:t>
            </a:r>
            <a:r>
              <a:rPr sz="2900" dirty="0">
                <a:latin typeface="Tw Cen MT" panose="020B0602020104020603"/>
                <a:cs typeface="Tw Cen MT" panose="020B0602020104020603"/>
              </a:rPr>
              <a:t>,</a:t>
            </a:r>
            <a:r>
              <a:rPr sz="2900" spc="-5" dirty="0">
                <a:latin typeface="Tw Cen MT" panose="020B0602020104020603"/>
                <a:cs typeface="Tw Cen MT" panose="020B0602020104020603"/>
              </a:rPr>
              <a:t> </a:t>
            </a:r>
            <a:r>
              <a:rPr sz="2900" spc="55" dirty="0">
                <a:solidFill>
                  <a:srgbClr val="FF0000"/>
                </a:solidFill>
                <a:latin typeface="Tw Cen MT" panose="020B0602020104020603"/>
                <a:cs typeface="Tw Cen MT" panose="020B0602020104020603"/>
              </a:rPr>
              <a:t>m</a:t>
            </a:r>
            <a:r>
              <a:rPr sz="2900" spc="-5" dirty="0">
                <a:solidFill>
                  <a:srgbClr val="FF0000"/>
                </a:solidFill>
                <a:latin typeface="Tw Cen MT" panose="020B0602020104020603"/>
                <a:cs typeface="Tw Cen MT" panose="020B0602020104020603"/>
              </a:rPr>
              <a:t>ulti</a:t>
            </a:r>
            <a:r>
              <a:rPr sz="2900" spc="-10" dirty="0">
                <a:solidFill>
                  <a:srgbClr val="FF0000"/>
                </a:solidFill>
                <a:latin typeface="Tw Cen MT" panose="020B0602020104020603"/>
                <a:cs typeface="Tw Cen MT" panose="020B0602020104020603"/>
              </a:rPr>
              <a:t>p</a:t>
            </a:r>
            <a:r>
              <a:rPr sz="2900" spc="-5" dirty="0">
                <a:solidFill>
                  <a:srgbClr val="FF0000"/>
                </a:solidFill>
                <a:latin typeface="Tw Cen MT" panose="020B0602020104020603"/>
                <a:cs typeface="Tw Cen MT" panose="020B0602020104020603"/>
              </a:rPr>
              <a:t>l</a:t>
            </a:r>
            <a:r>
              <a:rPr sz="2900" dirty="0">
                <a:solidFill>
                  <a:srgbClr val="FF0000"/>
                </a:solidFill>
                <a:latin typeface="Tw Cen MT" panose="020B0602020104020603"/>
                <a:cs typeface="Tw Cen MT" panose="020B0602020104020603"/>
              </a:rPr>
              <a:t>e</a:t>
            </a:r>
            <a:r>
              <a:rPr sz="2900" spc="-5" dirty="0">
                <a:solidFill>
                  <a:srgbClr val="FF0000"/>
                </a:solidFill>
                <a:latin typeface="Tw Cen MT" panose="020B0602020104020603"/>
                <a:cs typeface="Tw Cen MT" panose="020B0602020104020603"/>
              </a:rPr>
              <a:t> su</a:t>
            </a:r>
            <a:r>
              <a:rPr sz="2900" spc="-10" dirty="0">
                <a:solidFill>
                  <a:srgbClr val="FF0000"/>
                </a:solidFill>
                <a:latin typeface="Tw Cen MT" panose="020B0602020104020603"/>
                <a:cs typeface="Tw Cen MT" panose="020B0602020104020603"/>
              </a:rPr>
              <a:t>b</a:t>
            </a:r>
            <a:r>
              <a:rPr sz="2900" spc="-5" dirty="0">
                <a:solidFill>
                  <a:srgbClr val="FF0000"/>
                </a:solidFill>
                <a:latin typeface="Tw Cen MT" panose="020B0602020104020603"/>
                <a:cs typeface="Tw Cen MT" panose="020B0602020104020603"/>
              </a:rPr>
              <a:t>-net</a:t>
            </a:r>
            <a:r>
              <a:rPr sz="2900" spc="-60" dirty="0">
                <a:solidFill>
                  <a:srgbClr val="FF0000"/>
                </a:solidFill>
                <a:latin typeface="Tw Cen MT" panose="020B0602020104020603"/>
                <a:cs typeface="Tw Cen MT" panose="020B0602020104020603"/>
              </a:rPr>
              <a:t>w</a:t>
            </a:r>
            <a:r>
              <a:rPr sz="2900" spc="-5" dirty="0">
                <a:solidFill>
                  <a:srgbClr val="FF0000"/>
                </a:solidFill>
                <a:latin typeface="Tw Cen MT" panose="020B0602020104020603"/>
                <a:cs typeface="Tw Cen MT" panose="020B0602020104020603"/>
              </a:rPr>
              <a:t>o</a:t>
            </a:r>
            <a:r>
              <a:rPr sz="2900" spc="50" dirty="0">
                <a:solidFill>
                  <a:srgbClr val="FF0000"/>
                </a:solidFill>
                <a:latin typeface="Tw Cen MT" panose="020B0602020104020603"/>
                <a:cs typeface="Tw Cen MT" panose="020B0602020104020603"/>
              </a:rPr>
              <a:t>r</a:t>
            </a:r>
            <a:r>
              <a:rPr sz="2900" spc="-5" dirty="0">
                <a:solidFill>
                  <a:srgbClr val="FF0000"/>
                </a:solidFill>
                <a:latin typeface="Tw Cen MT" panose="020B0602020104020603"/>
                <a:cs typeface="Tw Cen MT" panose="020B0602020104020603"/>
              </a:rPr>
              <a:t>k</a:t>
            </a:r>
            <a:r>
              <a:rPr sz="2900" dirty="0">
                <a:solidFill>
                  <a:srgbClr val="FF0000"/>
                </a:solidFill>
                <a:latin typeface="Tw Cen MT" panose="020B0602020104020603"/>
                <a:cs typeface="Tw Cen MT" panose="020B0602020104020603"/>
              </a:rPr>
              <a:t>s</a:t>
            </a:r>
            <a:r>
              <a:rPr sz="2900" spc="-5" dirty="0">
                <a:solidFill>
                  <a:srgbClr val="FF0000"/>
                </a:solidFill>
                <a:latin typeface="Tw Cen MT" panose="020B0602020104020603"/>
                <a:cs typeface="Tw Cen MT" panose="020B0602020104020603"/>
              </a:rPr>
              <a:t> </a:t>
            </a:r>
            <a:r>
              <a:rPr sz="2900" spc="-10" dirty="0">
                <a:solidFill>
                  <a:srgbClr val="FF0000"/>
                </a:solidFill>
                <a:latin typeface="Tw Cen MT" panose="020B0602020104020603"/>
                <a:cs typeface="Tw Cen MT" panose="020B0602020104020603"/>
              </a:rPr>
              <a:t>ca</a:t>
            </a:r>
            <a:r>
              <a:rPr sz="2900" spc="-5" dirty="0">
                <a:solidFill>
                  <a:srgbClr val="FF0000"/>
                </a:solidFill>
                <a:latin typeface="Tw Cen MT" panose="020B0602020104020603"/>
                <a:cs typeface="Tw Cen MT" panose="020B0602020104020603"/>
              </a:rPr>
              <a:t>n </a:t>
            </a:r>
            <a:r>
              <a:rPr sz="2900" spc="-10" dirty="0">
                <a:solidFill>
                  <a:srgbClr val="FF0000"/>
                </a:solidFill>
                <a:latin typeface="Tw Cen MT" panose="020B0602020104020603"/>
                <a:cs typeface="Tw Cen MT" panose="020B0602020104020603"/>
              </a:rPr>
              <a:t>b</a:t>
            </a:r>
            <a:r>
              <a:rPr sz="2900" dirty="0">
                <a:solidFill>
                  <a:srgbClr val="FF0000"/>
                </a:solidFill>
                <a:latin typeface="Tw Cen MT" panose="020B0602020104020603"/>
                <a:cs typeface="Tw Cen MT" panose="020B0602020104020603"/>
              </a:rPr>
              <a:t>e</a:t>
            </a:r>
            <a:r>
              <a:rPr sz="2900" spc="-5" dirty="0">
                <a:solidFill>
                  <a:srgbClr val="FF0000"/>
                </a:solidFill>
                <a:latin typeface="Tw Cen MT" panose="020B0602020104020603"/>
                <a:cs typeface="Tw Cen MT" panose="020B0602020104020603"/>
              </a:rPr>
              <a:t> </a:t>
            </a:r>
            <a:r>
              <a:rPr sz="2900" spc="-10" dirty="0">
                <a:solidFill>
                  <a:srgbClr val="FF0000"/>
                </a:solidFill>
                <a:latin typeface="Tw Cen MT" panose="020B0602020104020603"/>
                <a:cs typeface="Tw Cen MT" panose="020B0602020104020603"/>
              </a:rPr>
              <a:t>c</a:t>
            </a:r>
            <a:r>
              <a:rPr sz="2900" spc="-5" dirty="0">
                <a:solidFill>
                  <a:srgbClr val="FF0000"/>
                </a:solidFill>
                <a:latin typeface="Tw Cen MT" panose="020B0602020104020603"/>
                <a:cs typeface="Tw Cen MT" panose="020B0602020104020603"/>
              </a:rPr>
              <a:t>re</a:t>
            </a:r>
            <a:r>
              <a:rPr sz="2900" spc="-10" dirty="0">
                <a:solidFill>
                  <a:srgbClr val="FF0000"/>
                </a:solidFill>
                <a:latin typeface="Tw Cen MT" panose="020B0602020104020603"/>
                <a:cs typeface="Tw Cen MT" panose="020B0602020104020603"/>
              </a:rPr>
              <a:t>a</a:t>
            </a:r>
            <a:r>
              <a:rPr sz="2900" spc="-5" dirty="0">
                <a:solidFill>
                  <a:srgbClr val="FF0000"/>
                </a:solidFill>
                <a:latin typeface="Tw Cen MT" panose="020B0602020104020603"/>
                <a:cs typeface="Tw Cen MT" panose="020B0602020104020603"/>
              </a:rPr>
              <a:t>ted on</a:t>
            </a:r>
            <a:r>
              <a:rPr sz="2900" dirty="0">
                <a:solidFill>
                  <a:srgbClr val="FF0000"/>
                </a:solidFill>
                <a:latin typeface="Tw Cen MT" panose="020B0602020104020603"/>
                <a:cs typeface="Tw Cen MT" panose="020B0602020104020603"/>
              </a:rPr>
              <a:t> </a:t>
            </a:r>
            <a:r>
              <a:rPr sz="2900" spc="-5" dirty="0">
                <a:solidFill>
                  <a:srgbClr val="FF0000"/>
                </a:solidFill>
                <a:latin typeface="Tw Cen MT" panose="020B0602020104020603"/>
                <a:cs typeface="Tw Cen MT" panose="020B0602020104020603"/>
              </a:rPr>
              <a:t>th</a:t>
            </a:r>
            <a:r>
              <a:rPr sz="2900" dirty="0">
                <a:solidFill>
                  <a:srgbClr val="FF0000"/>
                </a:solidFill>
                <a:latin typeface="Tw Cen MT" panose="020B0602020104020603"/>
                <a:cs typeface="Tw Cen MT" panose="020B0602020104020603"/>
              </a:rPr>
              <a:t>e</a:t>
            </a:r>
            <a:r>
              <a:rPr sz="2900" spc="-5" dirty="0">
                <a:solidFill>
                  <a:srgbClr val="FF0000"/>
                </a:solidFill>
                <a:latin typeface="Tw Cen MT" panose="020B0602020104020603"/>
                <a:cs typeface="Tw Cen MT" panose="020B0602020104020603"/>
              </a:rPr>
              <a:t> s</a:t>
            </a:r>
            <a:r>
              <a:rPr sz="2900" spc="-10" dirty="0">
                <a:solidFill>
                  <a:srgbClr val="FF0000"/>
                </a:solidFill>
                <a:latin typeface="Tw Cen MT" panose="020B0602020104020603"/>
                <a:cs typeface="Tw Cen MT" panose="020B0602020104020603"/>
              </a:rPr>
              <a:t>a</a:t>
            </a:r>
            <a:r>
              <a:rPr sz="2900" dirty="0">
                <a:solidFill>
                  <a:srgbClr val="FF0000"/>
                </a:solidFill>
                <a:latin typeface="Tw Cen MT" panose="020B0602020104020603"/>
                <a:cs typeface="Tw Cen MT" panose="020B0602020104020603"/>
              </a:rPr>
              <a:t>me</a:t>
            </a:r>
            <a:r>
              <a:rPr sz="2900" spc="-5" dirty="0">
                <a:solidFill>
                  <a:srgbClr val="FF0000"/>
                </a:solidFill>
                <a:latin typeface="Tw Cen MT" panose="020B0602020104020603"/>
                <a:cs typeface="Tw Cen MT" panose="020B0602020104020603"/>
              </a:rPr>
              <a:t> p</a:t>
            </a:r>
            <a:r>
              <a:rPr sz="2900" spc="-65" dirty="0">
                <a:solidFill>
                  <a:srgbClr val="FF0000"/>
                </a:solidFill>
                <a:latin typeface="Tw Cen MT" panose="020B0602020104020603"/>
                <a:cs typeface="Tw Cen MT" panose="020B0602020104020603"/>
              </a:rPr>
              <a:t>h</a:t>
            </a:r>
            <a:r>
              <a:rPr sz="2900" spc="-5" dirty="0">
                <a:solidFill>
                  <a:srgbClr val="FF0000"/>
                </a:solidFill>
                <a:latin typeface="Tw Cen MT" panose="020B0602020104020603"/>
                <a:cs typeface="Tw Cen MT" panose="020B0602020104020603"/>
              </a:rPr>
              <a:t>ysi</a:t>
            </a:r>
            <a:r>
              <a:rPr sz="2900" spc="-10" dirty="0">
                <a:solidFill>
                  <a:srgbClr val="FF0000"/>
                </a:solidFill>
                <a:latin typeface="Tw Cen MT" panose="020B0602020104020603"/>
                <a:cs typeface="Tw Cen MT" panose="020B0602020104020603"/>
              </a:rPr>
              <a:t>ca</a:t>
            </a:r>
            <a:r>
              <a:rPr sz="2900" dirty="0">
                <a:solidFill>
                  <a:srgbClr val="FF0000"/>
                </a:solidFill>
                <a:latin typeface="Tw Cen MT" panose="020B0602020104020603"/>
                <a:cs typeface="Tw Cen MT" panose="020B0602020104020603"/>
              </a:rPr>
              <a:t>l</a:t>
            </a:r>
            <a:r>
              <a:rPr sz="2900" spc="-5" dirty="0">
                <a:solidFill>
                  <a:srgbClr val="FF0000"/>
                </a:solidFill>
                <a:latin typeface="Tw Cen MT" panose="020B0602020104020603"/>
                <a:cs typeface="Tw Cen MT" panose="020B0602020104020603"/>
              </a:rPr>
              <a:t> net</a:t>
            </a:r>
            <a:r>
              <a:rPr sz="2900" spc="-60" dirty="0">
                <a:solidFill>
                  <a:srgbClr val="FF0000"/>
                </a:solidFill>
                <a:latin typeface="Tw Cen MT" panose="020B0602020104020603"/>
                <a:cs typeface="Tw Cen MT" panose="020B0602020104020603"/>
              </a:rPr>
              <a:t>w</a:t>
            </a:r>
            <a:r>
              <a:rPr sz="2900" spc="-5" dirty="0">
                <a:solidFill>
                  <a:srgbClr val="FF0000"/>
                </a:solidFill>
                <a:latin typeface="Tw Cen MT" panose="020B0602020104020603"/>
                <a:cs typeface="Tw Cen MT" panose="020B0602020104020603"/>
              </a:rPr>
              <a:t>o</a:t>
            </a:r>
            <a:r>
              <a:rPr sz="2900" spc="50" dirty="0">
                <a:solidFill>
                  <a:srgbClr val="FF0000"/>
                </a:solidFill>
                <a:latin typeface="Tw Cen MT" panose="020B0602020104020603"/>
                <a:cs typeface="Tw Cen MT" panose="020B0602020104020603"/>
              </a:rPr>
              <a:t>r</a:t>
            </a:r>
            <a:r>
              <a:rPr sz="2900" spc="-5" dirty="0">
                <a:solidFill>
                  <a:srgbClr val="FF0000"/>
                </a:solidFill>
                <a:latin typeface="Tw Cen MT" panose="020B0602020104020603"/>
                <a:cs typeface="Tw Cen MT" panose="020B0602020104020603"/>
              </a:rPr>
              <a:t>k</a:t>
            </a:r>
            <a:r>
              <a:rPr sz="2900" dirty="0">
                <a:latin typeface="Tw Cen MT" panose="020B0602020104020603"/>
                <a:cs typeface="Tw Cen MT" panose="020B0602020104020603"/>
              </a:rPr>
              <a:t>,</a:t>
            </a:r>
            <a:r>
              <a:rPr sz="2900" spc="-5" dirty="0">
                <a:latin typeface="Tw Cen MT" panose="020B0602020104020603"/>
                <a:cs typeface="Tw Cen MT" panose="020B0602020104020603"/>
              </a:rPr>
              <a:t> </a:t>
            </a:r>
            <a:r>
              <a:rPr sz="2900" dirty="0">
                <a:latin typeface="Tw Cen MT" panose="020B0602020104020603"/>
                <a:cs typeface="Tw Cen MT" panose="020B0602020104020603"/>
              </a:rPr>
              <a:t>w</a:t>
            </a:r>
            <a:r>
              <a:rPr sz="2900" spc="-5" dirty="0">
                <a:latin typeface="Tw Cen MT" panose="020B0602020104020603"/>
                <a:cs typeface="Tw Cen MT" panose="020B0602020104020603"/>
              </a:rPr>
              <a:t>hi</a:t>
            </a:r>
            <a:r>
              <a:rPr sz="2900" spc="100" dirty="0">
                <a:latin typeface="Tw Cen MT" panose="020B0602020104020603"/>
                <a:cs typeface="Tw Cen MT" panose="020B0602020104020603"/>
              </a:rPr>
              <a:t>c</a:t>
            </a:r>
            <a:r>
              <a:rPr sz="2900" spc="-5" dirty="0">
                <a:latin typeface="Tw Cen MT" panose="020B0602020104020603"/>
                <a:cs typeface="Tw Cen MT" panose="020B0602020104020603"/>
              </a:rPr>
              <a:t>h </a:t>
            </a:r>
            <a:r>
              <a:rPr sz="2900" dirty="0">
                <a:latin typeface="Tw Cen MT" panose="020B0602020104020603"/>
                <a:cs typeface="Tw Cen MT" panose="020B0602020104020603"/>
              </a:rPr>
              <a:t>m</a:t>
            </a:r>
            <a:r>
              <a:rPr sz="2900" spc="-70" dirty="0">
                <a:latin typeface="Tw Cen MT" panose="020B0602020104020603"/>
                <a:cs typeface="Tw Cen MT" panose="020B0602020104020603"/>
              </a:rPr>
              <a:t>a</a:t>
            </a:r>
            <a:r>
              <a:rPr sz="2900" dirty="0">
                <a:latin typeface="Tw Cen MT" panose="020B0602020104020603"/>
                <a:cs typeface="Tw Cen MT" panose="020B0602020104020603"/>
              </a:rPr>
              <a:t>y</a:t>
            </a:r>
            <a:r>
              <a:rPr sz="2900" spc="-5" dirty="0">
                <a:latin typeface="Tw Cen MT" panose="020B0602020104020603"/>
                <a:cs typeface="Tw Cen MT" panose="020B0602020104020603"/>
              </a:rPr>
              <a:t> o</a:t>
            </a:r>
            <a:r>
              <a:rPr sz="2900" dirty="0">
                <a:latin typeface="Tw Cen MT" panose="020B0602020104020603"/>
                <a:cs typeface="Tw Cen MT" panose="020B0602020104020603"/>
              </a:rPr>
              <a:t>r</a:t>
            </a:r>
            <a:r>
              <a:rPr sz="2900" spc="-5" dirty="0">
                <a:latin typeface="Tw Cen MT" panose="020B0602020104020603"/>
                <a:cs typeface="Tw Cen MT" panose="020B0602020104020603"/>
              </a:rPr>
              <a:t> </a:t>
            </a:r>
            <a:r>
              <a:rPr sz="2900" dirty="0">
                <a:latin typeface="Tw Cen MT" panose="020B0602020104020603"/>
                <a:cs typeface="Tw Cen MT" panose="020B0602020104020603"/>
              </a:rPr>
              <a:t>m</a:t>
            </a:r>
            <a:r>
              <a:rPr sz="2900" spc="-70" dirty="0">
                <a:latin typeface="Tw Cen MT" panose="020B0602020104020603"/>
                <a:cs typeface="Tw Cen MT" panose="020B0602020104020603"/>
              </a:rPr>
              <a:t>a</a:t>
            </a:r>
            <a:r>
              <a:rPr sz="2900" dirty="0">
                <a:latin typeface="Tw Cen MT" panose="020B0602020104020603"/>
                <a:cs typeface="Tw Cen MT" panose="020B0602020104020603"/>
              </a:rPr>
              <a:t>y</a:t>
            </a:r>
            <a:r>
              <a:rPr sz="2900" spc="-5" dirty="0">
                <a:latin typeface="Tw Cen MT" panose="020B0602020104020603"/>
                <a:cs typeface="Tw Cen MT" panose="020B0602020104020603"/>
              </a:rPr>
              <a:t> not</a:t>
            </a:r>
            <a:r>
              <a:rPr sz="2900" dirty="0">
                <a:latin typeface="Tw Cen MT" panose="020B0602020104020603"/>
                <a:cs typeface="Tw Cen MT" panose="020B0602020104020603"/>
              </a:rPr>
              <a:t> </a:t>
            </a:r>
            <a:r>
              <a:rPr sz="2900" spc="-5" dirty="0">
                <a:latin typeface="Tw Cen MT" panose="020B0602020104020603"/>
                <a:cs typeface="Tw Cen MT" panose="020B0602020104020603"/>
              </a:rPr>
              <a:t>i</a:t>
            </a:r>
            <a:r>
              <a:rPr sz="2900" dirty="0">
                <a:latin typeface="Tw Cen MT" panose="020B0602020104020603"/>
                <a:cs typeface="Tw Cen MT" panose="020B0602020104020603"/>
              </a:rPr>
              <a:t>s</a:t>
            </a:r>
            <a:r>
              <a:rPr sz="2900" spc="-5" dirty="0">
                <a:latin typeface="Tw Cen MT" panose="020B0602020104020603"/>
                <a:cs typeface="Tw Cen MT" panose="020B0602020104020603"/>
              </a:rPr>
              <a:t> authorized t</a:t>
            </a:r>
            <a:r>
              <a:rPr sz="2900" dirty="0">
                <a:latin typeface="Tw Cen MT" panose="020B0602020104020603"/>
                <a:cs typeface="Tw Cen MT" panose="020B0602020104020603"/>
              </a:rPr>
              <a:t>o</a:t>
            </a:r>
            <a:r>
              <a:rPr sz="2900" spc="-5" dirty="0">
                <a:latin typeface="Tw Cen MT" panose="020B0602020104020603"/>
                <a:cs typeface="Tw Cen MT" panose="020B0602020104020603"/>
              </a:rPr>
              <a:t> </a:t>
            </a:r>
            <a:r>
              <a:rPr sz="2900" spc="-10" dirty="0">
                <a:latin typeface="Tw Cen MT" panose="020B0602020104020603"/>
                <a:cs typeface="Tw Cen MT" panose="020B0602020104020603"/>
              </a:rPr>
              <a:t>c</a:t>
            </a:r>
            <a:r>
              <a:rPr sz="2900" spc="-5" dirty="0">
                <a:latin typeface="Tw Cen MT" panose="020B0602020104020603"/>
                <a:cs typeface="Tw Cen MT" panose="020B0602020104020603"/>
              </a:rPr>
              <a:t>o</a:t>
            </a:r>
            <a:r>
              <a:rPr sz="2900" dirty="0">
                <a:latin typeface="Tw Cen MT" panose="020B0602020104020603"/>
                <a:cs typeface="Tw Cen MT" panose="020B0602020104020603"/>
              </a:rPr>
              <a:t>m</a:t>
            </a:r>
            <a:r>
              <a:rPr sz="2900" spc="55" dirty="0">
                <a:latin typeface="Tw Cen MT" panose="020B0602020104020603"/>
                <a:cs typeface="Tw Cen MT" panose="020B0602020104020603"/>
              </a:rPr>
              <a:t>m</a:t>
            </a:r>
            <a:r>
              <a:rPr sz="2900" spc="-5" dirty="0">
                <a:latin typeface="Tw Cen MT" panose="020B0602020104020603"/>
                <a:cs typeface="Tw Cen MT" panose="020B0602020104020603"/>
              </a:rPr>
              <a:t>uni</a:t>
            </a:r>
            <a:r>
              <a:rPr sz="2900" spc="-10" dirty="0">
                <a:latin typeface="Tw Cen MT" panose="020B0602020104020603"/>
                <a:cs typeface="Tw Cen MT" panose="020B0602020104020603"/>
              </a:rPr>
              <a:t>ca</a:t>
            </a:r>
            <a:r>
              <a:rPr sz="2900" spc="-5" dirty="0">
                <a:latin typeface="Tw Cen MT" panose="020B0602020104020603"/>
                <a:cs typeface="Tw Cen MT" panose="020B0602020104020603"/>
              </a:rPr>
              <a:t>t</a:t>
            </a:r>
            <a:r>
              <a:rPr sz="2900" dirty="0">
                <a:latin typeface="Tw Cen MT" panose="020B0602020104020603"/>
                <a:cs typeface="Tw Cen MT" panose="020B0602020104020603"/>
              </a:rPr>
              <a:t>e</a:t>
            </a:r>
            <a:r>
              <a:rPr sz="2900" spc="-5" dirty="0">
                <a:latin typeface="Tw Cen MT" panose="020B0602020104020603"/>
                <a:cs typeface="Tw Cen MT" panose="020B0602020104020603"/>
              </a:rPr>
              <a:t> </a:t>
            </a:r>
            <a:r>
              <a:rPr sz="2900" dirty="0">
                <a:latin typeface="Tw Cen MT" panose="020B0602020104020603"/>
                <a:cs typeface="Tw Cen MT" panose="020B0602020104020603"/>
              </a:rPr>
              <a:t>w</a:t>
            </a:r>
            <a:r>
              <a:rPr sz="2900" spc="-5" dirty="0">
                <a:latin typeface="Tw Cen MT" panose="020B0602020104020603"/>
                <a:cs typeface="Tw Cen MT" panose="020B0602020104020603"/>
              </a:rPr>
              <a:t>ith e</a:t>
            </a:r>
            <a:r>
              <a:rPr sz="2900" spc="-10" dirty="0">
                <a:latin typeface="Tw Cen MT" panose="020B0602020104020603"/>
                <a:cs typeface="Tw Cen MT" panose="020B0602020104020603"/>
              </a:rPr>
              <a:t>a</a:t>
            </a:r>
            <a:r>
              <a:rPr sz="2900" spc="100" dirty="0">
                <a:latin typeface="Tw Cen MT" panose="020B0602020104020603"/>
                <a:cs typeface="Tw Cen MT" panose="020B0602020104020603"/>
              </a:rPr>
              <a:t>c</a:t>
            </a:r>
            <a:r>
              <a:rPr sz="2900" spc="-5" dirty="0">
                <a:latin typeface="Tw Cen MT" panose="020B0602020104020603"/>
                <a:cs typeface="Tw Cen MT" panose="020B0602020104020603"/>
              </a:rPr>
              <a:t>h</a:t>
            </a:r>
            <a:r>
              <a:rPr sz="2900" dirty="0">
                <a:latin typeface="Tw Cen MT" panose="020B0602020104020603"/>
                <a:cs typeface="Tw Cen MT" panose="020B0602020104020603"/>
              </a:rPr>
              <a:t> </a:t>
            </a:r>
            <a:r>
              <a:rPr sz="2900" spc="-5" dirty="0">
                <a:latin typeface="Tw Cen MT" panose="020B0602020104020603"/>
                <a:cs typeface="Tw Cen MT" panose="020B0602020104020603"/>
              </a:rPr>
              <a:t>othe</a:t>
            </a:r>
            <a:r>
              <a:rPr sz="2900" spc="-210" dirty="0">
                <a:latin typeface="Tw Cen MT" panose="020B0602020104020603"/>
                <a:cs typeface="Tw Cen MT" panose="020B0602020104020603"/>
              </a:rPr>
              <a:t>r</a:t>
            </a:r>
            <a:r>
              <a:rPr sz="2900">
                <a:latin typeface="Tw Cen MT" panose="020B0602020104020603"/>
                <a:cs typeface="Tw Cen MT" panose="020B0602020104020603"/>
              </a:rPr>
              <a:t>.</a:t>
            </a:r>
            <a:r>
              <a:rPr sz="2900" spc="-5">
                <a:latin typeface="Tw Cen MT" panose="020B0602020104020603"/>
                <a:cs typeface="Tw Cen MT" panose="020B0602020104020603"/>
              </a:rPr>
              <a:t> </a:t>
            </a:r>
            <a:endParaRPr lang="en-US" sz="2900" spc="-5" dirty="0">
              <a:latin typeface="Tw Cen MT" panose="020B0602020104020603"/>
              <a:cs typeface="Tw Cen MT" panose="020B0602020104020603"/>
            </a:endParaRPr>
          </a:p>
          <a:p>
            <a:pPr marL="861695" marR="5080" indent="-319405">
              <a:lnSpc>
                <a:spcPct val="100000"/>
              </a:lnSpc>
              <a:buClr>
                <a:srgbClr val="DD8046"/>
              </a:buClr>
              <a:buSzPct val="60000"/>
              <a:buFont typeface="Wingdings" panose="05000000000000000000"/>
              <a:buChar char=""/>
              <a:tabLst>
                <a:tab pos="862330" algn="l"/>
              </a:tabLst>
            </a:pPr>
            <a:r>
              <a:rPr sz="2900" spc="-5">
                <a:latin typeface="Tw Cen MT" panose="020B0602020104020603"/>
                <a:cs typeface="Tw Cen MT" panose="020B0602020104020603"/>
              </a:rPr>
              <a:t>Thi</a:t>
            </a:r>
            <a:r>
              <a:rPr sz="2900">
                <a:latin typeface="Tw Cen MT" panose="020B0602020104020603"/>
                <a:cs typeface="Tw Cen MT" panose="020B0602020104020603"/>
              </a:rPr>
              <a:t>s</a:t>
            </a:r>
            <a:r>
              <a:rPr sz="2900" spc="-5">
                <a:latin typeface="Tw Cen MT" panose="020B0602020104020603"/>
                <a:cs typeface="Tw Cen MT" panose="020B0602020104020603"/>
              </a:rPr>
              <a:t> </a:t>
            </a:r>
            <a:r>
              <a:rPr sz="2900" spc="-5" dirty="0">
                <a:latin typeface="Tw Cen MT" panose="020B0602020104020603"/>
                <a:cs typeface="Tw Cen MT" panose="020B0602020104020603"/>
              </a:rPr>
              <a:t>en</a:t>
            </a:r>
            <a:r>
              <a:rPr sz="2900" spc="-10" dirty="0">
                <a:latin typeface="Tw Cen MT" panose="020B0602020104020603"/>
                <a:cs typeface="Tw Cen MT" panose="020B0602020104020603"/>
              </a:rPr>
              <a:t>ab</a:t>
            </a:r>
            <a:r>
              <a:rPr sz="2900" spc="-5" dirty="0">
                <a:latin typeface="Tw Cen MT" panose="020B0602020104020603"/>
                <a:cs typeface="Tw Cen MT" panose="020B0602020104020603"/>
              </a:rPr>
              <a:t>le</a:t>
            </a:r>
            <a:r>
              <a:rPr sz="2900" dirty="0">
                <a:latin typeface="Tw Cen MT" panose="020B0602020104020603"/>
                <a:cs typeface="Tw Cen MT" panose="020B0602020104020603"/>
              </a:rPr>
              <a:t>s</a:t>
            </a:r>
            <a:r>
              <a:rPr sz="2900" spc="-5" dirty="0">
                <a:latin typeface="Tw Cen MT" panose="020B0602020104020603"/>
                <a:cs typeface="Tw Cen MT" panose="020B0602020104020603"/>
              </a:rPr>
              <a:t> </a:t>
            </a:r>
            <a:r>
              <a:rPr sz="2900" spc="-5" dirty="0">
                <a:solidFill>
                  <a:srgbClr val="FF0000"/>
                </a:solidFill>
                <a:latin typeface="Tw Cen MT" panose="020B0602020104020603"/>
                <a:cs typeface="Tw Cen MT" panose="020B0602020104020603"/>
              </a:rPr>
              <a:t>restri</a:t>
            </a:r>
            <a:r>
              <a:rPr sz="2900" spc="-10" dirty="0">
                <a:solidFill>
                  <a:srgbClr val="FF0000"/>
                </a:solidFill>
                <a:latin typeface="Tw Cen MT" panose="020B0602020104020603"/>
                <a:cs typeface="Tw Cen MT" panose="020B0602020104020603"/>
              </a:rPr>
              <a:t>c</a:t>
            </a:r>
            <a:r>
              <a:rPr sz="2900" spc="-5" dirty="0">
                <a:solidFill>
                  <a:srgbClr val="FF0000"/>
                </a:solidFill>
                <a:latin typeface="Tw Cen MT" panose="020B0602020104020603"/>
                <a:cs typeface="Tw Cen MT" panose="020B0602020104020603"/>
              </a:rPr>
              <a:t>tion</a:t>
            </a:r>
            <a:r>
              <a:rPr sz="2900" dirty="0">
                <a:solidFill>
                  <a:srgbClr val="FF0000"/>
                </a:solidFill>
                <a:latin typeface="Tw Cen MT" panose="020B0602020104020603"/>
                <a:cs typeface="Tw Cen MT" panose="020B0602020104020603"/>
              </a:rPr>
              <a:t> </a:t>
            </a:r>
            <a:r>
              <a:rPr sz="2900" spc="-5" dirty="0">
                <a:solidFill>
                  <a:srgbClr val="FF0000"/>
                </a:solidFill>
                <a:latin typeface="Tw Cen MT" panose="020B0602020104020603"/>
                <a:cs typeface="Tw Cen MT" panose="020B0602020104020603"/>
              </a:rPr>
              <a:t>o</a:t>
            </a:r>
            <a:r>
              <a:rPr sz="2900" dirty="0">
                <a:solidFill>
                  <a:srgbClr val="FF0000"/>
                </a:solidFill>
                <a:latin typeface="Tw Cen MT" panose="020B0602020104020603"/>
                <a:cs typeface="Tw Cen MT" panose="020B0602020104020603"/>
              </a:rPr>
              <a:t>f</a:t>
            </a:r>
            <a:r>
              <a:rPr sz="2900" spc="80" dirty="0">
                <a:solidFill>
                  <a:srgbClr val="FF0000"/>
                </a:solidFill>
                <a:latin typeface="Tw Cen MT" panose="020B0602020104020603"/>
                <a:cs typeface="Tw Cen MT" panose="020B0602020104020603"/>
              </a:rPr>
              <a:t> </a:t>
            </a:r>
            <a:r>
              <a:rPr sz="2900" spc="-5" dirty="0">
                <a:solidFill>
                  <a:srgbClr val="FF0000"/>
                </a:solidFill>
                <a:latin typeface="Tw Cen MT" panose="020B0602020104020603"/>
                <a:cs typeface="Tw Cen MT" panose="020B0602020104020603"/>
              </a:rPr>
              <a:t>fil</a:t>
            </a:r>
            <a:r>
              <a:rPr sz="2900" dirty="0">
                <a:solidFill>
                  <a:srgbClr val="FF0000"/>
                </a:solidFill>
                <a:latin typeface="Tw Cen MT" panose="020B0602020104020603"/>
                <a:cs typeface="Tw Cen MT" panose="020B0602020104020603"/>
              </a:rPr>
              <a:t>e</a:t>
            </a:r>
            <a:r>
              <a:rPr sz="2900" spc="-5" dirty="0">
                <a:solidFill>
                  <a:srgbClr val="FF0000"/>
                </a:solidFill>
                <a:latin typeface="Tw Cen MT" panose="020B0602020104020603"/>
                <a:cs typeface="Tw Cen MT" panose="020B0602020104020603"/>
              </a:rPr>
              <a:t> </a:t>
            </a:r>
            <a:r>
              <a:rPr sz="2900" dirty="0">
                <a:solidFill>
                  <a:srgbClr val="FF0000"/>
                </a:solidFill>
                <a:latin typeface="Tw Cen MT" panose="020B0602020104020603"/>
                <a:cs typeface="Tw Cen MT" panose="020B0602020104020603"/>
              </a:rPr>
              <a:t>m</a:t>
            </a:r>
            <a:r>
              <a:rPr sz="2900" spc="-5" dirty="0">
                <a:solidFill>
                  <a:srgbClr val="FF0000"/>
                </a:solidFill>
                <a:latin typeface="Tw Cen MT" panose="020B0602020104020603"/>
                <a:cs typeface="Tw Cen MT" panose="020B0602020104020603"/>
              </a:rPr>
              <a:t>o</a:t>
            </a:r>
            <a:r>
              <a:rPr sz="2900" spc="-65" dirty="0">
                <a:solidFill>
                  <a:srgbClr val="FF0000"/>
                </a:solidFill>
                <a:latin typeface="Tw Cen MT" panose="020B0602020104020603"/>
                <a:cs typeface="Tw Cen MT" panose="020B0602020104020603"/>
              </a:rPr>
              <a:t>v</a:t>
            </a:r>
            <a:r>
              <a:rPr sz="2900" spc="-5" dirty="0">
                <a:solidFill>
                  <a:srgbClr val="FF0000"/>
                </a:solidFill>
                <a:latin typeface="Tw Cen MT" panose="020B0602020104020603"/>
                <a:cs typeface="Tw Cen MT" panose="020B0602020104020603"/>
              </a:rPr>
              <a:t>e</a:t>
            </a:r>
            <a:r>
              <a:rPr sz="2900" dirty="0">
                <a:solidFill>
                  <a:srgbClr val="FF0000"/>
                </a:solidFill>
                <a:latin typeface="Tw Cen MT" panose="020B0602020104020603"/>
                <a:cs typeface="Tw Cen MT" panose="020B0602020104020603"/>
              </a:rPr>
              <a:t>m</a:t>
            </a:r>
            <a:r>
              <a:rPr sz="2900" spc="-5" dirty="0">
                <a:solidFill>
                  <a:srgbClr val="FF0000"/>
                </a:solidFill>
                <a:latin typeface="Tw Cen MT" panose="020B0602020104020603"/>
                <a:cs typeface="Tw Cen MT" panose="020B0602020104020603"/>
              </a:rPr>
              <a:t>ent </a:t>
            </a:r>
            <a:r>
              <a:rPr sz="2900" spc="-10" dirty="0">
                <a:latin typeface="Tw Cen MT" panose="020B0602020104020603"/>
                <a:cs typeface="Tw Cen MT" panose="020B0602020104020603"/>
              </a:rPr>
              <a:t>ac</a:t>
            </a:r>
            <a:r>
              <a:rPr sz="2900" spc="-65" dirty="0">
                <a:latin typeface="Tw Cen MT" panose="020B0602020104020603"/>
                <a:cs typeface="Tw Cen MT" panose="020B0602020104020603"/>
              </a:rPr>
              <a:t>r</a:t>
            </a:r>
            <a:r>
              <a:rPr sz="2900" spc="-5" dirty="0">
                <a:latin typeface="Tw Cen MT" panose="020B0602020104020603"/>
                <a:cs typeface="Tw Cen MT" panose="020B0602020104020603"/>
              </a:rPr>
              <a:t>os</a:t>
            </a:r>
            <a:r>
              <a:rPr sz="2900" dirty="0">
                <a:latin typeface="Tw Cen MT" panose="020B0602020104020603"/>
                <a:cs typeface="Tw Cen MT" panose="020B0602020104020603"/>
              </a:rPr>
              <a:t>s</a:t>
            </a:r>
            <a:r>
              <a:rPr sz="2900" spc="-5" dirty="0">
                <a:latin typeface="Tw Cen MT" panose="020B0602020104020603"/>
                <a:cs typeface="Tw Cen MT" panose="020B0602020104020603"/>
              </a:rPr>
              <a:t> net</a:t>
            </a:r>
            <a:r>
              <a:rPr sz="2900" spc="-60" dirty="0">
                <a:latin typeface="Tw Cen MT" panose="020B0602020104020603"/>
                <a:cs typeface="Tw Cen MT" panose="020B0602020104020603"/>
              </a:rPr>
              <a:t>w</a:t>
            </a:r>
            <a:r>
              <a:rPr sz="2900" spc="-5" dirty="0">
                <a:latin typeface="Tw Cen MT" panose="020B0602020104020603"/>
                <a:cs typeface="Tw Cen MT" panose="020B0602020104020603"/>
              </a:rPr>
              <a:t>o</a:t>
            </a:r>
            <a:r>
              <a:rPr sz="2900" spc="50" dirty="0">
                <a:latin typeface="Tw Cen MT" panose="020B0602020104020603"/>
                <a:cs typeface="Tw Cen MT" panose="020B0602020104020603"/>
              </a:rPr>
              <a:t>r</a:t>
            </a:r>
            <a:r>
              <a:rPr sz="2900" spc="-5" dirty="0">
                <a:latin typeface="Tw Cen MT" panose="020B0602020104020603"/>
                <a:cs typeface="Tw Cen MT" panose="020B0602020104020603"/>
              </a:rPr>
              <a:t>k</a:t>
            </a:r>
            <a:r>
              <a:rPr sz="2900" dirty="0">
                <a:latin typeface="Tw Cen MT" panose="020B0602020104020603"/>
                <a:cs typeface="Tw Cen MT" panose="020B0602020104020603"/>
              </a:rPr>
              <a:t>s</a:t>
            </a:r>
            <a:r>
              <a:rPr sz="2900" spc="-5" dirty="0">
                <a:latin typeface="Tw Cen MT" panose="020B0602020104020603"/>
                <a:cs typeface="Tw Cen MT" panose="020B0602020104020603"/>
              </a:rPr>
              <a:t> and </a:t>
            </a:r>
            <a:r>
              <a:rPr sz="2900" spc="-5" dirty="0">
                <a:solidFill>
                  <a:srgbClr val="FF0000"/>
                </a:solidFill>
                <a:latin typeface="Tw Cen MT" panose="020B0602020104020603"/>
                <a:cs typeface="Tw Cen MT" panose="020B0602020104020603"/>
              </a:rPr>
              <a:t>enh</a:t>
            </a:r>
            <a:r>
              <a:rPr sz="2900" spc="-10" dirty="0">
                <a:solidFill>
                  <a:srgbClr val="FF0000"/>
                </a:solidFill>
                <a:latin typeface="Tw Cen MT" panose="020B0602020104020603"/>
                <a:cs typeface="Tw Cen MT" panose="020B0602020104020603"/>
              </a:rPr>
              <a:t>a</a:t>
            </a:r>
            <a:r>
              <a:rPr sz="2900" spc="-5" dirty="0">
                <a:solidFill>
                  <a:srgbClr val="FF0000"/>
                </a:solidFill>
                <a:latin typeface="Tw Cen MT" panose="020B0602020104020603"/>
                <a:cs typeface="Tw Cen MT" panose="020B0602020104020603"/>
              </a:rPr>
              <a:t>n</a:t>
            </a:r>
            <a:r>
              <a:rPr sz="2900" spc="-10" dirty="0">
                <a:solidFill>
                  <a:srgbClr val="FF0000"/>
                </a:solidFill>
                <a:latin typeface="Tw Cen MT" panose="020B0602020104020603"/>
                <a:cs typeface="Tw Cen MT" panose="020B0602020104020603"/>
              </a:rPr>
              <a:t>c</a:t>
            </a:r>
            <a:r>
              <a:rPr sz="2900" spc="-5" dirty="0">
                <a:solidFill>
                  <a:srgbClr val="FF0000"/>
                </a:solidFill>
                <a:latin typeface="Tw Cen MT" panose="020B0602020104020603"/>
                <a:cs typeface="Tw Cen MT" panose="020B0602020104020603"/>
              </a:rPr>
              <a:t>e</a:t>
            </a:r>
            <a:r>
              <a:rPr sz="2900" dirty="0">
                <a:solidFill>
                  <a:srgbClr val="FF0000"/>
                </a:solidFill>
                <a:latin typeface="Tw Cen MT" panose="020B0602020104020603"/>
                <a:cs typeface="Tw Cen MT" panose="020B0602020104020603"/>
              </a:rPr>
              <a:t>s</a:t>
            </a:r>
            <a:r>
              <a:rPr sz="2900" spc="-5" dirty="0">
                <a:solidFill>
                  <a:srgbClr val="FF0000"/>
                </a:solidFill>
                <a:latin typeface="Tw Cen MT" panose="020B0602020104020603"/>
                <a:cs typeface="Tw Cen MT" panose="020B0602020104020603"/>
              </a:rPr>
              <a:t> se</a:t>
            </a:r>
            <a:r>
              <a:rPr sz="2900" spc="-10" dirty="0">
                <a:solidFill>
                  <a:srgbClr val="FF0000"/>
                </a:solidFill>
                <a:latin typeface="Tw Cen MT" panose="020B0602020104020603"/>
                <a:cs typeface="Tw Cen MT" panose="020B0602020104020603"/>
              </a:rPr>
              <a:t>c</a:t>
            </a:r>
            <a:r>
              <a:rPr sz="2900" spc="-5" dirty="0">
                <a:solidFill>
                  <a:srgbClr val="FF0000"/>
                </a:solidFill>
                <a:latin typeface="Tw Cen MT" panose="020B0602020104020603"/>
                <a:cs typeface="Tw Cen MT" panose="020B0602020104020603"/>
              </a:rPr>
              <a:t>urit</a:t>
            </a:r>
            <a:r>
              <a:rPr sz="2900" spc="-210" dirty="0">
                <a:solidFill>
                  <a:srgbClr val="FF0000"/>
                </a:solidFill>
                <a:latin typeface="Tw Cen MT" panose="020B0602020104020603"/>
                <a:cs typeface="Tw Cen MT" panose="020B0602020104020603"/>
              </a:rPr>
              <a:t>y</a:t>
            </a:r>
            <a:r>
              <a:rPr sz="2900" dirty="0">
                <a:solidFill>
                  <a:srgbClr val="FF0000"/>
                </a:solidFill>
                <a:latin typeface="Tw Cen MT" panose="020B0602020104020603"/>
                <a:cs typeface="Tw Cen MT" panose="020B0602020104020603"/>
              </a:rPr>
              <a:t>,</a:t>
            </a:r>
            <a:r>
              <a:rPr sz="2900" spc="-5" dirty="0">
                <a:solidFill>
                  <a:srgbClr val="FF0000"/>
                </a:solidFill>
                <a:latin typeface="Tw Cen MT" panose="020B0602020104020603"/>
                <a:cs typeface="Tw Cen MT" panose="020B0602020104020603"/>
              </a:rPr>
              <a:t> </a:t>
            </a:r>
            <a:r>
              <a:rPr sz="2900" spc="-5">
                <a:latin typeface="Tw Cen MT" panose="020B0602020104020603"/>
                <a:cs typeface="Tw Cen MT" panose="020B0602020104020603"/>
              </a:rPr>
              <a:t>and </a:t>
            </a:r>
            <a:endParaRPr lang="en-US" sz="2900" spc="-5" dirty="0">
              <a:latin typeface="Tw Cen MT" panose="020B0602020104020603"/>
              <a:cs typeface="Tw Cen MT" panose="020B0602020104020603"/>
            </a:endParaRPr>
          </a:p>
          <a:p>
            <a:pPr marL="861695" marR="5080" indent="-319405">
              <a:lnSpc>
                <a:spcPct val="100000"/>
              </a:lnSpc>
              <a:buClr>
                <a:srgbClr val="DD8046"/>
              </a:buClr>
              <a:buSzPct val="60000"/>
              <a:tabLst>
                <a:tab pos="862330" algn="l"/>
              </a:tabLst>
            </a:pPr>
            <a:r>
              <a:rPr lang="en-US" sz="2900" spc="-5" dirty="0">
                <a:latin typeface="Tw Cen MT" panose="020B0602020104020603"/>
                <a:cs typeface="Tw Cen MT" panose="020B0602020104020603"/>
              </a:rPr>
              <a:t>   </a:t>
            </a:r>
            <a:r>
              <a:rPr sz="2900" spc="-10">
                <a:latin typeface="Tw Cen MT" panose="020B0602020104020603"/>
                <a:cs typeface="Tw Cen MT" panose="020B0602020104020603"/>
              </a:rPr>
              <a:t>a</a:t>
            </a:r>
            <a:r>
              <a:rPr sz="2900" spc="-5">
                <a:latin typeface="Tw Cen MT" panose="020B0602020104020603"/>
                <a:cs typeface="Tw Cen MT" panose="020B0602020104020603"/>
              </a:rPr>
              <a:t>ll</a:t>
            </a:r>
            <a:r>
              <a:rPr sz="2900" spc="-95">
                <a:latin typeface="Tw Cen MT" panose="020B0602020104020603"/>
                <a:cs typeface="Tw Cen MT" panose="020B0602020104020603"/>
              </a:rPr>
              <a:t>o</a:t>
            </a:r>
            <a:r>
              <a:rPr sz="2900">
                <a:latin typeface="Tw Cen MT" panose="020B0602020104020603"/>
                <a:cs typeface="Tw Cen MT" panose="020B0602020104020603"/>
              </a:rPr>
              <a:t>ws </a:t>
            </a:r>
            <a:r>
              <a:rPr sz="2900" spc="-10" dirty="0">
                <a:solidFill>
                  <a:srgbClr val="00B050"/>
                </a:solidFill>
                <a:latin typeface="Tw Cen MT" panose="020B0602020104020603"/>
                <a:cs typeface="Tw Cen MT" panose="020B0602020104020603"/>
              </a:rPr>
              <a:t>b</a:t>
            </a:r>
            <a:r>
              <a:rPr sz="2900" spc="-5" dirty="0">
                <a:solidFill>
                  <a:srgbClr val="00B050"/>
                </a:solidFill>
                <a:latin typeface="Tw Cen MT" panose="020B0602020104020603"/>
                <a:cs typeface="Tw Cen MT" panose="020B0602020104020603"/>
              </a:rPr>
              <a:t>ette</a:t>
            </a:r>
            <a:r>
              <a:rPr sz="2900" dirty="0">
                <a:solidFill>
                  <a:srgbClr val="00B050"/>
                </a:solidFill>
                <a:latin typeface="Tw Cen MT" panose="020B0602020104020603"/>
                <a:cs typeface="Tw Cen MT" panose="020B0602020104020603"/>
              </a:rPr>
              <a:t>r</a:t>
            </a:r>
            <a:r>
              <a:rPr sz="2900" spc="-5" dirty="0">
                <a:solidFill>
                  <a:srgbClr val="00B050"/>
                </a:solidFill>
                <a:latin typeface="Tw Cen MT" panose="020B0602020104020603"/>
                <a:cs typeface="Tw Cen MT" panose="020B0602020104020603"/>
              </a:rPr>
              <a:t> </a:t>
            </a:r>
            <a:r>
              <a:rPr sz="2900" dirty="0">
                <a:solidFill>
                  <a:srgbClr val="00B050"/>
                </a:solidFill>
                <a:latin typeface="Tw Cen MT" panose="020B0602020104020603"/>
                <a:cs typeface="Tw Cen MT" panose="020B0602020104020603"/>
              </a:rPr>
              <a:t>m</a:t>
            </a:r>
            <a:r>
              <a:rPr sz="2900" spc="-5" dirty="0">
                <a:solidFill>
                  <a:srgbClr val="00B050"/>
                </a:solidFill>
                <a:latin typeface="Tw Cen MT" panose="020B0602020104020603"/>
                <a:cs typeface="Tw Cen MT" panose="020B0602020104020603"/>
              </a:rPr>
              <a:t>onitoring </a:t>
            </a:r>
            <a:r>
              <a:rPr sz="2900" spc="-10" dirty="0">
                <a:solidFill>
                  <a:srgbClr val="00B050"/>
                </a:solidFill>
                <a:latin typeface="Tw Cen MT" panose="020B0602020104020603"/>
                <a:cs typeface="Tw Cen MT" panose="020B0602020104020603"/>
              </a:rPr>
              <a:t>a</a:t>
            </a:r>
            <a:r>
              <a:rPr sz="2900" spc="-5" dirty="0">
                <a:solidFill>
                  <a:srgbClr val="00B050"/>
                </a:solidFill>
                <a:latin typeface="Tw Cen MT" panose="020B0602020104020603"/>
                <a:cs typeface="Tw Cen MT" panose="020B0602020104020603"/>
              </a:rPr>
              <a:t>nd i</a:t>
            </a:r>
            <a:r>
              <a:rPr sz="2900" spc="-10" dirty="0">
                <a:solidFill>
                  <a:srgbClr val="00B050"/>
                </a:solidFill>
                <a:latin typeface="Tw Cen MT" panose="020B0602020104020603"/>
                <a:cs typeface="Tw Cen MT" panose="020B0602020104020603"/>
              </a:rPr>
              <a:t>d</a:t>
            </a:r>
            <a:r>
              <a:rPr sz="2900" spc="-5" dirty="0">
                <a:solidFill>
                  <a:srgbClr val="00B050"/>
                </a:solidFill>
                <a:latin typeface="Tw Cen MT" panose="020B0602020104020603"/>
                <a:cs typeface="Tw Cen MT" panose="020B0602020104020603"/>
              </a:rPr>
              <a:t>entifi</a:t>
            </a:r>
            <a:r>
              <a:rPr sz="2900" spc="-10" dirty="0">
                <a:solidFill>
                  <a:srgbClr val="00B050"/>
                </a:solidFill>
                <a:latin typeface="Tw Cen MT" panose="020B0602020104020603"/>
                <a:cs typeface="Tw Cen MT" panose="020B0602020104020603"/>
              </a:rPr>
              <a:t>ca</a:t>
            </a:r>
            <a:r>
              <a:rPr sz="2900" spc="-5" dirty="0">
                <a:solidFill>
                  <a:srgbClr val="00B050"/>
                </a:solidFill>
                <a:latin typeface="Tw Cen MT" panose="020B0602020104020603"/>
                <a:cs typeface="Tw Cen MT" panose="020B0602020104020603"/>
              </a:rPr>
              <a:t>tion</a:t>
            </a:r>
            <a:r>
              <a:rPr sz="2900" dirty="0">
                <a:solidFill>
                  <a:srgbClr val="00B050"/>
                </a:solidFill>
                <a:latin typeface="Tw Cen MT" panose="020B0602020104020603"/>
                <a:cs typeface="Tw Cen MT" panose="020B0602020104020603"/>
              </a:rPr>
              <a:t> </a:t>
            </a:r>
            <a:r>
              <a:rPr sz="2900" spc="-5" dirty="0">
                <a:solidFill>
                  <a:srgbClr val="00B050"/>
                </a:solidFill>
                <a:latin typeface="Tw Cen MT" panose="020B0602020104020603"/>
                <a:cs typeface="Tw Cen MT" panose="020B0602020104020603"/>
              </a:rPr>
              <a:t>o</a:t>
            </a:r>
            <a:r>
              <a:rPr sz="2900" dirty="0">
                <a:solidFill>
                  <a:srgbClr val="00B050"/>
                </a:solidFill>
                <a:latin typeface="Tw Cen MT" panose="020B0602020104020603"/>
                <a:cs typeface="Tw Cen MT" panose="020B0602020104020603"/>
              </a:rPr>
              <a:t>f</a:t>
            </a:r>
            <a:r>
              <a:rPr sz="2900" spc="80" dirty="0">
                <a:solidFill>
                  <a:srgbClr val="00B050"/>
                </a:solidFill>
                <a:latin typeface="Tw Cen MT" panose="020B0602020104020603"/>
                <a:cs typeface="Tw Cen MT" panose="020B0602020104020603"/>
              </a:rPr>
              <a:t> </a:t>
            </a:r>
            <a:r>
              <a:rPr sz="2900" spc="-5">
                <a:solidFill>
                  <a:srgbClr val="00B050"/>
                </a:solidFill>
                <a:latin typeface="Tw Cen MT" panose="020B0602020104020603"/>
                <a:cs typeface="Tw Cen MT" panose="020B0602020104020603"/>
              </a:rPr>
              <a:t>data us</a:t>
            </a:r>
            <a:r>
              <a:rPr sz="2900" spc="-10">
                <a:solidFill>
                  <a:srgbClr val="00B050"/>
                </a:solidFill>
                <a:latin typeface="Tw Cen MT" panose="020B0602020104020603"/>
                <a:cs typeface="Tw Cen MT" panose="020B0602020104020603"/>
              </a:rPr>
              <a:t>a</a:t>
            </a:r>
            <a:r>
              <a:rPr sz="2900" spc="-70">
                <a:solidFill>
                  <a:srgbClr val="00B050"/>
                </a:solidFill>
                <a:latin typeface="Tw Cen MT" panose="020B0602020104020603"/>
                <a:cs typeface="Tw Cen MT" panose="020B0602020104020603"/>
              </a:rPr>
              <a:t>g</a:t>
            </a:r>
            <a:r>
              <a:rPr sz="2900">
                <a:solidFill>
                  <a:srgbClr val="00B050"/>
                </a:solidFill>
                <a:latin typeface="Tw Cen MT" panose="020B0602020104020603"/>
                <a:cs typeface="Tw Cen MT" panose="020B0602020104020603"/>
              </a:rPr>
              <a:t>e</a:t>
            </a:r>
            <a:r>
              <a:rPr lang="en-US" sz="2900" dirty="0">
                <a:latin typeface="Tw Cen MT" panose="020B0602020104020603"/>
                <a:cs typeface="Tw Cen MT" panose="020B0602020104020603"/>
              </a:rPr>
              <a:t>.</a:t>
            </a:r>
          </a:p>
          <a:p>
            <a:pPr marL="861695" marR="5080" indent="-319405">
              <a:lnSpc>
                <a:spcPct val="100000"/>
              </a:lnSpc>
              <a:buClr>
                <a:srgbClr val="DD8046"/>
              </a:buClr>
              <a:buSzPct val="60000"/>
              <a:buFont typeface="Wingdings" panose="05000000000000000000"/>
              <a:buChar char=""/>
              <a:tabLst>
                <a:tab pos="862330" algn="l"/>
              </a:tabLst>
            </a:pPr>
            <a:r>
              <a:rPr sz="2900" spc="-5">
                <a:latin typeface="Tw Cen MT" panose="020B0602020104020603"/>
                <a:cs typeface="Tw Cen MT" panose="020B0602020104020603"/>
              </a:rPr>
              <a:t> </a:t>
            </a:r>
            <a:r>
              <a:rPr sz="2900" spc="-5" dirty="0">
                <a:latin typeface="Tw Cen MT" panose="020B0602020104020603"/>
                <a:cs typeface="Tw Cen MT" panose="020B0602020104020603"/>
              </a:rPr>
              <a:t>It</a:t>
            </a:r>
            <a:r>
              <a:rPr sz="2900" dirty="0">
                <a:latin typeface="Tw Cen MT" panose="020B0602020104020603"/>
                <a:cs typeface="Tw Cen MT" panose="020B0602020104020603"/>
              </a:rPr>
              <a:t> </a:t>
            </a:r>
            <a:r>
              <a:rPr sz="2900" spc="-5" dirty="0">
                <a:latin typeface="Tw Cen MT" panose="020B0602020104020603"/>
                <a:cs typeface="Tw Cen MT" panose="020B0602020104020603"/>
              </a:rPr>
              <a:t>als</a:t>
            </a:r>
            <a:r>
              <a:rPr sz="2900" dirty="0">
                <a:latin typeface="Tw Cen MT" panose="020B0602020104020603"/>
                <a:cs typeface="Tw Cen MT" panose="020B0602020104020603"/>
              </a:rPr>
              <a:t>o</a:t>
            </a:r>
            <a:r>
              <a:rPr sz="2900" spc="-5" dirty="0">
                <a:latin typeface="Tw Cen MT" panose="020B0602020104020603"/>
                <a:cs typeface="Tw Cen MT" panose="020B0602020104020603"/>
              </a:rPr>
              <a:t> </a:t>
            </a:r>
            <a:r>
              <a:rPr sz="2900" spc="-5" dirty="0">
                <a:solidFill>
                  <a:srgbClr val="00B0F0"/>
                </a:solidFill>
                <a:latin typeface="Tw Cen MT" panose="020B0602020104020603"/>
                <a:cs typeface="Tw Cen MT" panose="020B0602020104020603"/>
              </a:rPr>
              <a:t>in</a:t>
            </a:r>
            <a:r>
              <a:rPr sz="2900" spc="-10" dirty="0">
                <a:solidFill>
                  <a:srgbClr val="00B0F0"/>
                </a:solidFill>
                <a:latin typeface="Tw Cen MT" panose="020B0602020104020603"/>
                <a:cs typeface="Tw Cen MT" panose="020B0602020104020603"/>
              </a:rPr>
              <a:t>c</a:t>
            </a:r>
            <a:r>
              <a:rPr sz="2900" spc="-5" dirty="0">
                <a:solidFill>
                  <a:srgbClr val="00B0F0"/>
                </a:solidFill>
                <a:latin typeface="Tw Cen MT" panose="020B0602020104020603"/>
                <a:cs typeface="Tw Cen MT" panose="020B0602020104020603"/>
              </a:rPr>
              <a:t>re</a:t>
            </a:r>
            <a:r>
              <a:rPr sz="2900" spc="-10" dirty="0">
                <a:solidFill>
                  <a:srgbClr val="00B0F0"/>
                </a:solidFill>
                <a:latin typeface="Tw Cen MT" panose="020B0602020104020603"/>
                <a:cs typeface="Tw Cen MT" panose="020B0602020104020603"/>
              </a:rPr>
              <a:t>a</a:t>
            </a:r>
            <a:r>
              <a:rPr sz="2900" spc="-5" dirty="0">
                <a:solidFill>
                  <a:srgbClr val="00B0F0"/>
                </a:solidFill>
                <a:latin typeface="Tw Cen MT" panose="020B0602020104020603"/>
                <a:cs typeface="Tw Cen MT" panose="020B0602020104020603"/>
              </a:rPr>
              <a:t>se</a:t>
            </a:r>
            <a:r>
              <a:rPr sz="2900" dirty="0">
                <a:solidFill>
                  <a:srgbClr val="00B0F0"/>
                </a:solidFill>
                <a:latin typeface="Tw Cen MT" panose="020B0602020104020603"/>
                <a:cs typeface="Tw Cen MT" panose="020B0602020104020603"/>
              </a:rPr>
              <a:t>s</a:t>
            </a:r>
            <a:r>
              <a:rPr sz="2900" spc="-5" dirty="0">
                <a:solidFill>
                  <a:srgbClr val="00B0F0"/>
                </a:solidFill>
                <a:latin typeface="Tw Cen MT" panose="020B0602020104020603"/>
                <a:cs typeface="Tw Cen MT" panose="020B0602020104020603"/>
              </a:rPr>
              <a:t> reli</a:t>
            </a:r>
            <a:r>
              <a:rPr sz="2900" spc="-10" dirty="0">
                <a:solidFill>
                  <a:srgbClr val="00B0F0"/>
                </a:solidFill>
                <a:latin typeface="Tw Cen MT" panose="020B0602020104020603"/>
                <a:cs typeface="Tw Cen MT" panose="020B0602020104020603"/>
              </a:rPr>
              <a:t>ab</a:t>
            </a:r>
            <a:r>
              <a:rPr sz="2900" spc="-5" dirty="0">
                <a:solidFill>
                  <a:srgbClr val="00B0F0"/>
                </a:solidFill>
                <a:latin typeface="Tw Cen MT" panose="020B0602020104020603"/>
                <a:cs typeface="Tw Cen MT" panose="020B0602020104020603"/>
              </a:rPr>
              <a:t>ilit</a:t>
            </a:r>
            <a:r>
              <a:rPr sz="2900" dirty="0">
                <a:solidFill>
                  <a:srgbClr val="00B0F0"/>
                </a:solidFill>
                <a:latin typeface="Tw Cen MT" panose="020B0602020104020603"/>
                <a:cs typeface="Tw Cen MT" panose="020B0602020104020603"/>
              </a:rPr>
              <a:t>y </a:t>
            </a:r>
            <a:r>
              <a:rPr sz="2900" spc="-10" dirty="0">
                <a:latin typeface="Tw Cen MT" panose="020B0602020104020603"/>
                <a:cs typeface="Tw Cen MT" panose="020B0602020104020603"/>
              </a:rPr>
              <a:t>a</a:t>
            </a:r>
            <a:r>
              <a:rPr sz="2900" dirty="0">
                <a:latin typeface="Tw Cen MT" panose="020B0602020104020603"/>
                <a:cs typeface="Tw Cen MT" panose="020B0602020104020603"/>
              </a:rPr>
              <a:t>s</a:t>
            </a:r>
            <a:r>
              <a:rPr sz="2900" spc="-5" dirty="0">
                <a:latin typeface="Tw Cen MT" panose="020B0602020104020603"/>
                <a:cs typeface="Tw Cen MT" panose="020B0602020104020603"/>
              </a:rPr>
              <a:t> </a:t>
            </a:r>
            <a:r>
              <a:rPr sz="2900" dirty="0">
                <a:latin typeface="Tw Cen MT" panose="020B0602020104020603"/>
                <a:cs typeface="Tw Cen MT" panose="020B0602020104020603"/>
              </a:rPr>
              <a:t>a</a:t>
            </a:r>
            <a:r>
              <a:rPr sz="2900" spc="-5" dirty="0">
                <a:latin typeface="Tw Cen MT" panose="020B0602020104020603"/>
                <a:cs typeface="Tw Cen MT" panose="020B0602020104020603"/>
              </a:rPr>
              <a:t> dis</a:t>
            </a:r>
            <a:r>
              <a:rPr sz="2900" spc="50" dirty="0">
                <a:latin typeface="Tw Cen MT" panose="020B0602020104020603"/>
                <a:cs typeface="Tw Cen MT" panose="020B0602020104020603"/>
              </a:rPr>
              <a:t>r</a:t>
            </a:r>
            <a:r>
              <a:rPr sz="2900" spc="-5" dirty="0">
                <a:latin typeface="Tw Cen MT" panose="020B0602020104020603"/>
                <a:cs typeface="Tw Cen MT" panose="020B0602020104020603"/>
              </a:rPr>
              <a:t>u</a:t>
            </a:r>
            <a:r>
              <a:rPr sz="2900" spc="-10" dirty="0">
                <a:latin typeface="Tw Cen MT" panose="020B0602020104020603"/>
                <a:cs typeface="Tw Cen MT" panose="020B0602020104020603"/>
              </a:rPr>
              <a:t>p</a:t>
            </a:r>
            <a:r>
              <a:rPr sz="2900" spc="-5" dirty="0">
                <a:latin typeface="Tw Cen MT" panose="020B0602020104020603"/>
                <a:cs typeface="Tw Cen MT" panose="020B0602020104020603"/>
              </a:rPr>
              <a:t>tion</a:t>
            </a:r>
            <a:r>
              <a:rPr sz="2900" dirty="0">
                <a:latin typeface="Tw Cen MT" panose="020B0602020104020603"/>
                <a:cs typeface="Tw Cen MT" panose="020B0602020104020603"/>
              </a:rPr>
              <a:t> </a:t>
            </a:r>
            <a:r>
              <a:rPr sz="2900" spc="-5" dirty="0">
                <a:latin typeface="Tw Cen MT" panose="020B0602020104020603"/>
                <a:cs typeface="Tw Cen MT" panose="020B0602020104020603"/>
              </a:rPr>
              <a:t>in</a:t>
            </a:r>
            <a:r>
              <a:rPr sz="2900" dirty="0">
                <a:latin typeface="Tw Cen MT" panose="020B0602020104020603"/>
                <a:cs typeface="Tw Cen MT" panose="020B0602020104020603"/>
              </a:rPr>
              <a:t> </a:t>
            </a:r>
            <a:r>
              <a:rPr sz="2900" spc="-5" dirty="0">
                <a:latin typeface="Tw Cen MT" panose="020B0602020104020603"/>
                <a:cs typeface="Tw Cen MT" panose="020B0602020104020603"/>
              </a:rPr>
              <a:t>on</a:t>
            </a:r>
            <a:r>
              <a:rPr sz="2900" dirty="0">
                <a:latin typeface="Tw Cen MT" panose="020B0602020104020603"/>
                <a:cs typeface="Tw Cen MT" panose="020B0602020104020603"/>
              </a:rPr>
              <a:t>e</a:t>
            </a:r>
            <a:r>
              <a:rPr sz="2900" spc="-5" dirty="0">
                <a:latin typeface="Tw Cen MT" panose="020B0602020104020603"/>
                <a:cs typeface="Tw Cen MT" panose="020B0602020104020603"/>
              </a:rPr>
              <a:t> net</a:t>
            </a:r>
            <a:r>
              <a:rPr sz="2900" spc="-60" dirty="0">
                <a:latin typeface="Tw Cen MT" panose="020B0602020104020603"/>
                <a:cs typeface="Tw Cen MT" panose="020B0602020104020603"/>
              </a:rPr>
              <a:t>w</a:t>
            </a:r>
            <a:r>
              <a:rPr sz="2900" spc="-5" dirty="0">
                <a:latin typeface="Tw Cen MT" panose="020B0602020104020603"/>
                <a:cs typeface="Tw Cen MT" panose="020B0602020104020603"/>
              </a:rPr>
              <a:t>o</a:t>
            </a:r>
            <a:r>
              <a:rPr sz="2900" spc="50" dirty="0">
                <a:latin typeface="Tw Cen MT" panose="020B0602020104020603"/>
                <a:cs typeface="Tw Cen MT" panose="020B0602020104020603"/>
              </a:rPr>
              <a:t>r</a:t>
            </a:r>
            <a:r>
              <a:rPr sz="2900" spc="-5" dirty="0">
                <a:latin typeface="Tw Cen MT" panose="020B0602020104020603"/>
                <a:cs typeface="Tw Cen MT" panose="020B0602020104020603"/>
              </a:rPr>
              <a:t>k</a:t>
            </a:r>
            <a:r>
              <a:rPr sz="2900" dirty="0">
                <a:latin typeface="Tw Cen MT" panose="020B0602020104020603"/>
                <a:cs typeface="Tw Cen MT" panose="020B0602020104020603"/>
              </a:rPr>
              <a:t> </a:t>
            </a:r>
            <a:r>
              <a:rPr sz="2900" spc="-5" dirty="0">
                <a:latin typeface="Tw Cen MT" panose="020B0602020104020603"/>
                <a:cs typeface="Tw Cen MT" panose="020B0602020104020603"/>
              </a:rPr>
              <a:t>does</a:t>
            </a:r>
            <a:r>
              <a:rPr sz="2900" spc="-65" dirty="0">
                <a:latin typeface="Tw Cen MT" panose="020B0602020104020603"/>
                <a:cs typeface="Tw Cen MT" panose="020B0602020104020603"/>
              </a:rPr>
              <a:t>n</a:t>
            </a:r>
            <a:r>
              <a:rPr sz="2900" spc="-5" dirty="0">
                <a:latin typeface="Tw Cen MT" panose="020B0602020104020603"/>
                <a:cs typeface="Tw Cen MT" panose="020B0602020104020603"/>
              </a:rPr>
              <a:t>’t</a:t>
            </a:r>
            <a:r>
              <a:rPr sz="2900" dirty="0">
                <a:latin typeface="Tw Cen MT" panose="020B0602020104020603"/>
                <a:cs typeface="Tw Cen MT" panose="020B0602020104020603"/>
              </a:rPr>
              <a:t> </a:t>
            </a:r>
            <a:r>
              <a:rPr sz="2900" spc="-5" dirty="0">
                <a:latin typeface="Tw Cen MT" panose="020B0602020104020603"/>
                <a:cs typeface="Tw Cen MT" panose="020B0602020104020603"/>
              </a:rPr>
              <a:t>affe</a:t>
            </a:r>
            <a:r>
              <a:rPr sz="2900" spc="-10" dirty="0">
                <a:latin typeface="Tw Cen MT" panose="020B0602020104020603"/>
                <a:cs typeface="Tw Cen MT" panose="020B0602020104020603"/>
              </a:rPr>
              <a:t>c</a:t>
            </a:r>
            <a:r>
              <a:rPr sz="2900" spc="-5" dirty="0">
                <a:latin typeface="Tw Cen MT" panose="020B0602020104020603"/>
                <a:cs typeface="Tw Cen MT" panose="020B0602020104020603"/>
              </a:rPr>
              <a:t>t</a:t>
            </a:r>
            <a:r>
              <a:rPr sz="2900" dirty="0">
                <a:latin typeface="Tw Cen MT" panose="020B0602020104020603"/>
                <a:cs typeface="Tw Cen MT" panose="020B0602020104020603"/>
              </a:rPr>
              <a:t> </a:t>
            </a:r>
            <a:r>
              <a:rPr sz="2900" spc="-5" dirty="0">
                <a:latin typeface="Tw Cen MT" panose="020B0602020104020603"/>
                <a:cs typeface="Tw Cen MT" panose="020B0602020104020603"/>
              </a:rPr>
              <a:t>othe</a:t>
            </a:r>
            <a:r>
              <a:rPr sz="2900" dirty="0">
                <a:latin typeface="Tw Cen MT" panose="020B0602020104020603"/>
                <a:cs typeface="Tw Cen MT" panose="020B0602020104020603"/>
              </a:rPr>
              <a:t>r </a:t>
            </a:r>
            <a:r>
              <a:rPr sz="2900" spc="-5" dirty="0">
                <a:latin typeface="Tw Cen MT" panose="020B0602020104020603"/>
                <a:cs typeface="Tw Cen MT" panose="020B0602020104020603"/>
              </a:rPr>
              <a:t>net</a:t>
            </a:r>
            <a:r>
              <a:rPr sz="2900" spc="-60" dirty="0">
                <a:latin typeface="Tw Cen MT" panose="020B0602020104020603"/>
                <a:cs typeface="Tw Cen MT" panose="020B0602020104020603"/>
              </a:rPr>
              <a:t>w</a:t>
            </a:r>
            <a:r>
              <a:rPr sz="2900" spc="-5" dirty="0">
                <a:latin typeface="Tw Cen MT" panose="020B0602020104020603"/>
                <a:cs typeface="Tw Cen MT" panose="020B0602020104020603"/>
              </a:rPr>
              <a:t>o</a:t>
            </a:r>
            <a:r>
              <a:rPr sz="2900" spc="50" dirty="0">
                <a:latin typeface="Tw Cen MT" panose="020B0602020104020603"/>
                <a:cs typeface="Tw Cen MT" panose="020B0602020104020603"/>
              </a:rPr>
              <a:t>r</a:t>
            </a:r>
            <a:r>
              <a:rPr sz="2900" spc="-5" dirty="0">
                <a:latin typeface="Tw Cen MT" panose="020B0602020104020603"/>
                <a:cs typeface="Tw Cen MT" panose="020B0602020104020603"/>
              </a:rPr>
              <a:t>k</a:t>
            </a:r>
            <a:r>
              <a:rPr sz="2900" spc="-65" dirty="0">
                <a:latin typeface="Tw Cen MT" panose="020B0602020104020603"/>
                <a:cs typeface="Tw Cen MT" panose="020B0602020104020603"/>
              </a:rPr>
              <a:t>s</a:t>
            </a:r>
            <a:r>
              <a:rPr sz="2900" dirty="0">
                <a:latin typeface="Tw Cen MT" panose="020B0602020104020603"/>
                <a:cs typeface="Tw Cen MT" panose="020B0602020104020603"/>
              </a:rPr>
              <a:t>,</a:t>
            </a:r>
            <a:r>
              <a:rPr sz="2900" spc="-5" dirty="0">
                <a:latin typeface="Tw Cen MT" panose="020B0602020104020603"/>
                <a:cs typeface="Tw Cen MT" panose="020B0602020104020603"/>
              </a:rPr>
              <a:t> and th</a:t>
            </a:r>
            <a:r>
              <a:rPr sz="2900" dirty="0">
                <a:latin typeface="Tw Cen MT" panose="020B0602020104020603"/>
                <a:cs typeface="Tw Cen MT" panose="020B0602020104020603"/>
              </a:rPr>
              <a:t>e</a:t>
            </a:r>
            <a:r>
              <a:rPr sz="2900" spc="-5" dirty="0">
                <a:latin typeface="Tw Cen MT" panose="020B0602020104020603"/>
                <a:cs typeface="Tw Cen MT" panose="020B0602020104020603"/>
              </a:rPr>
              <a:t> </a:t>
            </a:r>
            <a:r>
              <a:rPr sz="2900" spc="-5" dirty="0">
                <a:solidFill>
                  <a:srgbClr val="00B0F0"/>
                </a:solidFill>
                <a:latin typeface="Tw Cen MT" panose="020B0602020104020603"/>
                <a:cs typeface="Tw Cen MT" panose="020B0602020104020603"/>
              </a:rPr>
              <a:t>di</a:t>
            </a:r>
            <a:r>
              <a:rPr sz="2900" spc="-10" dirty="0">
                <a:solidFill>
                  <a:srgbClr val="00B0F0"/>
                </a:solidFill>
                <a:latin typeface="Tw Cen MT" panose="020B0602020104020603"/>
                <a:cs typeface="Tw Cen MT" panose="020B0602020104020603"/>
              </a:rPr>
              <a:t>ag</a:t>
            </a:r>
            <a:r>
              <a:rPr sz="2900" spc="-5" dirty="0">
                <a:solidFill>
                  <a:srgbClr val="00B0F0"/>
                </a:solidFill>
                <a:latin typeface="Tw Cen MT" panose="020B0602020104020603"/>
                <a:cs typeface="Tw Cen MT" panose="020B0602020104020603"/>
              </a:rPr>
              <a:t>nosi</a:t>
            </a:r>
            <a:r>
              <a:rPr sz="2900" dirty="0">
                <a:solidFill>
                  <a:srgbClr val="00B0F0"/>
                </a:solidFill>
                <a:latin typeface="Tw Cen MT" panose="020B0602020104020603"/>
                <a:cs typeface="Tw Cen MT" panose="020B0602020104020603"/>
              </a:rPr>
              <a:t>s</a:t>
            </a:r>
            <a:r>
              <a:rPr sz="2900" spc="-5" dirty="0">
                <a:solidFill>
                  <a:srgbClr val="00B0F0"/>
                </a:solidFill>
                <a:latin typeface="Tw Cen MT" panose="020B0602020104020603"/>
                <a:cs typeface="Tw Cen MT" panose="020B0602020104020603"/>
              </a:rPr>
              <a:t> i</a:t>
            </a:r>
            <a:r>
              <a:rPr sz="2900" dirty="0">
                <a:solidFill>
                  <a:srgbClr val="00B0F0"/>
                </a:solidFill>
                <a:latin typeface="Tw Cen MT" panose="020B0602020104020603"/>
                <a:cs typeface="Tw Cen MT" panose="020B0602020104020603"/>
              </a:rPr>
              <a:t>s</a:t>
            </a:r>
            <a:r>
              <a:rPr sz="2900" spc="-5" dirty="0">
                <a:solidFill>
                  <a:srgbClr val="00B0F0"/>
                </a:solidFill>
                <a:latin typeface="Tw Cen MT" panose="020B0602020104020603"/>
                <a:cs typeface="Tw Cen MT" panose="020B0602020104020603"/>
              </a:rPr>
              <a:t> e</a:t>
            </a:r>
            <a:r>
              <a:rPr sz="2900" spc="-10" dirty="0">
                <a:solidFill>
                  <a:srgbClr val="00B0F0"/>
                </a:solidFill>
                <a:latin typeface="Tw Cen MT" panose="020B0602020104020603"/>
                <a:cs typeface="Tw Cen MT" panose="020B0602020104020603"/>
              </a:rPr>
              <a:t>a</a:t>
            </a:r>
            <a:r>
              <a:rPr sz="2900" spc="-5" dirty="0">
                <a:solidFill>
                  <a:srgbClr val="00B0F0"/>
                </a:solidFill>
                <a:latin typeface="Tw Cen MT" panose="020B0602020104020603"/>
                <a:cs typeface="Tw Cen MT" panose="020B0602020104020603"/>
              </a:rPr>
              <a:t>sie</a:t>
            </a:r>
            <a:r>
              <a:rPr sz="2900" spc="-210" dirty="0">
                <a:solidFill>
                  <a:srgbClr val="00B0F0"/>
                </a:solidFill>
                <a:latin typeface="Tw Cen MT" panose="020B0602020104020603"/>
                <a:cs typeface="Tw Cen MT" panose="020B0602020104020603"/>
              </a:rPr>
              <a:t>r</a:t>
            </a:r>
            <a:r>
              <a:rPr sz="2900" dirty="0">
                <a:solidFill>
                  <a:srgbClr val="00B0F0"/>
                </a:solidFill>
                <a:latin typeface="Tw Cen MT" panose="020B0602020104020603"/>
                <a:cs typeface="Tw Cen MT" panose="020B0602020104020603"/>
              </a:rPr>
              <a:t>.</a:t>
            </a:r>
            <a:endParaRPr sz="2900">
              <a:solidFill>
                <a:srgbClr val="00B0F0"/>
              </a:solidFill>
              <a:latin typeface="Tw Cen MT" panose="020B0602020104020603"/>
              <a:cs typeface="Tw Cen MT" panose="020B0602020104020603"/>
            </a:endParaRPr>
          </a:p>
        </p:txBody>
      </p:sp>
      <p:sp>
        <p:nvSpPr>
          <p:cNvPr id="4" name="object 4"/>
          <p:cNvSpPr/>
          <p:nvPr/>
        </p:nvSpPr>
        <p:spPr>
          <a:xfrm>
            <a:off x="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342265">
              <a:lnSpc>
                <a:spcPct val="100000"/>
              </a:lnSpc>
            </a:pPr>
            <a:r>
              <a:rPr spc="-10" dirty="0"/>
              <a:t>N</a:t>
            </a:r>
            <a:r>
              <a:rPr dirty="0"/>
              <a:t>e</a:t>
            </a:r>
            <a:r>
              <a:rPr spc="-5" dirty="0"/>
              <a:t>t</a:t>
            </a:r>
            <a:r>
              <a:rPr spc="-50" dirty="0"/>
              <a:t>w</a:t>
            </a:r>
            <a:r>
              <a:rPr spc="-5" dirty="0"/>
              <a:t>o</a:t>
            </a:r>
            <a:r>
              <a:rPr spc="30" dirty="0"/>
              <a:t>r</a:t>
            </a:r>
            <a:r>
              <a:rPr dirty="0"/>
              <a:t>k</a:t>
            </a:r>
            <a:r>
              <a:rPr b="0" spc="65" dirty="0">
                <a:latin typeface="Times New Roman" panose="02020603050405020304"/>
                <a:cs typeface="Times New Roman" panose="02020603050405020304"/>
              </a:rPr>
              <a:t> </a:t>
            </a:r>
            <a:r>
              <a:rPr spc="-50" dirty="0"/>
              <a:t>V</a:t>
            </a:r>
            <a:r>
              <a:rPr spc="-5" dirty="0"/>
              <a:t>i</a:t>
            </a:r>
            <a:r>
              <a:rPr spc="204" dirty="0"/>
              <a:t>r</a:t>
            </a:r>
            <a:r>
              <a:rPr spc="-5" dirty="0"/>
              <a:t>tu</a:t>
            </a:r>
            <a:r>
              <a:rPr spc="-10" dirty="0"/>
              <a:t>a</a:t>
            </a:r>
            <a:r>
              <a:rPr spc="-5" dirty="0"/>
              <a:t>li</a:t>
            </a:r>
            <a:r>
              <a:rPr dirty="0"/>
              <a:t>z</a:t>
            </a:r>
            <a:r>
              <a:rPr spc="75" dirty="0"/>
              <a:t>a</a:t>
            </a:r>
            <a:r>
              <a:rPr spc="-5" dirty="0"/>
              <a:t>tion</a:t>
            </a:r>
            <a:r>
              <a:rPr b="0" spc="65" dirty="0">
                <a:latin typeface="Times New Roman" panose="02020603050405020304"/>
                <a:cs typeface="Times New Roman" panose="02020603050405020304"/>
              </a:rPr>
              <a:t> </a:t>
            </a:r>
            <a:r>
              <a:rPr spc="-5" dirty="0"/>
              <a:t>:Subtyp</a:t>
            </a:r>
            <a:r>
              <a:rPr dirty="0"/>
              <a:t>e</a:t>
            </a:r>
            <a:r>
              <a:rPr spc="-5" dirty="0"/>
              <a:t>s</a:t>
            </a:r>
          </a:p>
        </p:txBody>
      </p:sp>
      <p:pic>
        <p:nvPicPr>
          <p:cNvPr id="5" name="Content Placeholder 4"/>
          <p:cNvPicPr>
            <a:picLocks noGrp="1" noChangeAspect="1"/>
          </p:cNvPicPr>
          <p:nvPr>
            <p:ph sz="half" idx="1"/>
          </p:nvPr>
        </p:nvPicPr>
        <p:blipFill>
          <a:blip r:embed="rId2"/>
          <a:stretch>
            <a:fillRect/>
          </a:stretch>
        </p:blipFill>
        <p:spPr>
          <a:xfrm>
            <a:off x="628650" y="2881968"/>
            <a:ext cx="3886200" cy="2238652"/>
          </a:xfrm>
          <a:prstGeom prst="rect">
            <a:avLst/>
          </a:prstGeom>
        </p:spPr>
      </p:pic>
      <p:sp>
        <p:nvSpPr>
          <p:cNvPr id="6" name="Content Placeholder 5"/>
          <p:cNvSpPr>
            <a:spLocks noGrp="1"/>
          </p:cNvSpPr>
          <p:nvPr>
            <p:ph sz="half" idx="2"/>
          </p:nvPr>
        </p:nvSpPr>
        <p:spPr/>
        <p:txBody>
          <a:bodyPr/>
          <a:lstStyle/>
          <a:p>
            <a:endParaRPr lang="en-US"/>
          </a:p>
        </p:txBody>
      </p:sp>
      <p:sp>
        <p:nvSpPr>
          <p:cNvPr id="3" name="object 3"/>
          <p:cNvSpPr txBox="1"/>
          <p:nvPr/>
        </p:nvSpPr>
        <p:spPr>
          <a:xfrm>
            <a:off x="161290" y="1289685"/>
            <a:ext cx="4520565" cy="5469255"/>
          </a:xfrm>
          <a:prstGeom prst="rect">
            <a:avLst/>
          </a:prstGeom>
        </p:spPr>
        <p:txBody>
          <a:bodyPr vert="horz" wrap="square" lIns="0" tIns="0" rIns="0" bIns="0" rtlCol="0">
            <a:spAutoFit/>
          </a:bodyPr>
          <a:lstStyle/>
          <a:p>
            <a:pPr marL="12700">
              <a:lnSpc>
                <a:spcPct val="100000"/>
              </a:lnSpc>
            </a:pPr>
            <a:r>
              <a:rPr sz="1200" b="1" spc="-5" dirty="0">
                <a:solidFill>
                  <a:srgbClr val="FFFFFF"/>
                </a:solidFill>
                <a:latin typeface="Comic Sans MS" panose="030F0702030302020204"/>
                <a:cs typeface="Comic Sans MS" panose="030F0702030302020204"/>
              </a:rPr>
              <a:t>2</a:t>
            </a:r>
            <a:r>
              <a:rPr sz="1200" b="1" dirty="0">
                <a:solidFill>
                  <a:srgbClr val="FFFFFF"/>
                </a:solidFill>
                <a:latin typeface="Comic Sans MS" panose="030F0702030302020204"/>
                <a:cs typeface="Comic Sans MS" panose="030F0702030302020204"/>
              </a:rPr>
              <a:t>3</a:t>
            </a:r>
            <a:endParaRPr sz="1200">
              <a:latin typeface="Comic Sans MS" panose="030F0702030302020204"/>
              <a:cs typeface="Comic Sans MS" panose="030F0702030302020204"/>
            </a:endParaRPr>
          </a:p>
          <a:p>
            <a:pPr>
              <a:lnSpc>
                <a:spcPct val="100000"/>
              </a:lnSpc>
              <a:spcBef>
                <a:spcPts val="0"/>
              </a:spcBef>
            </a:pPr>
            <a:endParaRPr sz="1100">
              <a:latin typeface="Times New Roman" panose="02020603050405020304"/>
              <a:cs typeface="Times New Roman" panose="02020603050405020304"/>
            </a:endParaRPr>
          </a:p>
          <a:p>
            <a:pPr marL="861695" marR="5080" indent="-319405">
              <a:lnSpc>
                <a:spcPct val="100000"/>
              </a:lnSpc>
              <a:buClr>
                <a:srgbClr val="DD8046"/>
              </a:buClr>
              <a:buSzPct val="60000"/>
              <a:buFont typeface="Wingdings" panose="05000000000000000000"/>
              <a:buChar char=""/>
              <a:tabLst>
                <a:tab pos="862330" algn="l"/>
              </a:tabLst>
            </a:pPr>
            <a:r>
              <a:rPr sz="2900" u="sng" spc="-5" dirty="0">
                <a:latin typeface="Tw Cen MT" panose="020B0602020104020603"/>
                <a:cs typeface="Tw Cen MT" panose="020B0602020104020603"/>
              </a:rPr>
              <a:t>Inte</a:t>
            </a:r>
            <a:r>
              <a:rPr sz="2900" u="sng" spc="50" dirty="0">
                <a:latin typeface="Tw Cen MT" panose="020B0602020104020603"/>
                <a:cs typeface="Tw Cen MT" panose="020B0602020104020603"/>
              </a:rPr>
              <a:t>r</a:t>
            </a:r>
            <a:r>
              <a:rPr sz="2900" u="sng" spc="-5" dirty="0">
                <a:latin typeface="Tw Cen MT" panose="020B0602020104020603"/>
                <a:cs typeface="Tw Cen MT" panose="020B0602020104020603"/>
              </a:rPr>
              <a:t>n</a:t>
            </a:r>
            <a:r>
              <a:rPr sz="2900" u="sng" spc="-10" dirty="0">
                <a:latin typeface="Tw Cen MT" panose="020B0602020104020603"/>
                <a:cs typeface="Tw Cen MT" panose="020B0602020104020603"/>
              </a:rPr>
              <a:t>a</a:t>
            </a:r>
            <a:r>
              <a:rPr sz="2900" u="sng" dirty="0">
                <a:latin typeface="Tw Cen MT" panose="020B0602020104020603"/>
                <a:cs typeface="Tw Cen MT" panose="020B0602020104020603"/>
              </a:rPr>
              <a:t>l</a:t>
            </a:r>
            <a:r>
              <a:rPr sz="2900" u="sng" spc="-5" dirty="0">
                <a:latin typeface="Tw Cen MT" panose="020B0602020104020603"/>
                <a:cs typeface="Tw Cen MT" panose="020B0602020104020603"/>
              </a:rPr>
              <a:t> net</a:t>
            </a:r>
            <a:r>
              <a:rPr sz="2900" u="sng" spc="-60" dirty="0">
                <a:latin typeface="Tw Cen MT" panose="020B0602020104020603"/>
                <a:cs typeface="Tw Cen MT" panose="020B0602020104020603"/>
              </a:rPr>
              <a:t>w</a:t>
            </a:r>
            <a:r>
              <a:rPr sz="2900" u="sng" spc="-5" dirty="0">
                <a:latin typeface="Tw Cen MT" panose="020B0602020104020603"/>
                <a:cs typeface="Tw Cen MT" panose="020B0602020104020603"/>
              </a:rPr>
              <a:t>o</a:t>
            </a:r>
            <a:r>
              <a:rPr sz="2900" u="sng" spc="50" dirty="0">
                <a:latin typeface="Tw Cen MT" panose="020B0602020104020603"/>
                <a:cs typeface="Tw Cen MT" panose="020B0602020104020603"/>
              </a:rPr>
              <a:t>r</a:t>
            </a:r>
            <a:r>
              <a:rPr sz="2900" u="sng" spc="-5" dirty="0">
                <a:latin typeface="Tw Cen MT" panose="020B0602020104020603"/>
                <a:cs typeface="Tw Cen MT" panose="020B0602020104020603"/>
              </a:rPr>
              <a:t>k</a:t>
            </a:r>
            <a:r>
              <a:rPr sz="2900" u="sng">
                <a:latin typeface="Tw Cen MT" panose="020B0602020104020603"/>
                <a:cs typeface="Tw Cen MT" panose="020B0602020104020603"/>
              </a:rPr>
              <a:t>:</a:t>
            </a:r>
            <a:r>
              <a:rPr sz="2900" u="sng" spc="-5">
                <a:latin typeface="Tw Cen MT" panose="020B0602020104020603"/>
                <a:cs typeface="Tw Cen MT" panose="020B0602020104020603"/>
              </a:rPr>
              <a:t> </a:t>
            </a:r>
            <a:endParaRPr lang="en-US" sz="2900" u="sng" spc="-5" dirty="0">
              <a:latin typeface="Tw Cen MT" panose="020B0602020104020603"/>
              <a:cs typeface="Tw Cen MT" panose="020B0602020104020603"/>
            </a:endParaRPr>
          </a:p>
          <a:p>
            <a:pPr marL="861695" marR="5080" indent="-319405">
              <a:lnSpc>
                <a:spcPct val="100000"/>
              </a:lnSpc>
              <a:buClr>
                <a:srgbClr val="DD8046"/>
              </a:buClr>
              <a:buSzPct val="60000"/>
              <a:tabLst>
                <a:tab pos="862330" algn="l"/>
              </a:tabLst>
            </a:pPr>
            <a:r>
              <a:rPr sz="2900" spc="-5">
                <a:latin typeface="Tw Cen MT" panose="020B0602020104020603"/>
                <a:cs typeface="Tw Cen MT" panose="020B0602020104020603"/>
              </a:rPr>
              <a:t>En</a:t>
            </a:r>
            <a:r>
              <a:rPr sz="2900" spc="-10">
                <a:latin typeface="Tw Cen MT" panose="020B0602020104020603"/>
                <a:cs typeface="Tw Cen MT" panose="020B0602020104020603"/>
              </a:rPr>
              <a:t>ab</a:t>
            </a:r>
            <a:r>
              <a:rPr sz="2900" spc="-5">
                <a:latin typeface="Tw Cen MT" panose="020B0602020104020603"/>
                <a:cs typeface="Tw Cen MT" panose="020B0602020104020603"/>
              </a:rPr>
              <a:t>le</a:t>
            </a:r>
            <a:r>
              <a:rPr sz="2900">
                <a:latin typeface="Tw Cen MT" panose="020B0602020104020603"/>
                <a:cs typeface="Tw Cen MT" panose="020B0602020104020603"/>
              </a:rPr>
              <a:t>s</a:t>
            </a:r>
            <a:r>
              <a:rPr sz="2900" spc="-5">
                <a:latin typeface="Tw Cen MT" panose="020B0602020104020603"/>
                <a:cs typeface="Tw Cen MT" panose="020B0602020104020603"/>
              </a:rPr>
              <a:t> </a:t>
            </a:r>
            <a:r>
              <a:rPr sz="2900" dirty="0">
                <a:latin typeface="Tw Cen MT" panose="020B0602020104020603"/>
                <a:cs typeface="Tw Cen MT" panose="020B0602020104020603"/>
              </a:rPr>
              <a:t>a</a:t>
            </a:r>
            <a:r>
              <a:rPr sz="2900" spc="-5" dirty="0">
                <a:latin typeface="Tw Cen MT" panose="020B0602020104020603"/>
                <a:cs typeface="Tw Cen MT" panose="020B0602020104020603"/>
              </a:rPr>
              <a:t> sin</a:t>
            </a:r>
            <a:r>
              <a:rPr sz="2900" spc="-10" dirty="0">
                <a:latin typeface="Tw Cen MT" panose="020B0602020104020603"/>
                <a:cs typeface="Tw Cen MT" panose="020B0602020104020603"/>
              </a:rPr>
              <a:t>g</a:t>
            </a:r>
            <a:r>
              <a:rPr sz="2900" spc="-5" dirty="0">
                <a:latin typeface="Tw Cen MT" panose="020B0602020104020603"/>
                <a:cs typeface="Tw Cen MT" panose="020B0602020104020603"/>
              </a:rPr>
              <a:t>l</a:t>
            </a:r>
            <a:r>
              <a:rPr sz="2900" dirty="0">
                <a:latin typeface="Tw Cen MT" panose="020B0602020104020603"/>
                <a:cs typeface="Tw Cen MT" panose="020B0602020104020603"/>
              </a:rPr>
              <a:t>e</a:t>
            </a:r>
            <a:r>
              <a:rPr sz="2900" spc="-5" dirty="0">
                <a:latin typeface="Tw Cen MT" panose="020B0602020104020603"/>
                <a:cs typeface="Tw Cen MT" panose="020B0602020104020603"/>
              </a:rPr>
              <a:t> syste</a:t>
            </a:r>
            <a:r>
              <a:rPr sz="2900" dirty="0">
                <a:latin typeface="Tw Cen MT" panose="020B0602020104020603"/>
                <a:cs typeface="Tw Cen MT" panose="020B0602020104020603"/>
              </a:rPr>
              <a:t>m</a:t>
            </a:r>
            <a:r>
              <a:rPr sz="2900" spc="-5" dirty="0">
                <a:latin typeface="Tw Cen MT" panose="020B0602020104020603"/>
                <a:cs typeface="Tw Cen MT" panose="020B0602020104020603"/>
              </a:rPr>
              <a:t> t</a:t>
            </a:r>
            <a:r>
              <a:rPr sz="2900" dirty="0">
                <a:latin typeface="Tw Cen MT" panose="020B0602020104020603"/>
                <a:cs typeface="Tw Cen MT" panose="020B0602020104020603"/>
              </a:rPr>
              <a:t>o</a:t>
            </a:r>
            <a:r>
              <a:rPr sz="2900" spc="-5" dirty="0">
                <a:latin typeface="Tw Cen MT" panose="020B0602020104020603"/>
                <a:cs typeface="Tw Cen MT" panose="020B0602020104020603"/>
              </a:rPr>
              <a:t> fun</a:t>
            </a:r>
            <a:r>
              <a:rPr sz="2900" spc="-10" dirty="0">
                <a:latin typeface="Tw Cen MT" panose="020B0602020104020603"/>
                <a:cs typeface="Tw Cen MT" panose="020B0602020104020603"/>
              </a:rPr>
              <a:t>c</a:t>
            </a:r>
            <a:r>
              <a:rPr sz="2900" spc="-5" dirty="0">
                <a:latin typeface="Tw Cen MT" panose="020B0602020104020603"/>
                <a:cs typeface="Tw Cen MT" panose="020B0602020104020603"/>
              </a:rPr>
              <a:t>tion li</a:t>
            </a:r>
            <a:r>
              <a:rPr sz="2900" spc="-65" dirty="0">
                <a:latin typeface="Tw Cen MT" panose="020B0602020104020603"/>
                <a:cs typeface="Tw Cen MT" panose="020B0602020104020603"/>
              </a:rPr>
              <a:t>k</a:t>
            </a:r>
            <a:r>
              <a:rPr sz="2900" dirty="0">
                <a:latin typeface="Tw Cen MT" panose="020B0602020104020603"/>
                <a:cs typeface="Tw Cen MT" panose="020B0602020104020603"/>
              </a:rPr>
              <a:t>e</a:t>
            </a:r>
            <a:r>
              <a:rPr sz="2900" spc="-5" dirty="0">
                <a:latin typeface="Tw Cen MT" panose="020B0602020104020603"/>
                <a:cs typeface="Tw Cen MT" panose="020B0602020104020603"/>
              </a:rPr>
              <a:t> </a:t>
            </a:r>
            <a:r>
              <a:rPr sz="2900" dirty="0">
                <a:latin typeface="Tw Cen MT" panose="020B0602020104020603"/>
                <a:cs typeface="Tw Cen MT" panose="020B0602020104020603"/>
              </a:rPr>
              <a:t>a</a:t>
            </a:r>
            <a:r>
              <a:rPr sz="2900" spc="-5" dirty="0">
                <a:latin typeface="Tw Cen MT" panose="020B0602020104020603"/>
                <a:cs typeface="Tw Cen MT" panose="020B0602020104020603"/>
              </a:rPr>
              <a:t> net</a:t>
            </a:r>
            <a:r>
              <a:rPr sz="2900" spc="-60" dirty="0">
                <a:latin typeface="Tw Cen MT" panose="020B0602020104020603"/>
                <a:cs typeface="Tw Cen MT" panose="020B0602020104020603"/>
              </a:rPr>
              <a:t>w</a:t>
            </a:r>
            <a:r>
              <a:rPr sz="2900" spc="-5" dirty="0">
                <a:latin typeface="Tw Cen MT" panose="020B0602020104020603"/>
                <a:cs typeface="Tw Cen MT" panose="020B0602020104020603"/>
              </a:rPr>
              <a:t>o</a:t>
            </a:r>
            <a:r>
              <a:rPr sz="2900" spc="50" dirty="0">
                <a:latin typeface="Tw Cen MT" panose="020B0602020104020603"/>
                <a:cs typeface="Tw Cen MT" panose="020B0602020104020603"/>
              </a:rPr>
              <a:t>r</a:t>
            </a:r>
            <a:r>
              <a:rPr sz="2900" spc="-5" dirty="0">
                <a:latin typeface="Tw Cen MT" panose="020B0602020104020603"/>
                <a:cs typeface="Tw Cen MT" panose="020B0602020104020603"/>
              </a:rPr>
              <a:t>k</a:t>
            </a:r>
            <a:endParaRPr sz="2900">
              <a:latin typeface="Tw Cen MT" panose="020B0602020104020603"/>
              <a:cs typeface="Tw Cen MT" panose="020B0602020104020603"/>
            </a:endParaRPr>
          </a:p>
          <a:p>
            <a:pPr>
              <a:lnSpc>
                <a:spcPct val="100000"/>
              </a:lnSpc>
              <a:spcBef>
                <a:spcPts val="50"/>
              </a:spcBef>
              <a:buClr>
                <a:srgbClr val="DD8046"/>
              </a:buClr>
              <a:buFont typeface="Wingdings" panose="05000000000000000000"/>
              <a:buChar char=""/>
            </a:pPr>
            <a:endParaRPr sz="4200">
              <a:latin typeface="Times New Roman" panose="02020603050405020304"/>
              <a:cs typeface="Times New Roman" panose="02020603050405020304"/>
            </a:endParaRPr>
          </a:p>
          <a:p>
            <a:pPr marL="861695" marR="743585" indent="-319405">
              <a:lnSpc>
                <a:spcPct val="100000"/>
              </a:lnSpc>
              <a:buClr>
                <a:srgbClr val="DD8046"/>
              </a:buClr>
              <a:buSzPct val="60000"/>
              <a:buFont typeface="Wingdings" panose="05000000000000000000"/>
              <a:buChar char=""/>
              <a:tabLst>
                <a:tab pos="862330" algn="l"/>
              </a:tabLst>
            </a:pPr>
            <a:r>
              <a:rPr sz="2900" u="sng" spc="-5" dirty="0">
                <a:latin typeface="Tw Cen MT" panose="020B0602020104020603"/>
                <a:cs typeface="Tw Cen MT" panose="020B0602020104020603"/>
              </a:rPr>
              <a:t>Exte</a:t>
            </a:r>
            <a:r>
              <a:rPr sz="2900" u="sng" spc="50" dirty="0">
                <a:latin typeface="Tw Cen MT" panose="020B0602020104020603"/>
                <a:cs typeface="Tw Cen MT" panose="020B0602020104020603"/>
              </a:rPr>
              <a:t>r</a:t>
            </a:r>
            <a:r>
              <a:rPr sz="2900" u="sng" spc="-5" dirty="0">
                <a:latin typeface="Tw Cen MT" panose="020B0602020104020603"/>
                <a:cs typeface="Tw Cen MT" panose="020B0602020104020603"/>
              </a:rPr>
              <a:t>n</a:t>
            </a:r>
            <a:r>
              <a:rPr sz="2900" u="sng" spc="-10" dirty="0">
                <a:latin typeface="Tw Cen MT" panose="020B0602020104020603"/>
                <a:cs typeface="Tw Cen MT" panose="020B0602020104020603"/>
              </a:rPr>
              <a:t>a</a:t>
            </a:r>
            <a:r>
              <a:rPr sz="2900" u="sng" dirty="0">
                <a:latin typeface="Tw Cen MT" panose="020B0602020104020603"/>
                <a:cs typeface="Tw Cen MT" panose="020B0602020104020603"/>
              </a:rPr>
              <a:t>l</a:t>
            </a:r>
            <a:r>
              <a:rPr sz="2900" u="sng" spc="-5" dirty="0">
                <a:latin typeface="Tw Cen MT" panose="020B0602020104020603"/>
                <a:cs typeface="Tw Cen MT" panose="020B0602020104020603"/>
              </a:rPr>
              <a:t> net</a:t>
            </a:r>
            <a:r>
              <a:rPr sz="2900" u="sng" spc="-60" dirty="0">
                <a:latin typeface="Tw Cen MT" panose="020B0602020104020603"/>
                <a:cs typeface="Tw Cen MT" panose="020B0602020104020603"/>
              </a:rPr>
              <a:t>w</a:t>
            </a:r>
            <a:r>
              <a:rPr sz="2900" u="sng" spc="-5" dirty="0">
                <a:latin typeface="Tw Cen MT" panose="020B0602020104020603"/>
                <a:cs typeface="Tw Cen MT" panose="020B0602020104020603"/>
              </a:rPr>
              <a:t>o</a:t>
            </a:r>
            <a:r>
              <a:rPr sz="2900" u="sng" spc="50" dirty="0">
                <a:latin typeface="Tw Cen MT" panose="020B0602020104020603"/>
                <a:cs typeface="Tw Cen MT" panose="020B0602020104020603"/>
              </a:rPr>
              <a:t>r</a:t>
            </a:r>
            <a:r>
              <a:rPr sz="2900" u="sng" spc="-5" dirty="0">
                <a:latin typeface="Tw Cen MT" panose="020B0602020104020603"/>
                <a:cs typeface="Tw Cen MT" panose="020B0602020104020603"/>
              </a:rPr>
              <a:t>k</a:t>
            </a:r>
            <a:r>
              <a:rPr sz="2900" u="sng">
                <a:latin typeface="Tw Cen MT" panose="020B0602020104020603"/>
                <a:cs typeface="Tw Cen MT" panose="020B0602020104020603"/>
              </a:rPr>
              <a:t>:</a:t>
            </a:r>
            <a:r>
              <a:rPr sz="2900" u="sng" spc="-5">
                <a:latin typeface="Tw Cen MT" panose="020B0602020104020603"/>
                <a:cs typeface="Tw Cen MT" panose="020B0602020104020603"/>
              </a:rPr>
              <a:t> </a:t>
            </a:r>
            <a:endParaRPr lang="en-US" sz="2900" u="sng" spc="-5" dirty="0">
              <a:latin typeface="Tw Cen MT" panose="020B0602020104020603"/>
              <a:cs typeface="Tw Cen MT" panose="020B0602020104020603"/>
            </a:endParaRPr>
          </a:p>
          <a:p>
            <a:pPr marL="861695" marR="743585" indent="-319405">
              <a:lnSpc>
                <a:spcPct val="100000"/>
              </a:lnSpc>
              <a:buClr>
                <a:srgbClr val="DD8046"/>
              </a:buClr>
              <a:buSzPct val="60000"/>
              <a:tabLst>
                <a:tab pos="862330" algn="l"/>
              </a:tabLst>
            </a:pPr>
            <a:r>
              <a:rPr sz="2900" spc="-5">
                <a:latin typeface="Tw Cen MT" panose="020B0602020104020603"/>
                <a:cs typeface="Tw Cen MT" panose="020B0602020104020603"/>
              </a:rPr>
              <a:t>Consoli</a:t>
            </a:r>
            <a:r>
              <a:rPr sz="2900" spc="-10">
                <a:latin typeface="Tw Cen MT" panose="020B0602020104020603"/>
                <a:cs typeface="Tw Cen MT" panose="020B0602020104020603"/>
              </a:rPr>
              <a:t>da</a:t>
            </a:r>
            <a:r>
              <a:rPr sz="2900" spc="-5">
                <a:latin typeface="Tw Cen MT" panose="020B0602020104020603"/>
                <a:cs typeface="Tw Cen MT" panose="020B0602020104020603"/>
              </a:rPr>
              <a:t>tion</a:t>
            </a:r>
            <a:r>
              <a:rPr sz="2900">
                <a:latin typeface="Tw Cen MT" panose="020B0602020104020603"/>
                <a:cs typeface="Tw Cen MT" panose="020B0602020104020603"/>
              </a:rPr>
              <a:t> </a:t>
            </a:r>
            <a:r>
              <a:rPr sz="2900" spc="-5" dirty="0">
                <a:latin typeface="Tw Cen MT" panose="020B0602020104020603"/>
                <a:cs typeface="Tw Cen MT" panose="020B0602020104020603"/>
              </a:rPr>
              <a:t>o</a:t>
            </a:r>
            <a:r>
              <a:rPr sz="2900" dirty="0">
                <a:latin typeface="Tw Cen MT" panose="020B0602020104020603"/>
                <a:cs typeface="Tw Cen MT" panose="020B0602020104020603"/>
              </a:rPr>
              <a:t>f</a:t>
            </a:r>
            <a:r>
              <a:rPr sz="2900" spc="80" dirty="0">
                <a:latin typeface="Tw Cen MT" panose="020B0602020104020603"/>
                <a:cs typeface="Tw Cen MT" panose="020B0602020104020603"/>
              </a:rPr>
              <a:t> </a:t>
            </a:r>
            <a:r>
              <a:rPr sz="2900" spc="55" dirty="0">
                <a:latin typeface="Tw Cen MT" panose="020B0602020104020603"/>
                <a:cs typeface="Tw Cen MT" panose="020B0602020104020603"/>
              </a:rPr>
              <a:t>m</a:t>
            </a:r>
            <a:r>
              <a:rPr sz="2900" spc="-5" dirty="0">
                <a:latin typeface="Tw Cen MT" panose="020B0602020104020603"/>
                <a:cs typeface="Tw Cen MT" panose="020B0602020104020603"/>
              </a:rPr>
              <a:t>ulti</a:t>
            </a:r>
            <a:r>
              <a:rPr sz="2900" spc="-10" dirty="0">
                <a:latin typeface="Tw Cen MT" panose="020B0602020104020603"/>
                <a:cs typeface="Tw Cen MT" panose="020B0602020104020603"/>
              </a:rPr>
              <a:t>p</a:t>
            </a:r>
            <a:r>
              <a:rPr sz="2900" spc="-5" dirty="0">
                <a:latin typeface="Tw Cen MT" panose="020B0602020104020603"/>
                <a:cs typeface="Tw Cen MT" panose="020B0602020104020603"/>
              </a:rPr>
              <a:t>l</a:t>
            </a:r>
            <a:r>
              <a:rPr sz="2900" dirty="0">
                <a:latin typeface="Tw Cen MT" panose="020B0602020104020603"/>
                <a:cs typeface="Tw Cen MT" panose="020B0602020104020603"/>
              </a:rPr>
              <a:t>e </a:t>
            </a:r>
            <a:r>
              <a:rPr sz="2900" spc="-5" dirty="0">
                <a:latin typeface="Tw Cen MT" panose="020B0602020104020603"/>
                <a:cs typeface="Tw Cen MT" panose="020B0602020104020603"/>
              </a:rPr>
              <a:t>net</a:t>
            </a:r>
            <a:r>
              <a:rPr sz="2900" spc="-60" dirty="0">
                <a:latin typeface="Tw Cen MT" panose="020B0602020104020603"/>
                <a:cs typeface="Tw Cen MT" panose="020B0602020104020603"/>
              </a:rPr>
              <a:t>w</a:t>
            </a:r>
            <a:r>
              <a:rPr sz="2900" spc="-5" dirty="0">
                <a:latin typeface="Tw Cen MT" panose="020B0602020104020603"/>
                <a:cs typeface="Tw Cen MT" panose="020B0602020104020603"/>
              </a:rPr>
              <a:t>o</a:t>
            </a:r>
            <a:r>
              <a:rPr sz="2900" spc="50" dirty="0">
                <a:latin typeface="Tw Cen MT" panose="020B0602020104020603"/>
                <a:cs typeface="Tw Cen MT" panose="020B0602020104020603"/>
              </a:rPr>
              <a:t>r</a:t>
            </a:r>
            <a:r>
              <a:rPr sz="2900" spc="-5" dirty="0">
                <a:latin typeface="Tw Cen MT" panose="020B0602020104020603"/>
                <a:cs typeface="Tw Cen MT" panose="020B0602020104020603"/>
              </a:rPr>
              <a:t>k</a:t>
            </a:r>
            <a:r>
              <a:rPr sz="2900" dirty="0">
                <a:latin typeface="Tw Cen MT" panose="020B0602020104020603"/>
                <a:cs typeface="Tw Cen MT" panose="020B0602020104020603"/>
              </a:rPr>
              <a:t>s</a:t>
            </a:r>
            <a:r>
              <a:rPr sz="2900" spc="-5" dirty="0">
                <a:latin typeface="Tw Cen MT" panose="020B0602020104020603"/>
                <a:cs typeface="Tw Cen MT" panose="020B0602020104020603"/>
              </a:rPr>
              <a:t> int</a:t>
            </a:r>
            <a:r>
              <a:rPr sz="2900" dirty="0">
                <a:latin typeface="Tw Cen MT" panose="020B0602020104020603"/>
                <a:cs typeface="Tw Cen MT" panose="020B0602020104020603"/>
              </a:rPr>
              <a:t>o</a:t>
            </a:r>
            <a:r>
              <a:rPr sz="2900" spc="-5" dirty="0">
                <a:latin typeface="Tw Cen MT" panose="020B0602020104020603"/>
                <a:cs typeface="Tw Cen MT" panose="020B0602020104020603"/>
              </a:rPr>
              <a:t> </a:t>
            </a:r>
            <a:r>
              <a:rPr sz="2900">
                <a:latin typeface="Tw Cen MT" panose="020B0602020104020603"/>
                <a:cs typeface="Tw Cen MT" panose="020B0602020104020603"/>
              </a:rPr>
              <a:t>a</a:t>
            </a:r>
            <a:r>
              <a:rPr sz="2900" spc="-5">
                <a:latin typeface="Tw Cen MT" panose="020B0602020104020603"/>
                <a:cs typeface="Tw Cen MT" panose="020B0602020104020603"/>
              </a:rPr>
              <a:t> sin</a:t>
            </a:r>
            <a:r>
              <a:rPr sz="2900" spc="-10">
                <a:latin typeface="Tw Cen MT" panose="020B0602020104020603"/>
                <a:cs typeface="Tw Cen MT" panose="020B0602020104020603"/>
              </a:rPr>
              <a:t>g</a:t>
            </a:r>
            <a:r>
              <a:rPr sz="2900" spc="-5">
                <a:latin typeface="Tw Cen MT" panose="020B0602020104020603"/>
                <a:cs typeface="Tw Cen MT" panose="020B0602020104020603"/>
              </a:rPr>
              <a:t>l</a:t>
            </a:r>
            <a:r>
              <a:rPr sz="2900">
                <a:latin typeface="Tw Cen MT" panose="020B0602020104020603"/>
                <a:cs typeface="Tw Cen MT" panose="020B0602020104020603"/>
              </a:rPr>
              <a:t>e</a:t>
            </a:r>
            <a:r>
              <a:rPr lang="en-US" sz="2900" spc="-5" dirty="0">
                <a:latin typeface="Tw Cen MT" panose="020B0602020104020603"/>
                <a:cs typeface="Tw Cen MT" panose="020B0602020104020603"/>
              </a:rPr>
              <a:t> </a:t>
            </a:r>
            <a:r>
              <a:rPr sz="2900" spc="-5">
                <a:latin typeface="Tw Cen MT" panose="020B0602020104020603"/>
                <a:cs typeface="Tw Cen MT" panose="020B0602020104020603"/>
              </a:rPr>
              <a:t>on</a:t>
            </a:r>
            <a:r>
              <a:rPr sz="2900" spc="-125">
                <a:latin typeface="Tw Cen MT" panose="020B0602020104020603"/>
                <a:cs typeface="Tw Cen MT" panose="020B0602020104020603"/>
              </a:rPr>
              <a:t>e</a:t>
            </a:r>
            <a:r>
              <a:rPr sz="2900" dirty="0">
                <a:latin typeface="Tw Cen MT" panose="020B0602020104020603"/>
                <a:cs typeface="Tw Cen MT" panose="020B0602020104020603"/>
              </a:rPr>
              <a:t>,</a:t>
            </a:r>
            <a:r>
              <a:rPr sz="2900" spc="-5" dirty="0">
                <a:latin typeface="Tw Cen MT" panose="020B0602020104020603"/>
                <a:cs typeface="Tw Cen MT" panose="020B0602020104020603"/>
              </a:rPr>
              <a:t> o</a:t>
            </a:r>
            <a:r>
              <a:rPr sz="2900" dirty="0">
                <a:latin typeface="Tw Cen MT" panose="020B0602020104020603"/>
                <a:cs typeface="Tw Cen MT" panose="020B0602020104020603"/>
              </a:rPr>
              <a:t>r</a:t>
            </a:r>
            <a:r>
              <a:rPr sz="2900" spc="-5" dirty="0">
                <a:latin typeface="Tw Cen MT" panose="020B0602020104020603"/>
                <a:cs typeface="Tw Cen MT" panose="020B0602020104020603"/>
              </a:rPr>
              <a:t> se</a:t>
            </a:r>
            <a:r>
              <a:rPr sz="2900" spc="-10" dirty="0">
                <a:latin typeface="Tw Cen MT" panose="020B0602020104020603"/>
                <a:cs typeface="Tw Cen MT" panose="020B0602020104020603"/>
              </a:rPr>
              <a:t>g</a:t>
            </a:r>
            <a:r>
              <a:rPr sz="2900" spc="-5" dirty="0">
                <a:latin typeface="Tw Cen MT" panose="020B0602020104020603"/>
                <a:cs typeface="Tw Cen MT" panose="020B0602020104020603"/>
              </a:rPr>
              <a:t>re</a:t>
            </a:r>
            <a:r>
              <a:rPr sz="2900" spc="-70" dirty="0">
                <a:latin typeface="Tw Cen MT" panose="020B0602020104020603"/>
                <a:cs typeface="Tw Cen MT" panose="020B0602020104020603"/>
              </a:rPr>
              <a:t>g</a:t>
            </a:r>
            <a:r>
              <a:rPr sz="2900" spc="-10" dirty="0">
                <a:latin typeface="Tw Cen MT" panose="020B0602020104020603"/>
                <a:cs typeface="Tw Cen MT" panose="020B0602020104020603"/>
              </a:rPr>
              <a:t>a</a:t>
            </a:r>
            <a:r>
              <a:rPr sz="2900" spc="-5" dirty="0">
                <a:latin typeface="Tw Cen MT" panose="020B0602020104020603"/>
                <a:cs typeface="Tw Cen MT" panose="020B0602020104020603"/>
              </a:rPr>
              <a:t>tion</a:t>
            </a:r>
            <a:r>
              <a:rPr sz="2900" dirty="0">
                <a:latin typeface="Tw Cen MT" panose="020B0602020104020603"/>
                <a:cs typeface="Tw Cen MT" panose="020B0602020104020603"/>
              </a:rPr>
              <a:t> </a:t>
            </a:r>
            <a:r>
              <a:rPr sz="2900" spc="-5" dirty="0">
                <a:latin typeface="Tw Cen MT" panose="020B0602020104020603"/>
                <a:cs typeface="Tw Cen MT" panose="020B0602020104020603"/>
              </a:rPr>
              <a:t>o</a:t>
            </a:r>
            <a:r>
              <a:rPr sz="2900" dirty="0">
                <a:latin typeface="Tw Cen MT" panose="020B0602020104020603"/>
                <a:cs typeface="Tw Cen MT" panose="020B0602020104020603"/>
              </a:rPr>
              <a:t>f</a:t>
            </a:r>
            <a:r>
              <a:rPr sz="2900" spc="80" dirty="0">
                <a:latin typeface="Tw Cen MT" panose="020B0602020104020603"/>
                <a:cs typeface="Tw Cen MT" panose="020B0602020104020603"/>
              </a:rPr>
              <a:t> </a:t>
            </a:r>
            <a:r>
              <a:rPr sz="2900" dirty="0">
                <a:latin typeface="Tw Cen MT" panose="020B0602020104020603"/>
                <a:cs typeface="Tw Cen MT" panose="020B0602020104020603"/>
              </a:rPr>
              <a:t>a </a:t>
            </a:r>
            <a:r>
              <a:rPr sz="2900" spc="-5" dirty="0">
                <a:latin typeface="Tw Cen MT" panose="020B0602020104020603"/>
                <a:cs typeface="Tw Cen MT" panose="020B0602020104020603"/>
              </a:rPr>
              <a:t>sin</a:t>
            </a:r>
            <a:r>
              <a:rPr sz="2900" spc="-10" dirty="0">
                <a:latin typeface="Tw Cen MT" panose="020B0602020104020603"/>
                <a:cs typeface="Tw Cen MT" panose="020B0602020104020603"/>
              </a:rPr>
              <a:t>g</a:t>
            </a:r>
            <a:r>
              <a:rPr sz="2900" spc="-5" dirty="0">
                <a:latin typeface="Tw Cen MT" panose="020B0602020104020603"/>
                <a:cs typeface="Tw Cen MT" panose="020B0602020104020603"/>
              </a:rPr>
              <a:t>l</a:t>
            </a:r>
            <a:r>
              <a:rPr sz="2900" dirty="0">
                <a:latin typeface="Tw Cen MT" panose="020B0602020104020603"/>
                <a:cs typeface="Tw Cen MT" panose="020B0602020104020603"/>
              </a:rPr>
              <a:t>e</a:t>
            </a:r>
            <a:r>
              <a:rPr sz="2900" spc="-5" dirty="0">
                <a:latin typeface="Tw Cen MT" panose="020B0602020104020603"/>
                <a:cs typeface="Tw Cen MT" panose="020B0602020104020603"/>
              </a:rPr>
              <a:t> net</a:t>
            </a:r>
            <a:r>
              <a:rPr sz="2900" spc="-60" dirty="0">
                <a:latin typeface="Tw Cen MT" panose="020B0602020104020603"/>
                <a:cs typeface="Tw Cen MT" panose="020B0602020104020603"/>
              </a:rPr>
              <a:t>w</a:t>
            </a:r>
            <a:r>
              <a:rPr sz="2900" spc="-5" dirty="0">
                <a:latin typeface="Tw Cen MT" panose="020B0602020104020603"/>
                <a:cs typeface="Tw Cen MT" panose="020B0602020104020603"/>
              </a:rPr>
              <a:t>o</a:t>
            </a:r>
            <a:r>
              <a:rPr sz="2900" spc="50" dirty="0">
                <a:latin typeface="Tw Cen MT" panose="020B0602020104020603"/>
                <a:cs typeface="Tw Cen MT" panose="020B0602020104020603"/>
              </a:rPr>
              <a:t>r</a:t>
            </a:r>
            <a:r>
              <a:rPr sz="2900" spc="-5" dirty="0">
                <a:latin typeface="Tw Cen MT" panose="020B0602020104020603"/>
                <a:cs typeface="Tw Cen MT" panose="020B0602020104020603"/>
              </a:rPr>
              <a:t>k</a:t>
            </a:r>
            <a:r>
              <a:rPr sz="2900" dirty="0">
                <a:latin typeface="Tw Cen MT" panose="020B0602020104020603"/>
                <a:cs typeface="Tw Cen MT" panose="020B0602020104020603"/>
              </a:rPr>
              <a:t> </a:t>
            </a:r>
            <a:r>
              <a:rPr sz="2900" spc="-5" dirty="0">
                <a:latin typeface="Tw Cen MT" panose="020B0602020104020603"/>
                <a:cs typeface="Tw Cen MT" panose="020B0602020104020603"/>
              </a:rPr>
              <a:t>int</a:t>
            </a:r>
            <a:r>
              <a:rPr sz="2900" dirty="0">
                <a:latin typeface="Tw Cen MT" panose="020B0602020104020603"/>
                <a:cs typeface="Tw Cen MT" panose="020B0602020104020603"/>
              </a:rPr>
              <a:t>o</a:t>
            </a:r>
            <a:r>
              <a:rPr sz="2900" spc="-5" dirty="0">
                <a:latin typeface="Tw Cen MT" panose="020B0602020104020603"/>
                <a:cs typeface="Tw Cen MT" panose="020B0602020104020603"/>
              </a:rPr>
              <a:t> </a:t>
            </a:r>
            <a:r>
              <a:rPr sz="2900" spc="55" dirty="0">
                <a:latin typeface="Tw Cen MT" panose="020B0602020104020603"/>
                <a:cs typeface="Tw Cen MT" panose="020B0602020104020603"/>
              </a:rPr>
              <a:t>m</a:t>
            </a:r>
            <a:r>
              <a:rPr sz="2900" spc="-5" dirty="0">
                <a:latin typeface="Tw Cen MT" panose="020B0602020104020603"/>
                <a:cs typeface="Tw Cen MT" panose="020B0602020104020603"/>
              </a:rPr>
              <a:t>ulti</a:t>
            </a:r>
            <a:r>
              <a:rPr sz="2900" spc="-10" dirty="0">
                <a:latin typeface="Tw Cen MT" panose="020B0602020104020603"/>
                <a:cs typeface="Tw Cen MT" panose="020B0602020104020603"/>
              </a:rPr>
              <a:t>p</a:t>
            </a:r>
            <a:r>
              <a:rPr sz="2900" spc="-5" dirty="0">
                <a:latin typeface="Tw Cen MT" panose="020B0602020104020603"/>
                <a:cs typeface="Tw Cen MT" panose="020B0602020104020603"/>
              </a:rPr>
              <a:t>l</a:t>
            </a:r>
            <a:r>
              <a:rPr sz="2900" dirty="0">
                <a:latin typeface="Tw Cen MT" panose="020B0602020104020603"/>
                <a:cs typeface="Tw Cen MT" panose="020B0602020104020603"/>
              </a:rPr>
              <a:t>e</a:t>
            </a:r>
            <a:r>
              <a:rPr sz="2900" spc="-5" dirty="0">
                <a:latin typeface="Tw Cen MT" panose="020B0602020104020603"/>
                <a:cs typeface="Tw Cen MT" panose="020B0602020104020603"/>
              </a:rPr>
              <a:t> one</a:t>
            </a:r>
            <a:r>
              <a:rPr sz="2900" dirty="0">
                <a:latin typeface="Tw Cen MT" panose="020B0602020104020603"/>
                <a:cs typeface="Tw Cen MT" panose="020B0602020104020603"/>
              </a:rPr>
              <a:t>s</a:t>
            </a:r>
            <a:endParaRPr sz="2900">
              <a:latin typeface="Tw Cen MT" panose="020B0602020104020603"/>
              <a:cs typeface="Tw Cen MT" panose="020B0602020104020603"/>
            </a:endParaRPr>
          </a:p>
        </p:txBody>
      </p:sp>
      <p:sp>
        <p:nvSpPr>
          <p:cNvPr id="4" name="object 4"/>
          <p:cNvSpPr/>
          <p:nvPr/>
        </p:nvSpPr>
        <p:spPr>
          <a:xfrm>
            <a:off x="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597025">
              <a:lnSpc>
                <a:spcPct val="100000"/>
              </a:lnSpc>
            </a:pPr>
            <a:r>
              <a:rPr spc="-5" dirty="0"/>
              <a:t>D</a:t>
            </a:r>
            <a:r>
              <a:rPr dirty="0"/>
              <a:t>e</a:t>
            </a:r>
            <a:r>
              <a:rPr spc="-5" dirty="0"/>
              <a:t>s</a:t>
            </a:r>
            <a:r>
              <a:rPr dirty="0"/>
              <a:t>k</a:t>
            </a:r>
            <a:r>
              <a:rPr spc="-5" dirty="0"/>
              <a:t>top</a:t>
            </a:r>
            <a:r>
              <a:rPr b="0" spc="65" dirty="0">
                <a:latin typeface="Times New Roman" panose="02020603050405020304"/>
                <a:cs typeface="Times New Roman" panose="02020603050405020304"/>
              </a:rPr>
              <a:t> </a:t>
            </a:r>
            <a:r>
              <a:rPr spc="-50" dirty="0"/>
              <a:t>V</a:t>
            </a:r>
            <a:r>
              <a:rPr spc="-5" dirty="0"/>
              <a:t>i</a:t>
            </a:r>
            <a:r>
              <a:rPr spc="204" dirty="0"/>
              <a:t>r</a:t>
            </a:r>
            <a:r>
              <a:rPr spc="-5" dirty="0"/>
              <a:t>tu</a:t>
            </a:r>
            <a:r>
              <a:rPr spc="-10" dirty="0"/>
              <a:t>a</a:t>
            </a:r>
            <a:r>
              <a:rPr spc="-5" dirty="0"/>
              <a:t>li</a:t>
            </a:r>
            <a:r>
              <a:rPr dirty="0"/>
              <a:t>z</a:t>
            </a:r>
            <a:r>
              <a:rPr spc="75" dirty="0"/>
              <a:t>a</a:t>
            </a:r>
            <a:r>
              <a:rPr spc="-5" dirty="0"/>
              <a:t>tion</a:t>
            </a:r>
          </a:p>
        </p:txBody>
      </p:sp>
      <p:sp>
        <p:nvSpPr>
          <p:cNvPr id="3" name="object 3"/>
          <p:cNvSpPr txBox="1"/>
          <p:nvPr/>
        </p:nvSpPr>
        <p:spPr>
          <a:xfrm>
            <a:off x="0" y="1371600"/>
            <a:ext cx="8763000" cy="4370427"/>
          </a:xfrm>
          <a:prstGeom prst="rect">
            <a:avLst/>
          </a:prstGeom>
        </p:spPr>
        <p:txBody>
          <a:bodyPr vert="horz" wrap="square" lIns="0" tIns="0" rIns="0" bIns="0" rtlCol="0">
            <a:spAutoFit/>
          </a:bodyPr>
          <a:lstStyle/>
          <a:p>
            <a:pPr marL="12700">
              <a:lnSpc>
                <a:spcPct val="100000"/>
              </a:lnSpc>
              <a:buFont typeface="Arial" panose="020B0604020202020204" pitchFamily="34" charset="0"/>
              <a:buChar char="•"/>
            </a:pPr>
            <a:r>
              <a:rPr sz="1200" b="1" spc="-5" dirty="0">
                <a:solidFill>
                  <a:srgbClr val="FFFFFF"/>
                </a:solidFill>
                <a:latin typeface="Comic Sans MS" panose="030F0702030302020204"/>
                <a:cs typeface="Comic Sans MS" panose="030F0702030302020204"/>
              </a:rPr>
              <a:t>2</a:t>
            </a:r>
            <a:r>
              <a:rPr sz="1200" b="1" dirty="0">
                <a:solidFill>
                  <a:srgbClr val="FFFFFF"/>
                </a:solidFill>
                <a:latin typeface="Comic Sans MS" panose="030F0702030302020204"/>
                <a:cs typeface="Comic Sans MS" panose="030F0702030302020204"/>
              </a:rPr>
              <a:t>4</a:t>
            </a:r>
            <a:endParaRPr sz="1200">
              <a:latin typeface="Comic Sans MS" panose="030F0702030302020204"/>
              <a:cs typeface="Comic Sans MS" panose="030F0702030302020204"/>
            </a:endParaRPr>
          </a:p>
          <a:p>
            <a:pPr>
              <a:lnSpc>
                <a:spcPct val="100000"/>
              </a:lnSpc>
              <a:spcBef>
                <a:spcPts val="0"/>
              </a:spcBef>
              <a:buFont typeface="Arial" panose="020B0604020202020204" pitchFamily="34" charset="0"/>
              <a:buChar char="•"/>
            </a:pPr>
            <a:endParaRPr sz="1100">
              <a:latin typeface="Times New Roman" panose="02020603050405020304"/>
              <a:cs typeface="Times New Roman" panose="02020603050405020304"/>
            </a:endParaRPr>
          </a:p>
          <a:p>
            <a:pPr marL="861695" marR="5080" indent="-14605" algn="just">
              <a:lnSpc>
                <a:spcPct val="100000"/>
              </a:lnSpc>
              <a:buFont typeface="Arial" panose="020B0604020202020204" pitchFamily="34" charset="0"/>
              <a:buChar char="•"/>
            </a:pPr>
            <a:r>
              <a:rPr sz="2900" spc="-5">
                <a:latin typeface="Tw Cen MT" panose="020B0602020104020603"/>
                <a:cs typeface="Tw Cen MT" panose="020B0602020104020603"/>
              </a:rPr>
              <a:t>Th</a:t>
            </a:r>
            <a:r>
              <a:rPr sz="2900">
                <a:latin typeface="Tw Cen MT" panose="020B0602020104020603"/>
                <a:cs typeface="Tw Cen MT" panose="020B0602020104020603"/>
              </a:rPr>
              <a:t>is </a:t>
            </a:r>
            <a:r>
              <a:rPr sz="2900" spc="-75">
                <a:latin typeface="Tw Cen MT" panose="020B0602020104020603"/>
                <a:cs typeface="Tw Cen MT" panose="020B0602020104020603"/>
              </a:rPr>
              <a:t> </a:t>
            </a:r>
            <a:r>
              <a:rPr sz="2900">
                <a:latin typeface="Tw Cen MT" panose="020B0602020104020603"/>
                <a:cs typeface="Tw Cen MT" panose="020B0602020104020603"/>
              </a:rPr>
              <a:t>is </a:t>
            </a:r>
            <a:r>
              <a:rPr sz="2900" spc="-75">
                <a:latin typeface="Tw Cen MT" panose="020B0602020104020603"/>
                <a:cs typeface="Tw Cen MT" panose="020B0602020104020603"/>
              </a:rPr>
              <a:t> </a:t>
            </a:r>
            <a:r>
              <a:rPr sz="2900">
                <a:latin typeface="Tw Cen MT" panose="020B0602020104020603"/>
                <a:cs typeface="Tw Cen MT" panose="020B0602020104020603"/>
              </a:rPr>
              <a:t>per</a:t>
            </a:r>
            <a:r>
              <a:rPr sz="2900" spc="-5">
                <a:latin typeface="Tw Cen MT" panose="020B0602020104020603"/>
                <a:cs typeface="Tw Cen MT" panose="020B0602020104020603"/>
              </a:rPr>
              <a:t>h</a:t>
            </a:r>
            <a:r>
              <a:rPr sz="2900" spc="-434">
                <a:latin typeface="Tw Cen MT" panose="020B0602020104020603"/>
                <a:cs typeface="Tw Cen MT" panose="020B0602020104020603"/>
              </a:rPr>
              <a:t> </a:t>
            </a:r>
            <a:r>
              <a:rPr sz="2900" dirty="0">
                <a:latin typeface="Tw Cen MT" panose="020B0602020104020603"/>
                <a:cs typeface="Tw Cen MT" panose="020B0602020104020603"/>
              </a:rPr>
              <a:t>a</a:t>
            </a:r>
            <a:r>
              <a:rPr sz="2900" spc="-440" dirty="0">
                <a:latin typeface="Tw Cen MT" panose="020B0602020104020603"/>
                <a:cs typeface="Tw Cen MT" panose="020B0602020104020603"/>
              </a:rPr>
              <a:t> </a:t>
            </a:r>
            <a:r>
              <a:rPr sz="2900" dirty="0">
                <a:latin typeface="Tw Cen MT" panose="020B0602020104020603"/>
                <a:cs typeface="Tw Cen MT" panose="020B0602020104020603"/>
              </a:rPr>
              <a:t>p</a:t>
            </a:r>
            <a:r>
              <a:rPr sz="2900" spc="-440" dirty="0">
                <a:latin typeface="Tw Cen MT" panose="020B0602020104020603"/>
                <a:cs typeface="Tw Cen MT" panose="020B0602020104020603"/>
              </a:rPr>
              <a:t> </a:t>
            </a:r>
            <a:r>
              <a:rPr sz="2900" dirty="0">
                <a:latin typeface="Tw Cen MT" panose="020B0602020104020603"/>
                <a:cs typeface="Tw Cen MT" panose="020B0602020104020603"/>
              </a:rPr>
              <a:t>s </a:t>
            </a:r>
            <a:r>
              <a:rPr sz="2900" spc="-75" dirty="0">
                <a:latin typeface="Tw Cen MT" panose="020B0602020104020603"/>
                <a:cs typeface="Tw Cen MT" panose="020B0602020104020603"/>
              </a:rPr>
              <a:t> </a:t>
            </a:r>
            <a:r>
              <a:rPr sz="2900" spc="-5" dirty="0">
                <a:latin typeface="Tw Cen MT" panose="020B0602020104020603"/>
                <a:cs typeface="Tw Cen MT" panose="020B0602020104020603"/>
              </a:rPr>
              <a:t>t</a:t>
            </a:r>
            <a:r>
              <a:rPr sz="2900" spc="-434" dirty="0">
                <a:latin typeface="Tw Cen MT" panose="020B0602020104020603"/>
                <a:cs typeface="Tw Cen MT" panose="020B0602020104020603"/>
              </a:rPr>
              <a:t> </a:t>
            </a:r>
            <a:r>
              <a:rPr sz="2900" spc="-5" dirty="0">
                <a:latin typeface="Tw Cen MT" panose="020B0602020104020603"/>
                <a:cs typeface="Tw Cen MT" panose="020B0602020104020603"/>
              </a:rPr>
              <a:t>h</a:t>
            </a:r>
            <a:r>
              <a:rPr sz="2900" spc="-434" dirty="0">
                <a:latin typeface="Tw Cen MT" panose="020B0602020104020603"/>
                <a:cs typeface="Tw Cen MT" panose="020B0602020104020603"/>
              </a:rPr>
              <a:t> </a:t>
            </a:r>
            <a:r>
              <a:rPr sz="2900" dirty="0">
                <a:latin typeface="Tw Cen MT" panose="020B0602020104020603"/>
                <a:cs typeface="Tw Cen MT" panose="020B0602020104020603"/>
              </a:rPr>
              <a:t>e </a:t>
            </a:r>
            <a:r>
              <a:rPr sz="2900" spc="-70" dirty="0">
                <a:latin typeface="Tw Cen MT" panose="020B0602020104020603"/>
                <a:cs typeface="Tw Cen MT" panose="020B0602020104020603"/>
              </a:rPr>
              <a:t> </a:t>
            </a:r>
            <a:r>
              <a:rPr sz="2900" dirty="0">
                <a:latin typeface="Tw Cen MT" panose="020B0602020104020603"/>
                <a:cs typeface="Tw Cen MT" panose="020B0602020104020603"/>
              </a:rPr>
              <a:t>m</a:t>
            </a:r>
            <a:r>
              <a:rPr sz="2900" spc="-434" dirty="0">
                <a:latin typeface="Tw Cen MT" panose="020B0602020104020603"/>
                <a:cs typeface="Tw Cen MT" panose="020B0602020104020603"/>
              </a:rPr>
              <a:t> </a:t>
            </a:r>
            <a:r>
              <a:rPr sz="2900" dirty="0">
                <a:latin typeface="Tw Cen MT" panose="020B0602020104020603"/>
                <a:cs typeface="Tw Cen MT" panose="020B0602020104020603"/>
              </a:rPr>
              <a:t>o</a:t>
            </a:r>
            <a:r>
              <a:rPr sz="2900" spc="-434" dirty="0">
                <a:latin typeface="Tw Cen MT" panose="020B0602020104020603"/>
                <a:cs typeface="Tw Cen MT" panose="020B0602020104020603"/>
              </a:rPr>
              <a:t> </a:t>
            </a:r>
            <a:r>
              <a:rPr sz="2900" dirty="0">
                <a:latin typeface="Tw Cen MT" panose="020B0602020104020603"/>
                <a:cs typeface="Tw Cen MT" panose="020B0602020104020603"/>
              </a:rPr>
              <a:t>s</a:t>
            </a:r>
            <a:r>
              <a:rPr sz="2900" spc="-434" dirty="0">
                <a:latin typeface="Tw Cen MT" panose="020B0602020104020603"/>
                <a:cs typeface="Tw Cen MT" panose="020B0602020104020603"/>
              </a:rPr>
              <a:t> </a:t>
            </a:r>
            <a:r>
              <a:rPr sz="2900" spc="-5" dirty="0">
                <a:latin typeface="Tw Cen MT" panose="020B0602020104020603"/>
                <a:cs typeface="Tw Cen MT" panose="020B0602020104020603"/>
              </a:rPr>
              <a:t>t</a:t>
            </a:r>
            <a:r>
              <a:rPr sz="2900" dirty="0">
                <a:latin typeface="Tw Cen MT" panose="020B0602020104020603"/>
                <a:cs typeface="Tw Cen MT" panose="020B0602020104020603"/>
              </a:rPr>
              <a:t> </a:t>
            </a:r>
            <a:r>
              <a:rPr sz="2900" spc="-65" dirty="0">
                <a:latin typeface="Tw Cen MT" panose="020B0602020104020603"/>
                <a:cs typeface="Tw Cen MT" panose="020B0602020104020603"/>
              </a:rPr>
              <a:t> </a:t>
            </a:r>
            <a:r>
              <a:rPr sz="2900" spc="-5" dirty="0">
                <a:solidFill>
                  <a:srgbClr val="FF0000"/>
                </a:solidFill>
                <a:latin typeface="Tw Cen MT" panose="020B0602020104020603"/>
                <a:cs typeface="Tw Cen MT" panose="020B0602020104020603"/>
              </a:rPr>
              <a:t>c</a:t>
            </a:r>
            <a:r>
              <a:rPr sz="2900" spc="-434" dirty="0">
                <a:solidFill>
                  <a:srgbClr val="FF0000"/>
                </a:solidFill>
                <a:latin typeface="Tw Cen MT" panose="020B0602020104020603"/>
                <a:cs typeface="Tw Cen MT" panose="020B0602020104020603"/>
              </a:rPr>
              <a:t> </a:t>
            </a:r>
            <a:r>
              <a:rPr sz="2900" dirty="0">
                <a:solidFill>
                  <a:srgbClr val="FF0000"/>
                </a:solidFill>
                <a:latin typeface="Tw Cen MT" panose="020B0602020104020603"/>
                <a:cs typeface="Tw Cen MT" panose="020B0602020104020603"/>
              </a:rPr>
              <a:t>o</a:t>
            </a:r>
            <a:r>
              <a:rPr sz="2900" spc="-434" dirty="0">
                <a:solidFill>
                  <a:srgbClr val="FF0000"/>
                </a:solidFill>
                <a:latin typeface="Tw Cen MT" panose="020B0602020104020603"/>
                <a:cs typeface="Tw Cen MT" panose="020B0602020104020603"/>
              </a:rPr>
              <a:t> </a:t>
            </a:r>
            <a:r>
              <a:rPr sz="2900" dirty="0">
                <a:solidFill>
                  <a:srgbClr val="FF0000"/>
                </a:solidFill>
                <a:latin typeface="Tw Cen MT" panose="020B0602020104020603"/>
                <a:cs typeface="Tw Cen MT" panose="020B0602020104020603"/>
              </a:rPr>
              <a:t>m</a:t>
            </a:r>
            <a:r>
              <a:rPr sz="2900" spc="-434" dirty="0">
                <a:solidFill>
                  <a:srgbClr val="FF0000"/>
                </a:solidFill>
                <a:latin typeface="Tw Cen MT" panose="020B0602020104020603"/>
                <a:cs typeface="Tw Cen MT" panose="020B0602020104020603"/>
              </a:rPr>
              <a:t> </a:t>
            </a:r>
            <a:r>
              <a:rPr sz="2900" dirty="0">
                <a:solidFill>
                  <a:srgbClr val="FF0000"/>
                </a:solidFill>
                <a:latin typeface="Tw Cen MT" panose="020B0602020104020603"/>
                <a:cs typeface="Tw Cen MT" panose="020B0602020104020603"/>
              </a:rPr>
              <a:t>m</a:t>
            </a:r>
            <a:r>
              <a:rPr sz="2900" spc="-434" dirty="0">
                <a:solidFill>
                  <a:srgbClr val="FF0000"/>
                </a:solidFill>
                <a:latin typeface="Tw Cen MT" panose="020B0602020104020603"/>
                <a:cs typeface="Tw Cen MT" panose="020B0602020104020603"/>
              </a:rPr>
              <a:t> </a:t>
            </a:r>
            <a:r>
              <a:rPr sz="2900" dirty="0">
                <a:solidFill>
                  <a:srgbClr val="FF0000"/>
                </a:solidFill>
                <a:latin typeface="Tw Cen MT" panose="020B0602020104020603"/>
                <a:cs typeface="Tw Cen MT" panose="020B0602020104020603"/>
              </a:rPr>
              <a:t>o</a:t>
            </a:r>
            <a:r>
              <a:rPr sz="2900" spc="-434" dirty="0">
                <a:solidFill>
                  <a:srgbClr val="FF0000"/>
                </a:solidFill>
                <a:latin typeface="Tw Cen MT" panose="020B0602020104020603"/>
                <a:cs typeface="Tw Cen MT" panose="020B0602020104020603"/>
              </a:rPr>
              <a:t> </a:t>
            </a:r>
            <a:r>
              <a:rPr sz="2900" spc="-5" dirty="0">
                <a:solidFill>
                  <a:srgbClr val="FF0000"/>
                </a:solidFill>
                <a:latin typeface="Tw Cen MT" panose="020B0602020104020603"/>
                <a:cs typeface="Tw Cen MT" panose="020B0602020104020603"/>
              </a:rPr>
              <a:t>n</a:t>
            </a:r>
            <a:r>
              <a:rPr sz="2900" dirty="0">
                <a:solidFill>
                  <a:srgbClr val="FF0000"/>
                </a:solidFill>
                <a:latin typeface="Tw Cen MT" panose="020B0602020104020603"/>
                <a:cs typeface="Tw Cen MT" panose="020B0602020104020603"/>
              </a:rPr>
              <a:t> </a:t>
            </a:r>
            <a:r>
              <a:rPr sz="2900" spc="-65" dirty="0">
                <a:solidFill>
                  <a:srgbClr val="FF0000"/>
                </a:solidFill>
                <a:latin typeface="Tw Cen MT" panose="020B0602020104020603"/>
                <a:cs typeface="Tw Cen MT" panose="020B0602020104020603"/>
              </a:rPr>
              <a:t> </a:t>
            </a:r>
            <a:r>
              <a:rPr sz="2900" spc="305" dirty="0">
                <a:solidFill>
                  <a:srgbClr val="FF0000"/>
                </a:solidFill>
                <a:latin typeface="Tw Cen MT" panose="020B0602020104020603"/>
                <a:cs typeface="Tw Cen MT" panose="020B0602020104020603"/>
              </a:rPr>
              <a:t>f</a:t>
            </a:r>
            <a:r>
              <a:rPr sz="2900" dirty="0">
                <a:solidFill>
                  <a:srgbClr val="FF0000"/>
                </a:solidFill>
                <a:latin typeface="Tw Cen MT" panose="020B0602020104020603"/>
                <a:cs typeface="Tw Cen MT" panose="020B0602020104020603"/>
              </a:rPr>
              <a:t>o</a:t>
            </a:r>
            <a:r>
              <a:rPr sz="2900" spc="-434" dirty="0">
                <a:solidFill>
                  <a:srgbClr val="FF0000"/>
                </a:solidFill>
                <a:latin typeface="Tw Cen MT" panose="020B0602020104020603"/>
                <a:cs typeface="Tw Cen MT" panose="020B0602020104020603"/>
              </a:rPr>
              <a:t> </a:t>
            </a:r>
            <a:r>
              <a:rPr sz="2900" dirty="0">
                <a:solidFill>
                  <a:srgbClr val="FF0000"/>
                </a:solidFill>
                <a:latin typeface="Tw Cen MT" panose="020B0602020104020603"/>
                <a:cs typeface="Tw Cen MT" panose="020B0602020104020603"/>
              </a:rPr>
              <a:t>r</a:t>
            </a:r>
            <a:r>
              <a:rPr sz="2900" spc="-380" dirty="0">
                <a:solidFill>
                  <a:srgbClr val="FF0000"/>
                </a:solidFill>
                <a:latin typeface="Tw Cen MT" panose="020B0602020104020603"/>
                <a:cs typeface="Tw Cen MT" panose="020B0602020104020603"/>
              </a:rPr>
              <a:t> </a:t>
            </a:r>
            <a:r>
              <a:rPr sz="2900" dirty="0">
                <a:solidFill>
                  <a:srgbClr val="FF0000"/>
                </a:solidFill>
                <a:latin typeface="Tw Cen MT" panose="020B0602020104020603"/>
                <a:cs typeface="Tw Cen MT" panose="020B0602020104020603"/>
              </a:rPr>
              <a:t>m </a:t>
            </a:r>
            <a:r>
              <a:rPr sz="2900" spc="-65" dirty="0">
                <a:solidFill>
                  <a:srgbClr val="FF0000"/>
                </a:solidFill>
                <a:latin typeface="Tw Cen MT" panose="020B0602020104020603"/>
                <a:cs typeface="Tw Cen MT" panose="020B0602020104020603"/>
              </a:rPr>
              <a:t> </a:t>
            </a:r>
            <a:r>
              <a:rPr sz="2900" dirty="0">
                <a:latin typeface="Tw Cen MT" panose="020B0602020104020603"/>
                <a:cs typeface="Tw Cen MT" panose="020B0602020104020603"/>
              </a:rPr>
              <a:t>o</a:t>
            </a:r>
            <a:r>
              <a:rPr sz="2900" spc="-434" dirty="0">
                <a:latin typeface="Tw Cen MT" panose="020B0602020104020603"/>
                <a:cs typeface="Tw Cen MT" panose="020B0602020104020603"/>
              </a:rPr>
              <a:t> </a:t>
            </a:r>
            <a:r>
              <a:rPr sz="2900" dirty="0">
                <a:latin typeface="Tw Cen MT" panose="020B0602020104020603"/>
                <a:cs typeface="Tw Cen MT" panose="020B0602020104020603"/>
              </a:rPr>
              <a:t>f </a:t>
            </a:r>
            <a:r>
              <a:rPr sz="2900" spc="135" dirty="0">
                <a:latin typeface="Tw Cen MT" panose="020B0602020104020603"/>
                <a:cs typeface="Tw Cen MT" panose="020B0602020104020603"/>
              </a:rPr>
              <a:t>v</a:t>
            </a:r>
            <a:r>
              <a:rPr sz="2900" spc="140" dirty="0">
                <a:latin typeface="Tw Cen MT" panose="020B0602020104020603"/>
                <a:cs typeface="Tw Cen MT" panose="020B0602020104020603"/>
              </a:rPr>
              <a:t>i</a:t>
            </a:r>
            <a:r>
              <a:rPr sz="2900" spc="195" dirty="0">
                <a:latin typeface="Tw Cen MT" panose="020B0602020104020603"/>
                <a:cs typeface="Tw Cen MT" panose="020B0602020104020603"/>
              </a:rPr>
              <a:t>r</a:t>
            </a:r>
            <a:r>
              <a:rPr sz="2900" spc="135" dirty="0">
                <a:latin typeface="Tw Cen MT" panose="020B0602020104020603"/>
                <a:cs typeface="Tw Cen MT" panose="020B0602020104020603"/>
              </a:rPr>
              <a:t>tu</a:t>
            </a:r>
            <a:r>
              <a:rPr sz="2900" spc="130" dirty="0">
                <a:latin typeface="Tw Cen MT" panose="020B0602020104020603"/>
                <a:cs typeface="Tw Cen MT" panose="020B0602020104020603"/>
              </a:rPr>
              <a:t>a</a:t>
            </a:r>
            <a:r>
              <a:rPr sz="2900" spc="140" dirty="0">
                <a:latin typeface="Tw Cen MT" panose="020B0602020104020603"/>
                <a:cs typeface="Tw Cen MT" panose="020B0602020104020603"/>
              </a:rPr>
              <a:t>li</a:t>
            </a:r>
            <a:r>
              <a:rPr sz="2900" spc="135" dirty="0">
                <a:latin typeface="Tw Cen MT" panose="020B0602020104020603"/>
                <a:cs typeface="Tw Cen MT" panose="020B0602020104020603"/>
              </a:rPr>
              <a:t>z</a:t>
            </a:r>
            <a:r>
              <a:rPr sz="2900" spc="130" dirty="0">
                <a:latin typeface="Tw Cen MT" panose="020B0602020104020603"/>
                <a:cs typeface="Tw Cen MT" panose="020B0602020104020603"/>
              </a:rPr>
              <a:t>a</a:t>
            </a:r>
            <a:r>
              <a:rPr sz="2900" spc="135" dirty="0">
                <a:latin typeface="Tw Cen MT" panose="020B0602020104020603"/>
                <a:cs typeface="Tw Cen MT" panose="020B0602020104020603"/>
              </a:rPr>
              <a:t>t</a:t>
            </a:r>
            <a:r>
              <a:rPr sz="2900" spc="140" dirty="0">
                <a:latin typeface="Tw Cen MT" panose="020B0602020104020603"/>
                <a:cs typeface="Tw Cen MT" panose="020B0602020104020603"/>
              </a:rPr>
              <a:t>io</a:t>
            </a:r>
            <a:r>
              <a:rPr sz="2900" spc="-5" dirty="0">
                <a:latin typeface="Tw Cen MT" panose="020B0602020104020603"/>
                <a:cs typeface="Tw Cen MT" panose="020B0602020104020603"/>
              </a:rPr>
              <a:t>n</a:t>
            </a:r>
            <a:r>
              <a:rPr sz="2900" spc="290" dirty="0">
                <a:latin typeface="Tw Cen MT" panose="020B0602020104020603"/>
                <a:cs typeface="Tw Cen MT" panose="020B0602020104020603"/>
              </a:rPr>
              <a:t> </a:t>
            </a:r>
            <a:r>
              <a:rPr sz="2900" spc="80" dirty="0">
                <a:latin typeface="Tw Cen MT" panose="020B0602020104020603"/>
                <a:cs typeface="Tw Cen MT" panose="020B0602020104020603"/>
              </a:rPr>
              <a:t>f</a:t>
            </a:r>
            <a:r>
              <a:rPr sz="2900" spc="140" dirty="0">
                <a:latin typeface="Tw Cen MT" panose="020B0602020104020603"/>
                <a:cs typeface="Tw Cen MT" panose="020B0602020104020603"/>
              </a:rPr>
              <a:t>o</a:t>
            </a:r>
            <a:r>
              <a:rPr sz="2900" dirty="0">
                <a:latin typeface="Tw Cen MT" panose="020B0602020104020603"/>
                <a:cs typeface="Tw Cen MT" panose="020B0602020104020603"/>
              </a:rPr>
              <a:t>r</a:t>
            </a:r>
            <a:r>
              <a:rPr sz="2900" spc="285" dirty="0">
                <a:latin typeface="Tw Cen MT" panose="020B0602020104020603"/>
                <a:cs typeface="Tw Cen MT" panose="020B0602020104020603"/>
              </a:rPr>
              <a:t> </a:t>
            </a:r>
            <a:r>
              <a:rPr sz="2900" spc="140" dirty="0">
                <a:latin typeface="Tw Cen MT" panose="020B0602020104020603"/>
                <a:cs typeface="Tw Cen MT" panose="020B0602020104020603"/>
              </a:rPr>
              <a:t>a</a:t>
            </a:r>
            <a:r>
              <a:rPr sz="2900" spc="50" dirty="0">
                <a:latin typeface="Tw Cen MT" panose="020B0602020104020603"/>
                <a:cs typeface="Tw Cen MT" panose="020B0602020104020603"/>
              </a:rPr>
              <a:t>n</a:t>
            </a:r>
            <a:r>
              <a:rPr sz="2900" dirty="0">
                <a:latin typeface="Tw Cen MT" panose="020B0602020104020603"/>
                <a:cs typeface="Tw Cen MT" panose="020B0602020104020603"/>
              </a:rPr>
              <a:t>y</a:t>
            </a:r>
            <a:r>
              <a:rPr sz="2900" spc="285" dirty="0">
                <a:latin typeface="Tw Cen MT" panose="020B0602020104020603"/>
                <a:cs typeface="Tw Cen MT" panose="020B0602020104020603"/>
              </a:rPr>
              <a:t> </a:t>
            </a:r>
            <a:r>
              <a:rPr sz="2900" spc="140" dirty="0">
                <a:latin typeface="Tw Cen MT" panose="020B0602020104020603"/>
                <a:cs typeface="Tw Cen MT" panose="020B0602020104020603"/>
              </a:rPr>
              <a:t>re</a:t>
            </a:r>
            <a:r>
              <a:rPr sz="2900" spc="130" dirty="0">
                <a:latin typeface="Tw Cen MT" panose="020B0602020104020603"/>
                <a:cs typeface="Tw Cen MT" panose="020B0602020104020603"/>
              </a:rPr>
              <a:t>g</a:t>
            </a:r>
            <a:r>
              <a:rPr sz="2900" spc="135" dirty="0">
                <a:latin typeface="Tw Cen MT" panose="020B0602020104020603"/>
                <a:cs typeface="Tw Cen MT" panose="020B0602020104020603"/>
              </a:rPr>
              <a:t>u</a:t>
            </a:r>
            <a:r>
              <a:rPr sz="2900" spc="140" dirty="0">
                <a:latin typeface="Tw Cen MT" panose="020B0602020104020603"/>
                <a:cs typeface="Tw Cen MT" panose="020B0602020104020603"/>
              </a:rPr>
              <a:t>l</a:t>
            </a:r>
            <a:r>
              <a:rPr sz="2900" spc="130" dirty="0">
                <a:latin typeface="Tw Cen MT" panose="020B0602020104020603"/>
                <a:cs typeface="Tw Cen MT" panose="020B0602020104020603"/>
              </a:rPr>
              <a:t>a</a:t>
            </a:r>
            <a:r>
              <a:rPr sz="2900" dirty="0">
                <a:latin typeface="Tw Cen MT" panose="020B0602020104020603"/>
                <a:cs typeface="Tw Cen MT" panose="020B0602020104020603"/>
              </a:rPr>
              <a:t>r</a:t>
            </a:r>
            <a:r>
              <a:rPr sz="2900" spc="290" dirty="0">
                <a:latin typeface="Tw Cen MT" panose="020B0602020104020603"/>
                <a:cs typeface="Tw Cen MT" panose="020B0602020104020603"/>
              </a:rPr>
              <a:t> </a:t>
            </a:r>
            <a:r>
              <a:rPr sz="2900" spc="145" dirty="0">
                <a:latin typeface="Tw Cen MT" panose="020B0602020104020603"/>
                <a:cs typeface="Tw Cen MT" panose="020B0602020104020603"/>
              </a:rPr>
              <a:t>I</a:t>
            </a:r>
            <a:r>
              <a:rPr sz="2900" spc="-5" dirty="0">
                <a:latin typeface="Tw Cen MT" panose="020B0602020104020603"/>
                <a:cs typeface="Tw Cen MT" panose="020B0602020104020603"/>
              </a:rPr>
              <a:t>T</a:t>
            </a:r>
            <a:r>
              <a:rPr sz="2900" spc="300" dirty="0">
                <a:latin typeface="Tw Cen MT" panose="020B0602020104020603"/>
                <a:cs typeface="Tw Cen MT" panose="020B0602020104020603"/>
              </a:rPr>
              <a:t> </a:t>
            </a:r>
            <a:r>
              <a:rPr sz="2900" spc="145" dirty="0">
                <a:latin typeface="Tw Cen MT" panose="020B0602020104020603"/>
                <a:cs typeface="Tw Cen MT" panose="020B0602020104020603"/>
              </a:rPr>
              <a:t>e</a:t>
            </a:r>
            <a:r>
              <a:rPr sz="2900" spc="150" dirty="0">
                <a:latin typeface="Tw Cen MT" panose="020B0602020104020603"/>
                <a:cs typeface="Tw Cen MT" panose="020B0602020104020603"/>
              </a:rPr>
              <a:t>m</a:t>
            </a:r>
            <a:r>
              <a:rPr sz="2900" spc="135" dirty="0">
                <a:latin typeface="Tw Cen MT" panose="020B0602020104020603"/>
                <a:cs typeface="Tw Cen MT" panose="020B0602020104020603"/>
              </a:rPr>
              <a:t>p</a:t>
            </a:r>
            <a:r>
              <a:rPr sz="2900" spc="145" dirty="0">
                <a:latin typeface="Tw Cen MT" panose="020B0602020104020603"/>
                <a:cs typeface="Tw Cen MT" panose="020B0602020104020603"/>
              </a:rPr>
              <a:t>l</a:t>
            </a:r>
            <a:r>
              <a:rPr sz="2900" spc="85" dirty="0">
                <a:latin typeface="Tw Cen MT" panose="020B0602020104020603"/>
                <a:cs typeface="Tw Cen MT" panose="020B0602020104020603"/>
              </a:rPr>
              <a:t>oy</a:t>
            </a:r>
            <a:r>
              <a:rPr sz="2900" spc="145" dirty="0">
                <a:latin typeface="Tw Cen MT" panose="020B0602020104020603"/>
                <a:cs typeface="Tw Cen MT" panose="020B0602020104020603"/>
              </a:rPr>
              <a:t>e</a:t>
            </a:r>
            <a:r>
              <a:rPr sz="2900" spc="114" dirty="0">
                <a:latin typeface="Tw Cen MT" panose="020B0602020104020603"/>
                <a:cs typeface="Tw Cen MT" panose="020B0602020104020603"/>
              </a:rPr>
              <a:t>e</a:t>
            </a:r>
            <a:r>
              <a:rPr sz="2900">
                <a:latin typeface="Tw Cen MT" panose="020B0602020104020603"/>
                <a:cs typeface="Tw Cen MT" panose="020B0602020104020603"/>
              </a:rPr>
              <a:t>.</a:t>
            </a:r>
            <a:r>
              <a:rPr sz="2900" spc="295">
                <a:latin typeface="Tw Cen MT" panose="020B0602020104020603"/>
                <a:cs typeface="Tw Cen MT" panose="020B0602020104020603"/>
              </a:rPr>
              <a:t> </a:t>
            </a:r>
            <a:endParaRPr lang="en-US" sz="2900" spc="295" dirty="0">
              <a:latin typeface="Tw Cen MT" panose="020B0602020104020603"/>
              <a:cs typeface="Tw Cen MT" panose="020B0602020104020603"/>
            </a:endParaRPr>
          </a:p>
          <a:p>
            <a:pPr marL="861695" marR="5080" indent="-14605" algn="just">
              <a:lnSpc>
                <a:spcPct val="100000"/>
              </a:lnSpc>
              <a:buFont typeface="Arial" panose="020B0604020202020204" pitchFamily="34" charset="0"/>
              <a:buChar char="•"/>
            </a:pPr>
            <a:r>
              <a:rPr sz="2900" spc="145">
                <a:latin typeface="Tw Cen MT" panose="020B0602020104020603"/>
                <a:cs typeface="Tw Cen MT" panose="020B0602020104020603"/>
              </a:rPr>
              <a:t>Th</a:t>
            </a:r>
            <a:r>
              <a:rPr sz="2900">
                <a:latin typeface="Tw Cen MT" panose="020B0602020104020603"/>
                <a:cs typeface="Tw Cen MT" panose="020B0602020104020603"/>
              </a:rPr>
              <a:t>e </a:t>
            </a:r>
            <a:r>
              <a:rPr sz="2900" spc="-5" dirty="0">
                <a:latin typeface="Tw Cen MT" panose="020B0602020104020603"/>
                <a:cs typeface="Tw Cen MT" panose="020B0602020104020603"/>
              </a:rPr>
              <a:t>user</a:t>
            </a:r>
            <a:r>
              <a:rPr sz="2900" spc="-65" dirty="0">
                <a:latin typeface="Tw Cen MT" panose="020B0602020104020603"/>
                <a:cs typeface="Tw Cen MT" panose="020B0602020104020603"/>
              </a:rPr>
              <a:t>’</a:t>
            </a:r>
            <a:r>
              <a:rPr sz="2900" dirty="0">
                <a:latin typeface="Tw Cen MT" panose="020B0602020104020603"/>
                <a:cs typeface="Tw Cen MT" panose="020B0602020104020603"/>
              </a:rPr>
              <a:t>s</a:t>
            </a:r>
            <a:r>
              <a:rPr sz="2900" spc="-5" dirty="0">
                <a:latin typeface="Tw Cen MT" panose="020B0602020104020603"/>
                <a:cs typeface="Tw Cen MT" panose="020B0602020104020603"/>
              </a:rPr>
              <a:t> desktop i</a:t>
            </a:r>
            <a:r>
              <a:rPr sz="2900" dirty="0">
                <a:latin typeface="Tw Cen MT" panose="020B0602020104020603"/>
                <a:cs typeface="Tw Cen MT" panose="020B0602020104020603"/>
              </a:rPr>
              <a:t>s</a:t>
            </a:r>
            <a:r>
              <a:rPr sz="2900" spc="-5" dirty="0">
                <a:latin typeface="Tw Cen MT" panose="020B0602020104020603"/>
                <a:cs typeface="Tw Cen MT" panose="020B0602020104020603"/>
              </a:rPr>
              <a:t> stored on</a:t>
            </a:r>
            <a:r>
              <a:rPr sz="2900" dirty="0">
                <a:latin typeface="Tw Cen MT" panose="020B0602020104020603"/>
                <a:cs typeface="Tw Cen MT" panose="020B0602020104020603"/>
              </a:rPr>
              <a:t> a</a:t>
            </a:r>
            <a:r>
              <a:rPr sz="2900" spc="-5" dirty="0">
                <a:latin typeface="Tw Cen MT" panose="020B0602020104020603"/>
                <a:cs typeface="Tw Cen MT" panose="020B0602020104020603"/>
              </a:rPr>
              <a:t> re</a:t>
            </a:r>
            <a:r>
              <a:rPr sz="2900" dirty="0">
                <a:latin typeface="Tw Cen MT" panose="020B0602020104020603"/>
                <a:cs typeface="Tw Cen MT" panose="020B0602020104020603"/>
              </a:rPr>
              <a:t>m</a:t>
            </a:r>
            <a:r>
              <a:rPr sz="2900" spc="-5" dirty="0">
                <a:latin typeface="Tw Cen MT" panose="020B0602020104020603"/>
                <a:cs typeface="Tw Cen MT" panose="020B0602020104020603"/>
              </a:rPr>
              <a:t>ot</a:t>
            </a:r>
            <a:r>
              <a:rPr sz="2900" dirty="0">
                <a:latin typeface="Tw Cen MT" panose="020B0602020104020603"/>
                <a:cs typeface="Tw Cen MT" panose="020B0602020104020603"/>
              </a:rPr>
              <a:t>e</a:t>
            </a:r>
            <a:r>
              <a:rPr sz="2900" spc="-5" dirty="0">
                <a:latin typeface="Tw Cen MT" panose="020B0602020104020603"/>
                <a:cs typeface="Tw Cen MT" panose="020B0602020104020603"/>
              </a:rPr>
              <a:t> se</a:t>
            </a:r>
            <a:r>
              <a:rPr sz="2900" spc="110" dirty="0">
                <a:latin typeface="Tw Cen MT" panose="020B0602020104020603"/>
                <a:cs typeface="Tw Cen MT" panose="020B0602020104020603"/>
              </a:rPr>
              <a:t>r</a:t>
            </a:r>
            <a:r>
              <a:rPr sz="2900" spc="-65" dirty="0">
                <a:latin typeface="Tw Cen MT" panose="020B0602020104020603"/>
                <a:cs typeface="Tw Cen MT" panose="020B0602020104020603"/>
              </a:rPr>
              <a:t>v</a:t>
            </a:r>
            <a:r>
              <a:rPr sz="2900" spc="-5" dirty="0">
                <a:latin typeface="Tw Cen MT" panose="020B0602020104020603"/>
                <a:cs typeface="Tw Cen MT" panose="020B0602020104020603"/>
              </a:rPr>
              <a:t>e</a:t>
            </a:r>
            <a:r>
              <a:rPr sz="2900" spc="-210" dirty="0">
                <a:latin typeface="Tw Cen MT" panose="020B0602020104020603"/>
                <a:cs typeface="Tw Cen MT" panose="020B0602020104020603"/>
              </a:rPr>
              <a:t>r</a:t>
            </a:r>
            <a:r>
              <a:rPr sz="2900" dirty="0">
                <a:latin typeface="Tw Cen MT" panose="020B0602020104020603"/>
                <a:cs typeface="Tw Cen MT" panose="020B0602020104020603"/>
              </a:rPr>
              <a:t>,</a:t>
            </a:r>
            <a:r>
              <a:rPr sz="2900" spc="-5" dirty="0">
                <a:latin typeface="Tw Cen MT" panose="020B0602020104020603"/>
                <a:cs typeface="Tw Cen MT" panose="020B0602020104020603"/>
              </a:rPr>
              <a:t> all</a:t>
            </a:r>
            <a:r>
              <a:rPr sz="2900" spc="-95" dirty="0">
                <a:latin typeface="Tw Cen MT" panose="020B0602020104020603"/>
                <a:cs typeface="Tw Cen MT" panose="020B0602020104020603"/>
              </a:rPr>
              <a:t>o</a:t>
            </a:r>
            <a:r>
              <a:rPr sz="2900" dirty="0">
                <a:latin typeface="Tw Cen MT" panose="020B0602020104020603"/>
                <a:cs typeface="Tw Cen MT" panose="020B0602020104020603"/>
              </a:rPr>
              <a:t>w</a:t>
            </a:r>
            <a:r>
              <a:rPr sz="2900" spc="-5" dirty="0">
                <a:latin typeface="Tw Cen MT" panose="020B0602020104020603"/>
                <a:cs typeface="Tw Cen MT" panose="020B0602020104020603"/>
              </a:rPr>
              <a:t>ing</a:t>
            </a:r>
            <a:r>
              <a:rPr sz="2900" dirty="0">
                <a:latin typeface="Tw Cen MT" panose="020B0602020104020603"/>
                <a:cs typeface="Tw Cen MT" panose="020B0602020104020603"/>
              </a:rPr>
              <a:t> </a:t>
            </a:r>
            <a:r>
              <a:rPr sz="2900" spc="75" dirty="0">
                <a:latin typeface="Tw Cen MT" panose="020B0602020104020603"/>
                <a:cs typeface="Tw Cen MT" panose="020B0602020104020603"/>
              </a:rPr>
              <a:t>th</a:t>
            </a:r>
            <a:r>
              <a:rPr sz="2900" dirty="0">
                <a:latin typeface="Tw Cen MT" panose="020B0602020104020603"/>
                <a:cs typeface="Tw Cen MT" panose="020B0602020104020603"/>
              </a:rPr>
              <a:t>e</a:t>
            </a:r>
            <a:r>
              <a:rPr sz="2900" spc="155" dirty="0">
                <a:latin typeface="Tw Cen MT" panose="020B0602020104020603"/>
                <a:cs typeface="Tw Cen MT" panose="020B0602020104020603"/>
              </a:rPr>
              <a:t> </a:t>
            </a:r>
            <a:r>
              <a:rPr sz="2900" spc="75" dirty="0">
                <a:latin typeface="Tw Cen MT" panose="020B0602020104020603"/>
                <a:cs typeface="Tw Cen MT" panose="020B0602020104020603"/>
              </a:rPr>
              <a:t>use</a:t>
            </a:r>
            <a:r>
              <a:rPr sz="2900" dirty="0">
                <a:latin typeface="Tw Cen MT" panose="020B0602020104020603"/>
                <a:cs typeface="Tw Cen MT" panose="020B0602020104020603"/>
              </a:rPr>
              <a:t>r</a:t>
            </a:r>
            <a:r>
              <a:rPr sz="2900" spc="155" dirty="0">
                <a:latin typeface="Tw Cen MT" panose="020B0602020104020603"/>
                <a:cs typeface="Tw Cen MT" panose="020B0602020104020603"/>
              </a:rPr>
              <a:t> </a:t>
            </a:r>
            <a:r>
              <a:rPr sz="2900" spc="75" dirty="0">
                <a:latin typeface="Tw Cen MT" panose="020B0602020104020603"/>
                <a:cs typeface="Tw Cen MT" panose="020B0602020104020603"/>
              </a:rPr>
              <a:t>t</a:t>
            </a:r>
            <a:r>
              <a:rPr sz="2900" dirty="0">
                <a:latin typeface="Tw Cen MT" panose="020B0602020104020603"/>
                <a:cs typeface="Tw Cen MT" panose="020B0602020104020603"/>
              </a:rPr>
              <a:t>o</a:t>
            </a:r>
            <a:r>
              <a:rPr sz="2900" spc="165" dirty="0">
                <a:latin typeface="Tw Cen MT" panose="020B0602020104020603"/>
                <a:cs typeface="Tw Cen MT" panose="020B0602020104020603"/>
              </a:rPr>
              <a:t> </a:t>
            </a:r>
            <a:r>
              <a:rPr sz="2900" spc="80" dirty="0">
                <a:solidFill>
                  <a:srgbClr val="FF0000"/>
                </a:solidFill>
                <a:latin typeface="Tw Cen MT" panose="020B0602020104020603"/>
                <a:cs typeface="Tw Cen MT" panose="020B0602020104020603"/>
              </a:rPr>
              <a:t>a</a:t>
            </a:r>
            <a:r>
              <a:rPr sz="2900" spc="75" dirty="0">
                <a:solidFill>
                  <a:srgbClr val="FF0000"/>
                </a:solidFill>
                <a:latin typeface="Tw Cen MT" panose="020B0602020104020603"/>
                <a:cs typeface="Tw Cen MT" panose="020B0602020104020603"/>
              </a:rPr>
              <a:t>cc</a:t>
            </a:r>
            <a:r>
              <a:rPr sz="2900" spc="80" dirty="0">
                <a:solidFill>
                  <a:srgbClr val="FF0000"/>
                </a:solidFill>
                <a:latin typeface="Tw Cen MT" panose="020B0602020104020603"/>
                <a:cs typeface="Tw Cen MT" panose="020B0602020104020603"/>
              </a:rPr>
              <a:t>es</a:t>
            </a:r>
            <a:r>
              <a:rPr sz="2900" dirty="0">
                <a:solidFill>
                  <a:srgbClr val="FF0000"/>
                </a:solidFill>
                <a:latin typeface="Tw Cen MT" panose="020B0602020104020603"/>
                <a:cs typeface="Tw Cen MT" panose="020B0602020104020603"/>
              </a:rPr>
              <a:t>s</a:t>
            </a:r>
            <a:r>
              <a:rPr sz="2900" spc="165" dirty="0">
                <a:solidFill>
                  <a:srgbClr val="FF0000"/>
                </a:solidFill>
                <a:latin typeface="Tw Cen MT" panose="020B0602020104020603"/>
                <a:cs typeface="Tw Cen MT" panose="020B0602020104020603"/>
              </a:rPr>
              <a:t> </a:t>
            </a:r>
            <a:r>
              <a:rPr sz="2900" spc="75" dirty="0">
                <a:solidFill>
                  <a:srgbClr val="FF0000"/>
                </a:solidFill>
                <a:latin typeface="Tw Cen MT" panose="020B0602020104020603"/>
                <a:cs typeface="Tw Cen MT" panose="020B0602020104020603"/>
              </a:rPr>
              <a:t>h</a:t>
            </a:r>
            <a:r>
              <a:rPr sz="2900" spc="80" dirty="0">
                <a:solidFill>
                  <a:srgbClr val="FF0000"/>
                </a:solidFill>
                <a:latin typeface="Tw Cen MT" panose="020B0602020104020603"/>
                <a:cs typeface="Tw Cen MT" panose="020B0602020104020603"/>
              </a:rPr>
              <a:t>i</a:t>
            </a:r>
            <a:r>
              <a:rPr sz="2900" dirty="0">
                <a:solidFill>
                  <a:srgbClr val="FF0000"/>
                </a:solidFill>
                <a:latin typeface="Tw Cen MT" panose="020B0602020104020603"/>
                <a:cs typeface="Tw Cen MT" panose="020B0602020104020603"/>
              </a:rPr>
              <a:t>s</a:t>
            </a:r>
            <a:r>
              <a:rPr sz="2900" spc="165" dirty="0">
                <a:solidFill>
                  <a:srgbClr val="FF0000"/>
                </a:solidFill>
                <a:latin typeface="Tw Cen MT" panose="020B0602020104020603"/>
                <a:cs typeface="Tw Cen MT" panose="020B0602020104020603"/>
              </a:rPr>
              <a:t> </a:t>
            </a:r>
            <a:r>
              <a:rPr sz="2900" spc="80" dirty="0">
                <a:solidFill>
                  <a:srgbClr val="FF0000"/>
                </a:solidFill>
                <a:latin typeface="Tw Cen MT" panose="020B0602020104020603"/>
                <a:cs typeface="Tw Cen MT" panose="020B0602020104020603"/>
              </a:rPr>
              <a:t>des</a:t>
            </a:r>
            <a:r>
              <a:rPr sz="2900" spc="75" dirty="0">
                <a:solidFill>
                  <a:srgbClr val="FF0000"/>
                </a:solidFill>
                <a:latin typeface="Tw Cen MT" panose="020B0602020104020603"/>
                <a:cs typeface="Tw Cen MT" panose="020B0602020104020603"/>
              </a:rPr>
              <a:t>kt</a:t>
            </a:r>
            <a:r>
              <a:rPr sz="2900" spc="80" dirty="0">
                <a:solidFill>
                  <a:srgbClr val="FF0000"/>
                </a:solidFill>
                <a:latin typeface="Tw Cen MT" panose="020B0602020104020603"/>
                <a:cs typeface="Tw Cen MT" panose="020B0602020104020603"/>
              </a:rPr>
              <a:t>o</a:t>
            </a:r>
            <a:r>
              <a:rPr sz="2900" spc="-5" dirty="0">
                <a:solidFill>
                  <a:srgbClr val="FF0000"/>
                </a:solidFill>
                <a:latin typeface="Tw Cen MT" panose="020B0602020104020603"/>
                <a:cs typeface="Tw Cen MT" panose="020B0602020104020603"/>
              </a:rPr>
              <a:t>p</a:t>
            </a:r>
            <a:r>
              <a:rPr sz="2900" spc="165" dirty="0">
                <a:solidFill>
                  <a:srgbClr val="FF0000"/>
                </a:solidFill>
                <a:latin typeface="Tw Cen MT" panose="020B0602020104020603"/>
                <a:cs typeface="Tw Cen MT" panose="020B0602020104020603"/>
              </a:rPr>
              <a:t> </a:t>
            </a:r>
            <a:r>
              <a:rPr sz="2900" spc="80" dirty="0">
                <a:latin typeface="Tw Cen MT" panose="020B0602020104020603"/>
                <a:cs typeface="Tw Cen MT" panose="020B0602020104020603"/>
              </a:rPr>
              <a:t>f</a:t>
            </a:r>
            <a:r>
              <a:rPr sz="2900" spc="20" dirty="0">
                <a:latin typeface="Tw Cen MT" panose="020B0602020104020603"/>
                <a:cs typeface="Tw Cen MT" panose="020B0602020104020603"/>
              </a:rPr>
              <a:t>r</a:t>
            </a:r>
            <a:r>
              <a:rPr sz="2900" spc="80" dirty="0">
                <a:latin typeface="Tw Cen MT" panose="020B0602020104020603"/>
                <a:cs typeface="Tw Cen MT" panose="020B0602020104020603"/>
              </a:rPr>
              <a:t>o</a:t>
            </a:r>
            <a:r>
              <a:rPr sz="2900" dirty="0">
                <a:latin typeface="Tw Cen MT" panose="020B0602020104020603"/>
                <a:cs typeface="Tw Cen MT" panose="020B0602020104020603"/>
              </a:rPr>
              <a:t>m</a:t>
            </a:r>
            <a:r>
              <a:rPr sz="2900" spc="165" dirty="0">
                <a:latin typeface="Tw Cen MT" panose="020B0602020104020603"/>
                <a:cs typeface="Tw Cen MT" panose="020B0602020104020603"/>
              </a:rPr>
              <a:t> </a:t>
            </a:r>
            <a:r>
              <a:rPr sz="2900" spc="80" dirty="0">
                <a:latin typeface="Tw Cen MT" panose="020B0602020104020603"/>
                <a:cs typeface="Tw Cen MT" panose="020B0602020104020603"/>
              </a:rPr>
              <a:t>a</a:t>
            </a:r>
            <a:r>
              <a:rPr sz="2900" spc="-10" dirty="0">
                <a:latin typeface="Tw Cen MT" panose="020B0602020104020603"/>
                <a:cs typeface="Tw Cen MT" panose="020B0602020104020603"/>
              </a:rPr>
              <a:t>n</a:t>
            </a:r>
            <a:r>
              <a:rPr sz="2900" dirty="0">
                <a:latin typeface="Tw Cen MT" panose="020B0602020104020603"/>
                <a:cs typeface="Tw Cen MT" panose="020B0602020104020603"/>
              </a:rPr>
              <a:t>y</a:t>
            </a:r>
            <a:r>
              <a:rPr sz="2900" spc="165" dirty="0">
                <a:latin typeface="Tw Cen MT" panose="020B0602020104020603"/>
                <a:cs typeface="Tw Cen MT" panose="020B0602020104020603"/>
              </a:rPr>
              <a:t> </a:t>
            </a:r>
            <a:r>
              <a:rPr sz="2900" spc="80" dirty="0">
                <a:latin typeface="Tw Cen MT" panose="020B0602020104020603"/>
                <a:cs typeface="Tw Cen MT" panose="020B0602020104020603"/>
              </a:rPr>
              <a:t>de</a:t>
            </a:r>
            <a:r>
              <a:rPr sz="2900" spc="75" dirty="0">
                <a:latin typeface="Tw Cen MT" panose="020B0602020104020603"/>
                <a:cs typeface="Tw Cen MT" panose="020B0602020104020603"/>
              </a:rPr>
              <a:t>v</a:t>
            </a:r>
            <a:r>
              <a:rPr sz="2900" spc="80" dirty="0">
                <a:latin typeface="Tw Cen MT" panose="020B0602020104020603"/>
                <a:cs typeface="Tw Cen MT" panose="020B0602020104020603"/>
              </a:rPr>
              <a:t>i</a:t>
            </a:r>
            <a:r>
              <a:rPr sz="2900" spc="75" dirty="0">
                <a:latin typeface="Tw Cen MT" panose="020B0602020104020603"/>
                <a:cs typeface="Tw Cen MT" panose="020B0602020104020603"/>
              </a:rPr>
              <a:t>c</a:t>
            </a:r>
            <a:r>
              <a:rPr sz="2900" dirty="0">
                <a:latin typeface="Tw Cen MT" panose="020B0602020104020603"/>
                <a:cs typeface="Tw Cen MT" panose="020B0602020104020603"/>
              </a:rPr>
              <a:t>e</a:t>
            </a:r>
            <a:r>
              <a:rPr sz="2900" spc="165" dirty="0">
                <a:latin typeface="Tw Cen MT" panose="020B0602020104020603"/>
                <a:cs typeface="Tw Cen MT" panose="020B0602020104020603"/>
              </a:rPr>
              <a:t> </a:t>
            </a:r>
            <a:r>
              <a:rPr sz="2900" spc="80" dirty="0">
                <a:latin typeface="Tw Cen MT" panose="020B0602020104020603"/>
                <a:cs typeface="Tw Cen MT" panose="020B0602020104020603"/>
              </a:rPr>
              <a:t>o</a:t>
            </a:r>
            <a:r>
              <a:rPr sz="2900" dirty="0">
                <a:latin typeface="Tw Cen MT" panose="020B0602020104020603"/>
                <a:cs typeface="Tw Cen MT" panose="020B0602020104020603"/>
              </a:rPr>
              <a:t>r </a:t>
            </a:r>
            <a:r>
              <a:rPr sz="2900" spc="20" dirty="0">
                <a:latin typeface="Tw Cen MT" panose="020B0602020104020603"/>
                <a:cs typeface="Tw Cen MT" panose="020B0602020104020603"/>
              </a:rPr>
              <a:t>lo</a:t>
            </a:r>
            <a:r>
              <a:rPr sz="2900" spc="10" dirty="0">
                <a:latin typeface="Tw Cen MT" panose="020B0602020104020603"/>
                <a:cs typeface="Tw Cen MT" panose="020B0602020104020603"/>
              </a:rPr>
              <a:t>ca</a:t>
            </a:r>
            <a:r>
              <a:rPr sz="2900" spc="20" dirty="0">
                <a:latin typeface="Tw Cen MT" panose="020B0602020104020603"/>
                <a:cs typeface="Tw Cen MT" panose="020B0602020104020603"/>
              </a:rPr>
              <a:t>tio</a:t>
            </a:r>
            <a:r>
              <a:rPr sz="2900" spc="25" dirty="0">
                <a:latin typeface="Tw Cen MT" panose="020B0602020104020603"/>
                <a:cs typeface="Tw Cen MT" panose="020B0602020104020603"/>
              </a:rPr>
              <a:t>n</a:t>
            </a:r>
            <a:r>
              <a:rPr sz="2900">
                <a:latin typeface="Tw Cen MT" panose="020B0602020104020603"/>
                <a:cs typeface="Tw Cen MT" panose="020B0602020104020603"/>
              </a:rPr>
              <a:t>.</a:t>
            </a:r>
            <a:r>
              <a:rPr sz="2900" spc="55">
                <a:latin typeface="Tw Cen MT" panose="020B0602020104020603"/>
                <a:cs typeface="Tw Cen MT" panose="020B0602020104020603"/>
              </a:rPr>
              <a:t> </a:t>
            </a:r>
            <a:endParaRPr lang="en-US" sz="2900" spc="55" dirty="0">
              <a:latin typeface="Tw Cen MT" panose="020B0602020104020603"/>
              <a:cs typeface="Tw Cen MT" panose="020B0602020104020603"/>
            </a:endParaRPr>
          </a:p>
          <a:p>
            <a:pPr marL="861695" marR="5080" indent="-14605" algn="just">
              <a:lnSpc>
                <a:spcPct val="100000"/>
              </a:lnSpc>
              <a:buFont typeface="Arial" panose="020B0604020202020204" pitchFamily="34" charset="0"/>
              <a:buChar char="•"/>
            </a:pPr>
            <a:r>
              <a:rPr sz="2900" spc="25">
                <a:latin typeface="Tw Cen MT" panose="020B0602020104020603"/>
                <a:cs typeface="Tw Cen MT" panose="020B0602020104020603"/>
              </a:rPr>
              <a:t>E</a:t>
            </a:r>
            <a:r>
              <a:rPr sz="2900" spc="30">
                <a:latin typeface="Tw Cen MT" panose="020B0602020104020603"/>
                <a:cs typeface="Tw Cen MT" panose="020B0602020104020603"/>
              </a:rPr>
              <a:t>m</a:t>
            </a:r>
            <a:r>
              <a:rPr sz="2900" spc="20">
                <a:latin typeface="Tw Cen MT" panose="020B0602020104020603"/>
                <a:cs typeface="Tw Cen MT" panose="020B0602020104020603"/>
              </a:rPr>
              <a:t>p</a:t>
            </a:r>
            <a:r>
              <a:rPr sz="2900" spc="25">
                <a:latin typeface="Tw Cen MT" panose="020B0602020104020603"/>
                <a:cs typeface="Tw Cen MT" panose="020B0602020104020603"/>
              </a:rPr>
              <a:t>l</a:t>
            </a:r>
            <a:r>
              <a:rPr sz="2900" spc="-35">
                <a:latin typeface="Tw Cen MT" panose="020B0602020104020603"/>
                <a:cs typeface="Tw Cen MT" panose="020B0602020104020603"/>
              </a:rPr>
              <a:t>oy</a:t>
            </a:r>
            <a:r>
              <a:rPr sz="2900" spc="25">
                <a:latin typeface="Tw Cen MT" panose="020B0602020104020603"/>
                <a:cs typeface="Tw Cen MT" panose="020B0602020104020603"/>
              </a:rPr>
              <a:t>ee</a:t>
            </a:r>
            <a:r>
              <a:rPr sz="2900">
                <a:latin typeface="Tw Cen MT" panose="020B0602020104020603"/>
                <a:cs typeface="Tw Cen MT" panose="020B0602020104020603"/>
              </a:rPr>
              <a:t>s</a:t>
            </a:r>
            <a:r>
              <a:rPr sz="2900" spc="55">
                <a:latin typeface="Tw Cen MT" panose="020B0602020104020603"/>
                <a:cs typeface="Tw Cen MT" panose="020B0602020104020603"/>
              </a:rPr>
              <a:t> </a:t>
            </a:r>
            <a:r>
              <a:rPr sz="2900" spc="20" dirty="0">
                <a:latin typeface="Tw Cen MT" panose="020B0602020104020603"/>
                <a:cs typeface="Tw Cen MT" panose="020B0602020104020603"/>
              </a:rPr>
              <a:t>ca</a:t>
            </a:r>
            <a:r>
              <a:rPr sz="2900" spc="-5" dirty="0">
                <a:latin typeface="Tw Cen MT" panose="020B0602020104020603"/>
                <a:cs typeface="Tw Cen MT" panose="020B0602020104020603"/>
              </a:rPr>
              <a:t>n</a:t>
            </a:r>
            <a:r>
              <a:rPr sz="2900" spc="60" dirty="0">
                <a:latin typeface="Tw Cen MT" panose="020B0602020104020603"/>
                <a:cs typeface="Tw Cen MT" panose="020B0602020104020603"/>
              </a:rPr>
              <a:t> </a:t>
            </a:r>
            <a:r>
              <a:rPr sz="2900" spc="-30" dirty="0">
                <a:latin typeface="Tw Cen MT" panose="020B0602020104020603"/>
                <a:cs typeface="Tw Cen MT" panose="020B0602020104020603"/>
              </a:rPr>
              <a:t>w</a:t>
            </a:r>
            <a:r>
              <a:rPr sz="2900" spc="25" dirty="0">
                <a:latin typeface="Tw Cen MT" panose="020B0602020104020603"/>
                <a:cs typeface="Tw Cen MT" panose="020B0602020104020603"/>
              </a:rPr>
              <a:t>o</a:t>
            </a:r>
            <a:r>
              <a:rPr sz="2900" spc="80" dirty="0">
                <a:latin typeface="Tw Cen MT" panose="020B0602020104020603"/>
                <a:cs typeface="Tw Cen MT" panose="020B0602020104020603"/>
              </a:rPr>
              <a:t>r</a:t>
            </a:r>
            <a:r>
              <a:rPr sz="2900" spc="-5" dirty="0">
                <a:latin typeface="Tw Cen MT" panose="020B0602020104020603"/>
                <a:cs typeface="Tw Cen MT" panose="020B0602020104020603"/>
              </a:rPr>
              <a:t>k</a:t>
            </a:r>
            <a:r>
              <a:rPr sz="2900" spc="60" dirty="0">
                <a:latin typeface="Tw Cen MT" panose="020B0602020104020603"/>
                <a:cs typeface="Tw Cen MT" panose="020B0602020104020603"/>
              </a:rPr>
              <a:t> </a:t>
            </a:r>
            <a:r>
              <a:rPr sz="2900" spc="20" dirty="0">
                <a:latin typeface="Tw Cen MT" panose="020B0602020104020603"/>
                <a:cs typeface="Tw Cen MT" panose="020B0602020104020603"/>
              </a:rPr>
              <a:t>c</a:t>
            </a:r>
            <a:r>
              <a:rPr sz="2900" spc="25" dirty="0">
                <a:latin typeface="Tw Cen MT" panose="020B0602020104020603"/>
                <a:cs typeface="Tw Cen MT" panose="020B0602020104020603"/>
              </a:rPr>
              <a:t>on</a:t>
            </a:r>
            <a:r>
              <a:rPr sz="2900" spc="-35" dirty="0">
                <a:latin typeface="Tw Cen MT" panose="020B0602020104020603"/>
                <a:cs typeface="Tw Cen MT" panose="020B0602020104020603"/>
              </a:rPr>
              <a:t>v</a:t>
            </a:r>
            <a:r>
              <a:rPr sz="2900" spc="25" dirty="0">
                <a:latin typeface="Tw Cen MT" panose="020B0602020104020603"/>
                <a:cs typeface="Tw Cen MT" panose="020B0602020104020603"/>
              </a:rPr>
              <a:t>enientl</a:t>
            </a:r>
            <a:r>
              <a:rPr sz="2900" dirty="0">
                <a:latin typeface="Tw Cen MT" panose="020B0602020104020603"/>
                <a:cs typeface="Tw Cen MT" panose="020B0602020104020603"/>
              </a:rPr>
              <a:t>y</a:t>
            </a:r>
            <a:r>
              <a:rPr sz="2900" spc="55" dirty="0">
                <a:latin typeface="Tw Cen MT" panose="020B0602020104020603"/>
                <a:cs typeface="Tw Cen MT" panose="020B0602020104020603"/>
              </a:rPr>
              <a:t> </a:t>
            </a:r>
            <a:r>
              <a:rPr sz="2900" spc="25" dirty="0">
                <a:latin typeface="Tw Cen MT" panose="020B0602020104020603"/>
                <a:cs typeface="Tw Cen MT" panose="020B0602020104020603"/>
              </a:rPr>
              <a:t>f</a:t>
            </a:r>
            <a:r>
              <a:rPr sz="2900" spc="-35" dirty="0">
                <a:latin typeface="Tw Cen MT" panose="020B0602020104020603"/>
                <a:cs typeface="Tw Cen MT" panose="020B0602020104020603"/>
              </a:rPr>
              <a:t>r</a:t>
            </a:r>
            <a:r>
              <a:rPr sz="2900" spc="25" dirty="0">
                <a:latin typeface="Tw Cen MT" panose="020B0602020104020603"/>
                <a:cs typeface="Tw Cen MT" panose="020B0602020104020603"/>
              </a:rPr>
              <a:t>o</a:t>
            </a:r>
            <a:r>
              <a:rPr sz="2900" dirty="0">
                <a:latin typeface="Tw Cen MT" panose="020B0602020104020603"/>
                <a:cs typeface="Tw Cen MT" panose="020B0602020104020603"/>
              </a:rPr>
              <a:t>m</a:t>
            </a:r>
            <a:r>
              <a:rPr sz="2900" spc="55" dirty="0">
                <a:latin typeface="Tw Cen MT" panose="020B0602020104020603"/>
                <a:cs typeface="Tw Cen MT" panose="020B0602020104020603"/>
              </a:rPr>
              <a:t> </a:t>
            </a:r>
            <a:r>
              <a:rPr sz="2900" spc="25" dirty="0">
                <a:latin typeface="Tw Cen MT" panose="020B0602020104020603"/>
                <a:cs typeface="Tw Cen MT" panose="020B0602020104020603"/>
              </a:rPr>
              <a:t>th</a:t>
            </a:r>
            <a:r>
              <a:rPr sz="2900" dirty="0">
                <a:latin typeface="Tw Cen MT" panose="020B0602020104020603"/>
                <a:cs typeface="Tw Cen MT" panose="020B0602020104020603"/>
              </a:rPr>
              <a:t>e </a:t>
            </a:r>
            <a:r>
              <a:rPr sz="2900" spc="0" dirty="0">
                <a:latin typeface="Tw Cen MT" panose="020B0602020104020603"/>
                <a:cs typeface="Tw Cen MT" panose="020B0602020104020603"/>
              </a:rPr>
              <a:t>c</a:t>
            </a:r>
            <a:r>
              <a:rPr sz="2900" spc="10" dirty="0">
                <a:latin typeface="Tw Cen MT" panose="020B0602020104020603"/>
                <a:cs typeface="Tw Cen MT" panose="020B0602020104020603"/>
              </a:rPr>
              <a:t>o</a:t>
            </a:r>
            <a:r>
              <a:rPr sz="2900" spc="15" dirty="0">
                <a:latin typeface="Tw Cen MT" panose="020B0602020104020603"/>
                <a:cs typeface="Tw Cen MT" panose="020B0602020104020603"/>
              </a:rPr>
              <a:t>m</a:t>
            </a:r>
            <a:r>
              <a:rPr sz="2900" spc="-50" dirty="0">
                <a:latin typeface="Tw Cen MT" panose="020B0602020104020603"/>
                <a:cs typeface="Tw Cen MT" panose="020B0602020104020603"/>
              </a:rPr>
              <a:t>f</a:t>
            </a:r>
            <a:r>
              <a:rPr sz="2900" spc="10" dirty="0">
                <a:latin typeface="Tw Cen MT" panose="020B0602020104020603"/>
                <a:cs typeface="Tw Cen MT" panose="020B0602020104020603"/>
              </a:rPr>
              <a:t>o</a:t>
            </a:r>
            <a:r>
              <a:rPr sz="2900" spc="65" dirty="0">
                <a:latin typeface="Tw Cen MT" panose="020B0602020104020603"/>
                <a:cs typeface="Tw Cen MT" panose="020B0602020104020603"/>
              </a:rPr>
              <a:t>r</a:t>
            </a:r>
            <a:r>
              <a:rPr sz="2900" spc="-5" dirty="0">
                <a:latin typeface="Tw Cen MT" panose="020B0602020104020603"/>
                <a:cs typeface="Tw Cen MT" panose="020B0602020104020603"/>
              </a:rPr>
              <a:t>t</a:t>
            </a:r>
            <a:r>
              <a:rPr sz="2900" spc="30" dirty="0">
                <a:latin typeface="Tw Cen MT" panose="020B0602020104020603"/>
                <a:cs typeface="Tw Cen MT" panose="020B0602020104020603"/>
              </a:rPr>
              <a:t> </a:t>
            </a:r>
            <a:r>
              <a:rPr sz="2900" spc="10" dirty="0">
                <a:latin typeface="Tw Cen MT" panose="020B0602020104020603"/>
                <a:cs typeface="Tw Cen MT" panose="020B0602020104020603"/>
              </a:rPr>
              <a:t>o</a:t>
            </a:r>
            <a:r>
              <a:rPr sz="2900" dirty="0">
                <a:latin typeface="Tw Cen MT" panose="020B0602020104020603"/>
                <a:cs typeface="Tw Cen MT" panose="020B0602020104020603"/>
              </a:rPr>
              <a:t>f</a:t>
            </a:r>
            <a:r>
              <a:rPr sz="2900" spc="110" dirty="0">
                <a:latin typeface="Tw Cen MT" panose="020B0602020104020603"/>
                <a:cs typeface="Tw Cen MT" panose="020B0602020104020603"/>
              </a:rPr>
              <a:t> </a:t>
            </a:r>
            <a:r>
              <a:rPr sz="2900" spc="5" dirty="0">
                <a:latin typeface="Tw Cen MT" panose="020B0602020104020603"/>
                <a:cs typeface="Tw Cen MT" panose="020B0602020104020603"/>
              </a:rPr>
              <a:t>th</a:t>
            </a:r>
            <a:r>
              <a:rPr sz="2900" spc="10" dirty="0">
                <a:latin typeface="Tw Cen MT" panose="020B0602020104020603"/>
                <a:cs typeface="Tw Cen MT" panose="020B0602020104020603"/>
              </a:rPr>
              <a:t>ei</a:t>
            </a:r>
            <a:r>
              <a:rPr sz="2900" dirty="0">
                <a:latin typeface="Tw Cen MT" panose="020B0602020104020603"/>
                <a:cs typeface="Tw Cen MT" panose="020B0602020104020603"/>
              </a:rPr>
              <a:t>r</a:t>
            </a:r>
            <a:r>
              <a:rPr sz="2900" spc="25" dirty="0">
                <a:latin typeface="Tw Cen MT" panose="020B0602020104020603"/>
                <a:cs typeface="Tw Cen MT" panose="020B0602020104020603"/>
              </a:rPr>
              <a:t> </a:t>
            </a:r>
            <a:r>
              <a:rPr sz="2900" spc="5" dirty="0">
                <a:solidFill>
                  <a:srgbClr val="00B0F0"/>
                </a:solidFill>
                <a:latin typeface="Tw Cen MT" panose="020B0602020104020603"/>
                <a:cs typeface="Tw Cen MT" panose="020B0602020104020603"/>
              </a:rPr>
              <a:t>h</a:t>
            </a:r>
            <a:r>
              <a:rPr sz="2900" spc="10" dirty="0">
                <a:solidFill>
                  <a:srgbClr val="00B0F0"/>
                </a:solidFill>
                <a:latin typeface="Tw Cen MT" panose="020B0602020104020603"/>
                <a:cs typeface="Tw Cen MT" panose="020B0602020104020603"/>
              </a:rPr>
              <a:t>o</a:t>
            </a:r>
            <a:r>
              <a:rPr sz="2900" spc="15" dirty="0">
                <a:solidFill>
                  <a:srgbClr val="00B0F0"/>
                </a:solidFill>
                <a:latin typeface="Tw Cen MT" panose="020B0602020104020603"/>
                <a:cs typeface="Tw Cen MT" panose="020B0602020104020603"/>
              </a:rPr>
              <a:t>m</a:t>
            </a:r>
            <a:r>
              <a:rPr sz="2900" spc="-20" dirty="0">
                <a:solidFill>
                  <a:srgbClr val="00B0F0"/>
                </a:solidFill>
                <a:latin typeface="Tw Cen MT" panose="020B0602020104020603"/>
                <a:cs typeface="Tw Cen MT" panose="020B0602020104020603"/>
              </a:rPr>
              <a:t>e</a:t>
            </a:r>
            <a:r>
              <a:rPr sz="2900" dirty="0">
                <a:latin typeface="Tw Cen MT" panose="020B0602020104020603"/>
                <a:cs typeface="Tw Cen MT" panose="020B0602020104020603"/>
              </a:rPr>
              <a:t>.</a:t>
            </a:r>
            <a:r>
              <a:rPr sz="2900" spc="35" dirty="0">
                <a:latin typeface="Tw Cen MT" panose="020B0602020104020603"/>
                <a:cs typeface="Tw Cen MT" panose="020B0602020104020603"/>
              </a:rPr>
              <a:t> </a:t>
            </a:r>
            <a:r>
              <a:rPr sz="2900" spc="15" dirty="0">
                <a:latin typeface="Tw Cen MT" panose="020B0602020104020603"/>
                <a:cs typeface="Tw Cen MT" panose="020B0602020104020603"/>
              </a:rPr>
              <a:t>Si</a:t>
            </a:r>
            <a:r>
              <a:rPr sz="2900" spc="10" dirty="0">
                <a:latin typeface="Tw Cen MT" panose="020B0602020104020603"/>
                <a:cs typeface="Tw Cen MT" panose="020B0602020104020603"/>
              </a:rPr>
              <a:t>n</a:t>
            </a:r>
            <a:r>
              <a:rPr sz="2900" spc="5" dirty="0">
                <a:latin typeface="Tw Cen MT" panose="020B0602020104020603"/>
                <a:cs typeface="Tw Cen MT" panose="020B0602020104020603"/>
              </a:rPr>
              <a:t>c</a:t>
            </a:r>
            <a:r>
              <a:rPr sz="2900" dirty="0">
                <a:latin typeface="Tw Cen MT" panose="020B0602020104020603"/>
                <a:cs typeface="Tw Cen MT" panose="020B0602020104020603"/>
              </a:rPr>
              <a:t>e</a:t>
            </a:r>
            <a:r>
              <a:rPr sz="2900" spc="35" dirty="0">
                <a:latin typeface="Tw Cen MT" panose="020B0602020104020603"/>
                <a:cs typeface="Tw Cen MT" panose="020B0602020104020603"/>
              </a:rPr>
              <a:t> </a:t>
            </a:r>
            <a:r>
              <a:rPr sz="2900" spc="10" dirty="0">
                <a:latin typeface="Tw Cen MT" panose="020B0602020104020603"/>
                <a:cs typeface="Tw Cen MT" panose="020B0602020104020603"/>
              </a:rPr>
              <a:t>th</a:t>
            </a:r>
            <a:r>
              <a:rPr sz="2900" dirty="0">
                <a:latin typeface="Tw Cen MT" panose="020B0602020104020603"/>
                <a:cs typeface="Tw Cen MT" panose="020B0602020104020603"/>
              </a:rPr>
              <a:t>e</a:t>
            </a:r>
            <a:r>
              <a:rPr sz="2900" spc="35" dirty="0">
                <a:latin typeface="Tw Cen MT" panose="020B0602020104020603"/>
                <a:cs typeface="Tw Cen MT" panose="020B0602020104020603"/>
              </a:rPr>
              <a:t> </a:t>
            </a:r>
            <a:r>
              <a:rPr sz="2900" spc="15" dirty="0">
                <a:solidFill>
                  <a:srgbClr val="00B0F0"/>
                </a:solidFill>
                <a:latin typeface="Tw Cen MT" panose="020B0602020104020603"/>
                <a:cs typeface="Tw Cen MT" panose="020B0602020104020603"/>
              </a:rPr>
              <a:t>da</a:t>
            </a:r>
            <a:r>
              <a:rPr sz="2900" spc="10" dirty="0">
                <a:solidFill>
                  <a:srgbClr val="00B0F0"/>
                </a:solidFill>
                <a:latin typeface="Tw Cen MT" panose="020B0602020104020603"/>
                <a:cs typeface="Tw Cen MT" panose="020B0602020104020603"/>
              </a:rPr>
              <a:t>t</a:t>
            </a:r>
            <a:r>
              <a:rPr sz="2900" spc="-5" dirty="0">
                <a:solidFill>
                  <a:srgbClr val="00B0F0"/>
                </a:solidFill>
                <a:latin typeface="Tw Cen MT" panose="020B0602020104020603"/>
                <a:cs typeface="Tw Cen MT" panose="020B0602020104020603"/>
              </a:rPr>
              <a:t>a</a:t>
            </a:r>
            <a:r>
              <a:rPr sz="2900" spc="35" dirty="0">
                <a:solidFill>
                  <a:srgbClr val="00B0F0"/>
                </a:solidFill>
                <a:latin typeface="Tw Cen MT" panose="020B0602020104020603"/>
                <a:cs typeface="Tw Cen MT" panose="020B0602020104020603"/>
              </a:rPr>
              <a:t> </a:t>
            </a:r>
            <a:r>
              <a:rPr sz="2900" spc="10" dirty="0">
                <a:solidFill>
                  <a:srgbClr val="00B0F0"/>
                </a:solidFill>
                <a:latin typeface="Tw Cen MT" panose="020B0602020104020603"/>
                <a:cs typeface="Tw Cen MT" panose="020B0602020104020603"/>
              </a:rPr>
              <a:t>t</a:t>
            </a:r>
            <a:r>
              <a:rPr sz="2900" spc="-15" dirty="0">
                <a:solidFill>
                  <a:srgbClr val="00B0F0"/>
                </a:solidFill>
                <a:latin typeface="Tw Cen MT" panose="020B0602020104020603"/>
                <a:cs typeface="Tw Cen MT" panose="020B0602020104020603"/>
              </a:rPr>
              <a:t>r</a:t>
            </a:r>
            <a:r>
              <a:rPr sz="2900" spc="5" dirty="0">
                <a:solidFill>
                  <a:srgbClr val="00B0F0"/>
                </a:solidFill>
                <a:latin typeface="Tw Cen MT" panose="020B0602020104020603"/>
                <a:cs typeface="Tw Cen MT" panose="020B0602020104020603"/>
              </a:rPr>
              <a:t>a</a:t>
            </a:r>
            <a:r>
              <a:rPr sz="2900" spc="10" dirty="0">
                <a:solidFill>
                  <a:srgbClr val="00B0F0"/>
                </a:solidFill>
                <a:latin typeface="Tw Cen MT" panose="020B0602020104020603"/>
                <a:cs typeface="Tw Cen MT" panose="020B0602020104020603"/>
              </a:rPr>
              <a:t>n</a:t>
            </a:r>
            <a:r>
              <a:rPr sz="2900" spc="15" dirty="0">
                <a:solidFill>
                  <a:srgbClr val="00B0F0"/>
                </a:solidFill>
                <a:latin typeface="Tw Cen MT" panose="020B0602020104020603"/>
                <a:cs typeface="Tw Cen MT" panose="020B0602020104020603"/>
              </a:rPr>
              <a:t>sfe</a:t>
            </a:r>
            <a:r>
              <a:rPr sz="2900" dirty="0">
                <a:solidFill>
                  <a:srgbClr val="00B0F0"/>
                </a:solidFill>
                <a:latin typeface="Tw Cen MT" panose="020B0602020104020603"/>
                <a:cs typeface="Tw Cen MT" panose="020B0602020104020603"/>
              </a:rPr>
              <a:t>r</a:t>
            </a:r>
            <a:r>
              <a:rPr sz="2900" spc="35" dirty="0">
                <a:solidFill>
                  <a:srgbClr val="00B0F0"/>
                </a:solidFill>
                <a:latin typeface="Tw Cen MT" panose="020B0602020104020603"/>
                <a:cs typeface="Tw Cen MT" panose="020B0602020104020603"/>
              </a:rPr>
              <a:t> </a:t>
            </a:r>
            <a:r>
              <a:rPr sz="2900" spc="10" dirty="0">
                <a:latin typeface="Tw Cen MT" panose="020B0602020104020603"/>
                <a:cs typeface="Tw Cen MT" panose="020B0602020104020603"/>
              </a:rPr>
              <a:t>t</a:t>
            </a:r>
            <a:r>
              <a:rPr sz="2900" spc="5" dirty="0">
                <a:latin typeface="Tw Cen MT" panose="020B0602020104020603"/>
                <a:cs typeface="Tw Cen MT" panose="020B0602020104020603"/>
              </a:rPr>
              <a:t>a</a:t>
            </a:r>
            <a:r>
              <a:rPr sz="2900" spc="-45" dirty="0">
                <a:latin typeface="Tw Cen MT" panose="020B0602020104020603"/>
                <a:cs typeface="Tw Cen MT" panose="020B0602020104020603"/>
              </a:rPr>
              <a:t>k</a:t>
            </a:r>
            <a:r>
              <a:rPr sz="2900" spc="15" dirty="0">
                <a:latin typeface="Tw Cen MT" panose="020B0602020104020603"/>
                <a:cs typeface="Tw Cen MT" panose="020B0602020104020603"/>
              </a:rPr>
              <a:t>e</a:t>
            </a:r>
            <a:r>
              <a:rPr sz="2900" dirty="0">
                <a:latin typeface="Tw Cen MT" panose="020B0602020104020603"/>
                <a:cs typeface="Tw Cen MT" panose="020B0602020104020603"/>
              </a:rPr>
              <a:t>s </a:t>
            </a:r>
            <a:r>
              <a:rPr sz="2900" spc="-10" dirty="0">
                <a:latin typeface="Tw Cen MT" panose="020B0602020104020603"/>
                <a:cs typeface="Tw Cen MT" panose="020B0602020104020603"/>
              </a:rPr>
              <a:t>p</a:t>
            </a:r>
            <a:r>
              <a:rPr sz="2900" spc="-5" dirty="0">
                <a:latin typeface="Tw Cen MT" panose="020B0602020104020603"/>
                <a:cs typeface="Tw Cen MT" panose="020B0602020104020603"/>
              </a:rPr>
              <a:t>l</a:t>
            </a:r>
            <a:r>
              <a:rPr sz="2900" spc="-10" dirty="0">
                <a:latin typeface="Tw Cen MT" panose="020B0602020104020603"/>
                <a:cs typeface="Tw Cen MT" panose="020B0602020104020603"/>
              </a:rPr>
              <a:t>ac</a:t>
            </a:r>
            <a:r>
              <a:rPr sz="2900" dirty="0">
                <a:latin typeface="Tw Cen MT" panose="020B0602020104020603"/>
                <a:cs typeface="Tw Cen MT" panose="020B0602020104020603"/>
              </a:rPr>
              <a:t>e</a:t>
            </a:r>
            <a:r>
              <a:rPr sz="2900" spc="-5" dirty="0">
                <a:latin typeface="Tw Cen MT" panose="020B0602020104020603"/>
                <a:cs typeface="Tw Cen MT" panose="020B0602020104020603"/>
              </a:rPr>
              <a:t> o</a:t>
            </a:r>
            <a:r>
              <a:rPr sz="2900" spc="-65" dirty="0">
                <a:latin typeface="Tw Cen MT" panose="020B0602020104020603"/>
                <a:cs typeface="Tw Cen MT" panose="020B0602020104020603"/>
              </a:rPr>
              <a:t>v</a:t>
            </a:r>
            <a:r>
              <a:rPr sz="2900" spc="-5" dirty="0">
                <a:latin typeface="Tw Cen MT" panose="020B0602020104020603"/>
                <a:cs typeface="Tw Cen MT" panose="020B0602020104020603"/>
              </a:rPr>
              <a:t>e</a:t>
            </a:r>
            <a:r>
              <a:rPr sz="2900" dirty="0">
                <a:latin typeface="Tw Cen MT" panose="020B0602020104020603"/>
                <a:cs typeface="Tw Cen MT" panose="020B0602020104020603"/>
              </a:rPr>
              <a:t>r</a:t>
            </a:r>
            <a:r>
              <a:rPr sz="2900" spc="-5" dirty="0">
                <a:latin typeface="Tw Cen MT" panose="020B0602020104020603"/>
                <a:cs typeface="Tw Cen MT" panose="020B0602020104020603"/>
              </a:rPr>
              <a:t> se</a:t>
            </a:r>
            <a:r>
              <a:rPr sz="2900" spc="-10" dirty="0">
                <a:latin typeface="Tw Cen MT" panose="020B0602020104020603"/>
                <a:cs typeface="Tw Cen MT" panose="020B0602020104020603"/>
              </a:rPr>
              <a:t>c</a:t>
            </a:r>
            <a:r>
              <a:rPr sz="2900" spc="-5" dirty="0">
                <a:latin typeface="Tw Cen MT" panose="020B0602020104020603"/>
                <a:cs typeface="Tw Cen MT" panose="020B0602020104020603"/>
              </a:rPr>
              <a:t>ur</a:t>
            </a:r>
            <a:r>
              <a:rPr sz="2900" dirty="0">
                <a:latin typeface="Tw Cen MT" panose="020B0602020104020603"/>
                <a:cs typeface="Tw Cen MT" panose="020B0602020104020603"/>
              </a:rPr>
              <a:t>e</a:t>
            </a:r>
            <a:r>
              <a:rPr sz="2900" spc="-5" dirty="0">
                <a:latin typeface="Tw Cen MT" panose="020B0602020104020603"/>
                <a:cs typeface="Tw Cen MT" panose="020B0602020104020603"/>
              </a:rPr>
              <a:t> p</a:t>
            </a:r>
            <a:r>
              <a:rPr sz="2900" spc="-65" dirty="0">
                <a:latin typeface="Tw Cen MT" panose="020B0602020104020603"/>
                <a:cs typeface="Tw Cen MT" panose="020B0602020104020603"/>
              </a:rPr>
              <a:t>r</a:t>
            </a:r>
            <a:r>
              <a:rPr sz="2900" spc="-5" dirty="0">
                <a:latin typeface="Tw Cen MT" panose="020B0602020104020603"/>
                <a:cs typeface="Tw Cen MT" panose="020B0602020104020603"/>
              </a:rPr>
              <a:t>oto</a:t>
            </a:r>
            <a:r>
              <a:rPr sz="2900" spc="-10" dirty="0">
                <a:latin typeface="Tw Cen MT" panose="020B0602020104020603"/>
                <a:cs typeface="Tw Cen MT" panose="020B0602020104020603"/>
              </a:rPr>
              <a:t>c</a:t>
            </a:r>
            <a:r>
              <a:rPr sz="2900" spc="-5" dirty="0">
                <a:latin typeface="Tw Cen MT" panose="020B0602020104020603"/>
                <a:cs typeface="Tw Cen MT" panose="020B0602020104020603"/>
              </a:rPr>
              <a:t>ol</a:t>
            </a:r>
            <a:r>
              <a:rPr sz="2900" spc="-65" dirty="0">
                <a:latin typeface="Tw Cen MT" panose="020B0602020104020603"/>
                <a:cs typeface="Tw Cen MT" panose="020B0602020104020603"/>
              </a:rPr>
              <a:t>s</a:t>
            </a:r>
            <a:r>
              <a:rPr sz="2900" dirty="0">
                <a:latin typeface="Tw Cen MT" panose="020B0602020104020603"/>
                <a:cs typeface="Tw Cen MT" panose="020B0602020104020603"/>
              </a:rPr>
              <a:t>,</a:t>
            </a:r>
            <a:r>
              <a:rPr sz="2900" spc="-5" dirty="0">
                <a:latin typeface="Tw Cen MT" panose="020B0602020104020603"/>
                <a:cs typeface="Tw Cen MT" panose="020B0602020104020603"/>
              </a:rPr>
              <a:t> a</a:t>
            </a:r>
            <a:r>
              <a:rPr sz="2900" spc="-95" dirty="0">
                <a:latin typeface="Tw Cen MT" panose="020B0602020104020603"/>
                <a:cs typeface="Tw Cen MT" panose="020B0602020104020603"/>
              </a:rPr>
              <a:t>n</a:t>
            </a:r>
            <a:r>
              <a:rPr sz="2900" dirty="0">
                <a:latin typeface="Tw Cen MT" panose="020B0602020104020603"/>
                <a:cs typeface="Tw Cen MT" panose="020B0602020104020603"/>
              </a:rPr>
              <a:t>y</a:t>
            </a:r>
            <a:r>
              <a:rPr sz="2900" spc="-5" dirty="0">
                <a:latin typeface="Tw Cen MT" panose="020B0602020104020603"/>
                <a:cs typeface="Tw Cen MT" panose="020B0602020104020603"/>
              </a:rPr>
              <a:t> risk</a:t>
            </a:r>
            <a:r>
              <a:rPr sz="2900" dirty="0">
                <a:latin typeface="Tw Cen MT" panose="020B0602020104020603"/>
                <a:cs typeface="Tw Cen MT" panose="020B0602020104020603"/>
              </a:rPr>
              <a:t> </a:t>
            </a:r>
            <a:r>
              <a:rPr sz="2900" spc="-5" dirty="0">
                <a:latin typeface="Tw Cen MT" panose="020B0602020104020603"/>
                <a:cs typeface="Tw Cen MT" panose="020B0602020104020603"/>
              </a:rPr>
              <a:t>o</a:t>
            </a:r>
            <a:r>
              <a:rPr sz="2900" dirty="0">
                <a:latin typeface="Tw Cen MT" panose="020B0602020104020603"/>
                <a:cs typeface="Tw Cen MT" panose="020B0602020104020603"/>
              </a:rPr>
              <a:t>f</a:t>
            </a:r>
            <a:r>
              <a:rPr sz="2900" spc="80" dirty="0">
                <a:latin typeface="Tw Cen MT" panose="020B0602020104020603"/>
                <a:cs typeface="Tw Cen MT" panose="020B0602020104020603"/>
              </a:rPr>
              <a:t> </a:t>
            </a:r>
            <a:r>
              <a:rPr sz="2900" spc="-5" dirty="0">
                <a:latin typeface="Tw Cen MT" panose="020B0602020104020603"/>
                <a:cs typeface="Tw Cen MT" panose="020B0602020104020603"/>
              </a:rPr>
              <a:t>data theft</a:t>
            </a:r>
            <a:r>
              <a:rPr sz="2900" dirty="0">
                <a:latin typeface="Tw Cen MT" panose="020B0602020104020603"/>
                <a:cs typeface="Tw Cen MT" panose="020B0602020104020603"/>
              </a:rPr>
              <a:t> </a:t>
            </a:r>
            <a:r>
              <a:rPr sz="2900" spc="-5" dirty="0">
                <a:latin typeface="Tw Cen MT" panose="020B0602020104020603"/>
                <a:cs typeface="Tw Cen MT" panose="020B0602020104020603"/>
              </a:rPr>
              <a:t>i</a:t>
            </a:r>
            <a:r>
              <a:rPr sz="2900" dirty="0">
                <a:latin typeface="Tw Cen MT" panose="020B0602020104020603"/>
                <a:cs typeface="Tw Cen MT" panose="020B0602020104020603"/>
              </a:rPr>
              <a:t>s m</a:t>
            </a:r>
            <a:r>
              <a:rPr sz="2900" spc="-5" dirty="0">
                <a:latin typeface="Tw Cen MT" panose="020B0602020104020603"/>
                <a:cs typeface="Tw Cen MT" panose="020B0602020104020603"/>
              </a:rPr>
              <a:t>ini</a:t>
            </a:r>
            <a:r>
              <a:rPr sz="2900" dirty="0">
                <a:latin typeface="Tw Cen MT" panose="020B0602020104020603"/>
                <a:cs typeface="Tw Cen MT" panose="020B0602020104020603"/>
              </a:rPr>
              <a:t>m</a:t>
            </a:r>
            <a:r>
              <a:rPr sz="2900" spc="-5" dirty="0">
                <a:latin typeface="Tw Cen MT" panose="020B0602020104020603"/>
                <a:cs typeface="Tw Cen MT" panose="020B0602020104020603"/>
              </a:rPr>
              <a:t>ize</a:t>
            </a:r>
            <a:r>
              <a:rPr sz="2900" spc="-10" dirty="0">
                <a:latin typeface="Tw Cen MT" panose="020B0602020104020603"/>
                <a:cs typeface="Tw Cen MT" panose="020B0602020104020603"/>
              </a:rPr>
              <a:t>d</a:t>
            </a:r>
            <a:r>
              <a:rPr sz="2900" dirty="0">
                <a:latin typeface="Tw Cen MT" panose="020B0602020104020603"/>
                <a:cs typeface="Tw Cen MT" panose="020B0602020104020603"/>
              </a:rPr>
              <a:t>.</a:t>
            </a:r>
            <a:endParaRPr sz="2900">
              <a:latin typeface="Tw Cen MT" panose="020B0602020104020603"/>
              <a:cs typeface="Tw Cen MT" panose="020B0602020104020603"/>
            </a:endParaRPr>
          </a:p>
        </p:txBody>
      </p:sp>
      <p:sp>
        <p:nvSpPr>
          <p:cNvPr id="4" name="object 4"/>
          <p:cNvSpPr/>
          <p:nvPr/>
        </p:nvSpPr>
        <p:spPr>
          <a:xfrm>
            <a:off x="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51459" y="1484375"/>
            <a:ext cx="8712708" cy="4751832"/>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161289" y="1289496"/>
            <a:ext cx="211454" cy="177800"/>
          </a:xfrm>
          <a:prstGeom prst="rect">
            <a:avLst/>
          </a:prstGeom>
        </p:spPr>
        <p:txBody>
          <a:bodyPr vert="horz" wrap="square" lIns="0" tIns="0" rIns="0" bIns="0" rtlCol="0">
            <a:spAutoFit/>
          </a:bodyPr>
          <a:lstStyle/>
          <a:p>
            <a:pPr marL="12700">
              <a:lnSpc>
                <a:spcPct val="100000"/>
              </a:lnSpc>
            </a:pPr>
            <a:r>
              <a:rPr sz="1200" b="1" spc="-5" dirty="0">
                <a:solidFill>
                  <a:srgbClr val="FFFFFF"/>
                </a:solidFill>
                <a:latin typeface="Comic Sans MS" panose="030F0702030302020204"/>
                <a:cs typeface="Comic Sans MS" panose="030F0702030302020204"/>
              </a:rPr>
              <a:t>2</a:t>
            </a:r>
            <a:r>
              <a:rPr sz="1200" b="1" dirty="0">
                <a:solidFill>
                  <a:srgbClr val="FFFFFF"/>
                </a:solidFill>
                <a:latin typeface="Comic Sans MS" panose="030F0702030302020204"/>
                <a:cs typeface="Comic Sans MS" panose="030F0702030302020204"/>
              </a:rPr>
              <a:t>5</a:t>
            </a:r>
            <a:endParaRPr sz="1200">
              <a:latin typeface="Comic Sans MS" panose="030F0702030302020204"/>
              <a:cs typeface="Comic Sans MS" panose="030F0702030302020204"/>
            </a:endParaRPr>
          </a:p>
        </p:txBody>
      </p:sp>
      <p:sp>
        <p:nvSpPr>
          <p:cNvPr id="4" name="object 4"/>
          <p:cNvSpPr txBox="1">
            <a:spLocks noGrp="1"/>
          </p:cNvSpPr>
          <p:nvPr>
            <p:ph type="title"/>
          </p:nvPr>
        </p:nvSpPr>
        <p:spPr>
          <a:xfrm>
            <a:off x="1392427" y="101017"/>
            <a:ext cx="6593840" cy="595630"/>
          </a:xfrm>
          <a:prstGeom prst="rect">
            <a:avLst/>
          </a:prstGeom>
        </p:spPr>
        <p:txBody>
          <a:bodyPr vert="horz" wrap="square" lIns="0" tIns="0" rIns="0" bIns="0" rtlCol="0">
            <a:spAutoFit/>
          </a:bodyPr>
          <a:lstStyle/>
          <a:p>
            <a:pPr marL="12700">
              <a:lnSpc>
                <a:spcPct val="100000"/>
              </a:lnSpc>
            </a:pPr>
            <a:r>
              <a:rPr u="heavy" spc="-220" dirty="0"/>
              <a:t>T</a:t>
            </a:r>
            <a:r>
              <a:rPr u="heavy" spc="-5" dirty="0"/>
              <a:t>yp</a:t>
            </a:r>
            <a:r>
              <a:rPr u="heavy" dirty="0"/>
              <a:t>e</a:t>
            </a:r>
            <a:r>
              <a:rPr u="heavy" spc="-5" dirty="0"/>
              <a:t>s</a:t>
            </a:r>
            <a:r>
              <a:rPr b="0" u="heavy" spc="114" dirty="0">
                <a:latin typeface="Times New Roman" panose="02020603050405020304"/>
                <a:cs typeface="Times New Roman" panose="02020603050405020304"/>
              </a:rPr>
              <a:t> </a:t>
            </a:r>
            <a:r>
              <a:rPr u="heavy" spc="-5" dirty="0"/>
              <a:t>of</a:t>
            </a:r>
            <a:r>
              <a:rPr b="0" u="heavy" spc="110" dirty="0">
                <a:latin typeface="Times New Roman" panose="02020603050405020304"/>
                <a:cs typeface="Times New Roman" panose="02020603050405020304"/>
              </a:rPr>
              <a:t> </a:t>
            </a:r>
            <a:r>
              <a:rPr u="heavy" spc="-50" dirty="0"/>
              <a:t>V</a:t>
            </a:r>
            <a:r>
              <a:rPr u="heavy" spc="-5" dirty="0"/>
              <a:t>i</a:t>
            </a:r>
            <a:r>
              <a:rPr u="heavy" spc="204" dirty="0"/>
              <a:t>r</a:t>
            </a:r>
            <a:r>
              <a:rPr u="heavy" spc="-5" dirty="0"/>
              <a:t>tu</a:t>
            </a:r>
            <a:r>
              <a:rPr u="heavy" spc="-10" dirty="0"/>
              <a:t>a</a:t>
            </a:r>
            <a:r>
              <a:rPr u="heavy" spc="-5" dirty="0"/>
              <a:t>li</a:t>
            </a:r>
            <a:r>
              <a:rPr u="heavy" dirty="0"/>
              <a:t>z</a:t>
            </a:r>
            <a:r>
              <a:rPr u="heavy" spc="75" dirty="0"/>
              <a:t>a</a:t>
            </a:r>
            <a:r>
              <a:rPr u="heavy" spc="-5" dirty="0"/>
              <a:t>tion:</a:t>
            </a:r>
            <a:r>
              <a:rPr b="0" u="heavy" spc="70" dirty="0">
                <a:latin typeface="Times New Roman" panose="02020603050405020304"/>
                <a:cs typeface="Times New Roman" panose="02020603050405020304"/>
              </a:rPr>
              <a:t> </a:t>
            </a:r>
            <a:r>
              <a:rPr u="heavy" spc="-10" dirty="0"/>
              <a:t>A</a:t>
            </a:r>
            <a:r>
              <a:rPr u="heavy" spc="-5" dirty="0"/>
              <a:t>t</a:t>
            </a:r>
            <a:r>
              <a:rPr b="0" u="heavy" spc="70" dirty="0">
                <a:latin typeface="Times New Roman" panose="02020603050405020304"/>
                <a:cs typeface="Times New Roman" panose="02020603050405020304"/>
              </a:rPr>
              <a:t> </a:t>
            </a:r>
            <a:r>
              <a:rPr u="heavy" spc="-5" dirty="0"/>
              <a:t>a</a:t>
            </a:r>
          </a:p>
        </p:txBody>
      </p:sp>
      <p:sp>
        <p:nvSpPr>
          <p:cNvPr id="5" name="object 5"/>
          <p:cNvSpPr txBox="1"/>
          <p:nvPr/>
        </p:nvSpPr>
        <p:spPr>
          <a:xfrm>
            <a:off x="3869563" y="781968"/>
            <a:ext cx="1639570" cy="584835"/>
          </a:xfrm>
          <a:prstGeom prst="rect">
            <a:avLst/>
          </a:prstGeom>
        </p:spPr>
        <p:txBody>
          <a:bodyPr vert="horz" wrap="square" lIns="0" tIns="0" rIns="0" bIns="0" rtlCol="0">
            <a:spAutoFit/>
          </a:bodyPr>
          <a:lstStyle/>
          <a:p>
            <a:pPr marL="12700">
              <a:lnSpc>
                <a:spcPct val="100000"/>
              </a:lnSpc>
            </a:pPr>
            <a:r>
              <a:rPr sz="4400" b="1" u="heavy" spc="-10" dirty="0">
                <a:solidFill>
                  <a:srgbClr val="006FC0"/>
                </a:solidFill>
                <a:latin typeface="Tw Cen MT" panose="020B0602020104020603"/>
                <a:cs typeface="Tw Cen MT" panose="020B0602020104020603"/>
              </a:rPr>
              <a:t>G</a:t>
            </a:r>
            <a:r>
              <a:rPr sz="4400" b="1" u="heavy" spc="-5" dirty="0">
                <a:solidFill>
                  <a:srgbClr val="006FC0"/>
                </a:solidFill>
                <a:latin typeface="Tw Cen MT" panose="020B0602020104020603"/>
                <a:cs typeface="Tw Cen MT" panose="020B0602020104020603"/>
              </a:rPr>
              <a:t>l</a:t>
            </a:r>
            <a:r>
              <a:rPr sz="4400" b="1" u="heavy" spc="-10" dirty="0">
                <a:solidFill>
                  <a:srgbClr val="006FC0"/>
                </a:solidFill>
                <a:latin typeface="Tw Cen MT" panose="020B0602020104020603"/>
                <a:cs typeface="Tw Cen MT" panose="020B0602020104020603"/>
              </a:rPr>
              <a:t>a</a:t>
            </a:r>
            <a:r>
              <a:rPr sz="4400" b="1" u="heavy" spc="-5" dirty="0">
                <a:solidFill>
                  <a:srgbClr val="006FC0"/>
                </a:solidFill>
                <a:latin typeface="Tw Cen MT" panose="020B0602020104020603"/>
                <a:cs typeface="Tw Cen MT" panose="020B0602020104020603"/>
              </a:rPr>
              <a:t>n</a:t>
            </a:r>
            <a:r>
              <a:rPr sz="4400" b="1" u="heavy" spc="-10" dirty="0">
                <a:solidFill>
                  <a:srgbClr val="006FC0"/>
                </a:solidFill>
                <a:latin typeface="Tw Cen MT" panose="020B0602020104020603"/>
                <a:cs typeface="Tw Cen MT" panose="020B0602020104020603"/>
              </a:rPr>
              <a:t>c</a:t>
            </a:r>
            <a:r>
              <a:rPr sz="4400" b="1" u="heavy" dirty="0">
                <a:solidFill>
                  <a:srgbClr val="006FC0"/>
                </a:solidFill>
                <a:latin typeface="Tw Cen MT" panose="020B0602020104020603"/>
                <a:cs typeface="Tw Cen MT" panose="020B0602020104020603"/>
              </a:rPr>
              <a:t>e</a:t>
            </a:r>
            <a:endParaRPr sz="4400">
              <a:latin typeface="Tw Cen MT" panose="020B0602020104020603"/>
              <a:cs typeface="Tw Cen MT" panose="020B0602020104020603"/>
            </a:endParaRPr>
          </a:p>
        </p:txBody>
      </p:sp>
      <p:sp>
        <p:nvSpPr>
          <p:cNvPr id="6" name="object 6"/>
          <p:cNvSpPr/>
          <p:nvPr/>
        </p:nvSpPr>
        <p:spPr>
          <a:xfrm>
            <a:off x="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210820">
              <a:lnSpc>
                <a:spcPct val="100000"/>
              </a:lnSpc>
            </a:pPr>
            <a:r>
              <a:rPr spc="-10" dirty="0"/>
              <a:t>B</a:t>
            </a:r>
            <a:r>
              <a:rPr dirty="0"/>
              <a:t>e</a:t>
            </a:r>
            <a:r>
              <a:rPr spc="-5" dirty="0"/>
              <a:t>n</a:t>
            </a:r>
            <a:r>
              <a:rPr dirty="0"/>
              <a:t>e</a:t>
            </a:r>
            <a:r>
              <a:rPr spc="-5" dirty="0"/>
              <a:t>fits</a:t>
            </a:r>
            <a:r>
              <a:rPr b="0" spc="70" dirty="0">
                <a:latin typeface="Times New Roman" panose="02020603050405020304"/>
                <a:cs typeface="Times New Roman" panose="02020603050405020304"/>
              </a:rPr>
              <a:t> </a:t>
            </a:r>
            <a:r>
              <a:rPr spc="-5" dirty="0"/>
              <a:t>of</a:t>
            </a:r>
            <a:r>
              <a:rPr b="0" spc="370" dirty="0">
                <a:latin typeface="Times New Roman" panose="02020603050405020304"/>
                <a:cs typeface="Times New Roman" panose="02020603050405020304"/>
              </a:rPr>
              <a:t> </a:t>
            </a:r>
            <a:r>
              <a:rPr spc="-50" dirty="0"/>
              <a:t>V</a:t>
            </a:r>
            <a:r>
              <a:rPr spc="-5" dirty="0"/>
              <a:t>i</a:t>
            </a:r>
            <a:r>
              <a:rPr spc="204" dirty="0"/>
              <a:t>r</a:t>
            </a:r>
            <a:r>
              <a:rPr spc="-5" dirty="0"/>
              <a:t>tu</a:t>
            </a:r>
            <a:r>
              <a:rPr spc="-10" dirty="0"/>
              <a:t>a</a:t>
            </a:r>
            <a:r>
              <a:rPr spc="-5" dirty="0"/>
              <a:t>li</a:t>
            </a:r>
            <a:r>
              <a:rPr dirty="0"/>
              <a:t>z</a:t>
            </a:r>
            <a:r>
              <a:rPr spc="75" dirty="0"/>
              <a:t>a</a:t>
            </a:r>
            <a:r>
              <a:rPr spc="-5" dirty="0"/>
              <a:t>tion</a:t>
            </a:r>
          </a:p>
        </p:txBody>
      </p:sp>
      <p:sp>
        <p:nvSpPr>
          <p:cNvPr id="3" name="object 3"/>
          <p:cNvSpPr txBox="1"/>
          <p:nvPr/>
        </p:nvSpPr>
        <p:spPr>
          <a:xfrm>
            <a:off x="161289" y="1289496"/>
            <a:ext cx="8526145" cy="4993005"/>
          </a:xfrm>
          <a:prstGeom prst="rect">
            <a:avLst/>
          </a:prstGeom>
        </p:spPr>
        <p:txBody>
          <a:bodyPr vert="horz" wrap="square" lIns="0" tIns="0" rIns="0" bIns="0" rtlCol="0">
            <a:spAutoFit/>
          </a:bodyPr>
          <a:lstStyle/>
          <a:p>
            <a:pPr marL="12700">
              <a:lnSpc>
                <a:spcPct val="100000"/>
              </a:lnSpc>
            </a:pPr>
            <a:r>
              <a:rPr sz="1200" b="1" spc="-5" dirty="0">
                <a:solidFill>
                  <a:srgbClr val="FFFFFF"/>
                </a:solidFill>
                <a:latin typeface="Comic Sans MS" panose="030F0702030302020204"/>
                <a:cs typeface="Comic Sans MS" panose="030F0702030302020204"/>
              </a:rPr>
              <a:t>2</a:t>
            </a:r>
            <a:r>
              <a:rPr sz="1200" b="1" dirty="0">
                <a:solidFill>
                  <a:srgbClr val="FFFFFF"/>
                </a:solidFill>
                <a:latin typeface="Comic Sans MS" panose="030F0702030302020204"/>
                <a:cs typeface="Comic Sans MS" panose="030F0702030302020204"/>
              </a:rPr>
              <a:t>6</a:t>
            </a:r>
            <a:endParaRPr sz="1200">
              <a:latin typeface="Comic Sans MS" panose="030F0702030302020204"/>
              <a:cs typeface="Comic Sans MS" panose="030F0702030302020204"/>
            </a:endParaRPr>
          </a:p>
          <a:p>
            <a:pPr>
              <a:lnSpc>
                <a:spcPct val="100000"/>
              </a:lnSpc>
              <a:spcBef>
                <a:spcPts val="45"/>
              </a:spcBef>
            </a:pPr>
            <a:endParaRPr sz="1100">
              <a:latin typeface="Times New Roman" panose="02020603050405020304"/>
              <a:cs typeface="Times New Roman" panose="02020603050405020304"/>
            </a:endParaRPr>
          </a:p>
          <a:p>
            <a:pPr marL="861695" marR="45720" indent="-319405">
              <a:lnSpc>
                <a:spcPct val="100000"/>
              </a:lnSpc>
              <a:buClr>
                <a:srgbClr val="DD8046"/>
              </a:buClr>
              <a:buSzPct val="58000"/>
              <a:buFont typeface="Wingdings" panose="05000000000000000000"/>
              <a:buChar char=""/>
              <a:tabLst>
                <a:tab pos="862330" algn="l"/>
              </a:tabLst>
            </a:pPr>
            <a:r>
              <a:rPr sz="2400" spc="-5" dirty="0">
                <a:latin typeface="Tw Cen MT" panose="020B0602020104020603"/>
                <a:cs typeface="Tw Cen MT" panose="020B0602020104020603"/>
              </a:rPr>
              <a:t>Easil</a:t>
            </a:r>
            <a:r>
              <a:rPr sz="2400" dirty="0">
                <a:latin typeface="Tw Cen MT" panose="020B0602020104020603"/>
                <a:cs typeface="Tw Cen MT" panose="020B0602020104020603"/>
              </a:rPr>
              <a:t>y</a:t>
            </a:r>
            <a:r>
              <a:rPr sz="2400" spc="-5" dirty="0">
                <a:latin typeface="Tw Cen MT" panose="020B0602020104020603"/>
                <a:cs typeface="Tw Cen MT" panose="020B0602020104020603"/>
              </a:rPr>
              <a:t> </a:t>
            </a:r>
            <a:r>
              <a:rPr sz="2400" dirty="0">
                <a:latin typeface="Tw Cen MT" panose="020B0602020104020603"/>
                <a:cs typeface="Tw Cen MT" panose="020B0602020104020603"/>
              </a:rPr>
              <a:t>o</a:t>
            </a:r>
            <a:r>
              <a:rPr sz="2400" spc="-5" dirty="0">
                <a:latin typeface="Tw Cen MT" panose="020B0602020104020603"/>
                <a:cs typeface="Tw Cen MT" panose="020B0602020104020603"/>
              </a:rPr>
              <a:t>ut</a:t>
            </a:r>
            <a:r>
              <a:rPr sz="2400" dirty="0">
                <a:latin typeface="Tw Cen MT" panose="020B0602020104020603"/>
                <a:cs typeface="Tw Cen MT" panose="020B0602020104020603"/>
              </a:rPr>
              <a:t>so</a:t>
            </a:r>
            <a:r>
              <a:rPr sz="2400" spc="-5" dirty="0">
                <a:latin typeface="Tw Cen MT" panose="020B0602020104020603"/>
                <a:cs typeface="Tw Cen MT" panose="020B0602020104020603"/>
              </a:rPr>
              <a:t>u</a:t>
            </a:r>
            <a:r>
              <a:rPr sz="2400" dirty="0">
                <a:latin typeface="Tw Cen MT" panose="020B0602020104020603"/>
                <a:cs typeface="Tw Cen MT" panose="020B0602020104020603"/>
              </a:rPr>
              <a:t>r</a:t>
            </a:r>
            <a:r>
              <a:rPr sz="2400" spc="-5" dirty="0">
                <a:latin typeface="Tw Cen MT" panose="020B0602020104020603"/>
                <a:cs typeface="Tw Cen MT" panose="020B0602020104020603"/>
              </a:rPr>
              <a:t>c</a:t>
            </a:r>
            <a:r>
              <a:rPr sz="2400" dirty="0">
                <a:latin typeface="Tw Cen MT" panose="020B0602020104020603"/>
                <a:cs typeface="Tw Cen MT" panose="020B0602020104020603"/>
              </a:rPr>
              <a:t>e</a:t>
            </a:r>
            <a:r>
              <a:rPr sz="2400" spc="-5" dirty="0">
                <a:latin typeface="Tw Cen MT" panose="020B0602020104020603"/>
                <a:cs typeface="Tw Cen MT" panose="020B0602020104020603"/>
              </a:rPr>
              <a:t> </a:t>
            </a:r>
            <a:r>
              <a:rPr sz="2400" spc="-75" dirty="0">
                <a:latin typeface="Tw Cen MT" panose="020B0602020104020603"/>
                <a:cs typeface="Tw Cen MT" panose="020B0602020104020603"/>
              </a:rPr>
              <a:t>y</a:t>
            </a:r>
            <a:r>
              <a:rPr sz="2400" dirty="0">
                <a:latin typeface="Tw Cen MT" panose="020B0602020104020603"/>
                <a:cs typeface="Tw Cen MT" panose="020B0602020104020603"/>
              </a:rPr>
              <a:t>o</a:t>
            </a:r>
            <a:r>
              <a:rPr sz="2400" spc="-5" dirty="0">
                <a:latin typeface="Tw Cen MT" panose="020B0602020104020603"/>
                <a:cs typeface="Tw Cen MT" panose="020B0602020104020603"/>
              </a:rPr>
              <a:t>u</a:t>
            </a:r>
            <a:r>
              <a:rPr sz="2400" dirty="0">
                <a:latin typeface="Tw Cen MT" panose="020B0602020104020603"/>
                <a:cs typeface="Tw Cen MT" panose="020B0602020104020603"/>
              </a:rPr>
              <a:t>r</a:t>
            </a:r>
            <a:r>
              <a:rPr sz="2400" spc="-5" dirty="0">
                <a:latin typeface="Tw Cen MT" panose="020B0602020104020603"/>
                <a:cs typeface="Tw Cen MT" panose="020B0602020104020603"/>
              </a:rPr>
              <a:t> ha</a:t>
            </a:r>
            <a:r>
              <a:rPr sz="2400" dirty="0">
                <a:latin typeface="Tw Cen MT" panose="020B0602020104020603"/>
                <a:cs typeface="Tw Cen MT" panose="020B0602020104020603"/>
              </a:rPr>
              <a:t>r</a:t>
            </a:r>
            <a:r>
              <a:rPr sz="2400" spc="-55" dirty="0">
                <a:latin typeface="Tw Cen MT" panose="020B0602020104020603"/>
                <a:cs typeface="Tw Cen MT" panose="020B0602020104020603"/>
              </a:rPr>
              <a:t>d</a:t>
            </a:r>
            <a:r>
              <a:rPr sz="2400" spc="-105" dirty="0">
                <a:latin typeface="Tw Cen MT" panose="020B0602020104020603"/>
                <a:cs typeface="Tw Cen MT" panose="020B0602020104020603"/>
              </a:rPr>
              <a:t>w</a:t>
            </a:r>
            <a:r>
              <a:rPr sz="2400" spc="-5" dirty="0">
                <a:latin typeface="Tw Cen MT" panose="020B0602020104020603"/>
                <a:cs typeface="Tw Cen MT" panose="020B0602020104020603"/>
              </a:rPr>
              <a:t>a</a:t>
            </a:r>
            <a:r>
              <a:rPr sz="2400" dirty="0">
                <a:latin typeface="Tw Cen MT" panose="020B0602020104020603"/>
                <a:cs typeface="Tw Cen MT" panose="020B0602020104020603"/>
              </a:rPr>
              <a:t>re</a:t>
            </a:r>
            <a:r>
              <a:rPr sz="2400" spc="-5" dirty="0">
                <a:latin typeface="Tw Cen MT" panose="020B0602020104020603"/>
                <a:cs typeface="Tw Cen MT" panose="020B0602020104020603"/>
              </a:rPr>
              <a:t> and</a:t>
            </a:r>
            <a:r>
              <a:rPr sz="2400" dirty="0">
                <a:latin typeface="Tw Cen MT" panose="020B0602020104020603"/>
                <a:cs typeface="Tw Cen MT" panose="020B0602020104020603"/>
              </a:rPr>
              <a:t> e</a:t>
            </a:r>
            <a:r>
              <a:rPr sz="2400" spc="-5" dirty="0">
                <a:latin typeface="Tw Cen MT" panose="020B0602020104020603"/>
                <a:cs typeface="Tw Cen MT" panose="020B0602020104020603"/>
              </a:rPr>
              <a:t>liminat</a:t>
            </a:r>
            <a:r>
              <a:rPr sz="2400" dirty="0">
                <a:latin typeface="Tw Cen MT" panose="020B0602020104020603"/>
                <a:cs typeface="Tw Cen MT" panose="020B0602020104020603"/>
              </a:rPr>
              <a:t>e</a:t>
            </a:r>
            <a:r>
              <a:rPr sz="2400" spc="-5" dirty="0">
                <a:latin typeface="Tw Cen MT" panose="020B0602020104020603"/>
                <a:cs typeface="Tw Cen MT" panose="020B0602020104020603"/>
              </a:rPr>
              <a:t> a</a:t>
            </a:r>
            <a:r>
              <a:rPr sz="2400" spc="-80" dirty="0">
                <a:latin typeface="Tw Cen MT" panose="020B0602020104020603"/>
                <a:cs typeface="Tw Cen MT" panose="020B0602020104020603"/>
              </a:rPr>
              <a:t>n</a:t>
            </a:r>
            <a:r>
              <a:rPr sz="2400" dirty="0">
                <a:latin typeface="Tw Cen MT" panose="020B0602020104020603"/>
                <a:cs typeface="Tw Cen MT" panose="020B0602020104020603"/>
              </a:rPr>
              <a:t>y</a:t>
            </a:r>
            <a:r>
              <a:rPr sz="2400" spc="-5" dirty="0">
                <a:latin typeface="Tw Cen MT" panose="020B0602020104020603"/>
                <a:cs typeface="Tw Cen MT" panose="020B0602020104020603"/>
              </a:rPr>
              <a:t> </a:t>
            </a:r>
            <a:r>
              <a:rPr sz="2400" dirty="0">
                <a:latin typeface="Tw Cen MT" panose="020B0602020104020603"/>
                <a:cs typeface="Tw Cen MT" panose="020B0602020104020603"/>
              </a:rPr>
              <a:t>e</a:t>
            </a:r>
            <a:r>
              <a:rPr sz="2400" spc="-5" dirty="0">
                <a:latin typeface="Tw Cen MT" panose="020B0602020104020603"/>
                <a:cs typeface="Tw Cen MT" panose="020B0602020104020603"/>
              </a:rPr>
              <a:t>n</a:t>
            </a:r>
            <a:r>
              <a:rPr sz="2400" dirty="0">
                <a:latin typeface="Tw Cen MT" panose="020B0602020104020603"/>
                <a:cs typeface="Tw Cen MT" panose="020B0602020104020603"/>
              </a:rPr>
              <a:t>er</a:t>
            </a:r>
            <a:r>
              <a:rPr sz="2400" spc="-55" dirty="0">
                <a:latin typeface="Tw Cen MT" panose="020B0602020104020603"/>
                <a:cs typeface="Tw Cen MT" panose="020B0602020104020603"/>
              </a:rPr>
              <a:t>g</a:t>
            </a:r>
            <a:r>
              <a:rPr sz="2400" dirty="0">
                <a:latin typeface="Tw Cen MT" panose="020B0602020104020603"/>
                <a:cs typeface="Tw Cen MT" panose="020B0602020104020603"/>
              </a:rPr>
              <a:t>y</a:t>
            </a:r>
            <a:r>
              <a:rPr sz="2400" spc="-5" dirty="0">
                <a:latin typeface="Tw Cen MT" panose="020B0602020104020603"/>
                <a:cs typeface="Tw Cen MT" panose="020B0602020104020603"/>
              </a:rPr>
              <a:t> c</a:t>
            </a:r>
            <a:r>
              <a:rPr sz="2400" dirty="0">
                <a:latin typeface="Tw Cen MT" panose="020B0602020104020603"/>
                <a:cs typeface="Tw Cen MT" panose="020B0602020104020603"/>
              </a:rPr>
              <a:t>os</a:t>
            </a:r>
            <a:r>
              <a:rPr sz="2400" spc="-5" dirty="0">
                <a:latin typeface="Tw Cen MT" panose="020B0602020104020603"/>
                <a:cs typeface="Tw Cen MT" panose="020B0602020104020603"/>
              </a:rPr>
              <a:t>t</a:t>
            </a:r>
            <a:r>
              <a:rPr sz="2400" dirty="0">
                <a:latin typeface="Tw Cen MT" panose="020B0602020104020603"/>
                <a:cs typeface="Tw Cen MT" panose="020B0602020104020603"/>
              </a:rPr>
              <a:t>s </a:t>
            </a:r>
            <a:r>
              <a:rPr sz="2400" spc="-5" dirty="0">
                <a:latin typeface="Tw Cen MT" panose="020B0602020104020603"/>
                <a:cs typeface="Tw Cen MT" panose="020B0602020104020603"/>
              </a:rPr>
              <a:t>a</a:t>
            </a:r>
            <a:r>
              <a:rPr sz="2400" dirty="0">
                <a:latin typeface="Tw Cen MT" panose="020B0602020104020603"/>
                <a:cs typeface="Tw Cen MT" panose="020B0602020104020603"/>
              </a:rPr>
              <a:t>sso</a:t>
            </a:r>
            <a:r>
              <a:rPr sz="2400" spc="-5" dirty="0">
                <a:latin typeface="Tw Cen MT" panose="020B0602020104020603"/>
                <a:cs typeface="Tw Cen MT" panose="020B0602020104020603"/>
              </a:rPr>
              <a:t>ciat</a:t>
            </a:r>
            <a:r>
              <a:rPr sz="2400" dirty="0">
                <a:latin typeface="Tw Cen MT" panose="020B0602020104020603"/>
                <a:cs typeface="Tw Cen MT" panose="020B0602020104020603"/>
              </a:rPr>
              <a:t>e</a:t>
            </a:r>
            <a:r>
              <a:rPr sz="2400" spc="-5" dirty="0">
                <a:latin typeface="Tw Cen MT" panose="020B0602020104020603"/>
                <a:cs typeface="Tw Cen MT" panose="020B0602020104020603"/>
              </a:rPr>
              <a:t>d</a:t>
            </a:r>
            <a:r>
              <a:rPr sz="2400" dirty="0">
                <a:latin typeface="Tw Cen MT" panose="020B0602020104020603"/>
                <a:cs typeface="Tw Cen MT" panose="020B0602020104020603"/>
              </a:rPr>
              <a:t> </a:t>
            </a:r>
            <a:r>
              <a:rPr sz="2400" spc="-5" dirty="0">
                <a:latin typeface="Tw Cen MT" panose="020B0602020104020603"/>
                <a:cs typeface="Tw Cen MT" panose="020B0602020104020603"/>
              </a:rPr>
              <a:t>with it</a:t>
            </a:r>
            <a:r>
              <a:rPr sz="2400" dirty="0">
                <a:latin typeface="Tw Cen MT" panose="020B0602020104020603"/>
                <a:cs typeface="Tw Cen MT" panose="020B0602020104020603"/>
              </a:rPr>
              <a:t>s</a:t>
            </a:r>
            <a:r>
              <a:rPr sz="2400" spc="-5" dirty="0">
                <a:latin typeface="Tw Cen MT" panose="020B0602020104020603"/>
                <a:cs typeface="Tw Cen MT" panose="020B0602020104020603"/>
              </a:rPr>
              <a:t> </a:t>
            </a:r>
            <a:r>
              <a:rPr sz="2400" dirty="0">
                <a:latin typeface="Tw Cen MT" panose="020B0602020104020603"/>
                <a:cs typeface="Tw Cen MT" panose="020B0602020104020603"/>
              </a:rPr>
              <a:t>o</a:t>
            </a:r>
            <a:r>
              <a:rPr sz="2400" spc="-5" dirty="0">
                <a:latin typeface="Tw Cen MT" panose="020B0602020104020603"/>
                <a:cs typeface="Tw Cen MT" panose="020B0602020104020603"/>
              </a:rPr>
              <a:t>p</a:t>
            </a:r>
            <a:r>
              <a:rPr sz="2400" dirty="0">
                <a:latin typeface="Tw Cen MT" panose="020B0602020104020603"/>
                <a:cs typeface="Tw Cen MT" panose="020B0602020104020603"/>
              </a:rPr>
              <a:t>e</a:t>
            </a:r>
            <a:r>
              <a:rPr sz="2400" spc="-25" dirty="0">
                <a:latin typeface="Tw Cen MT" panose="020B0602020104020603"/>
                <a:cs typeface="Tw Cen MT" panose="020B0602020104020603"/>
              </a:rPr>
              <a:t>r</a:t>
            </a:r>
            <a:r>
              <a:rPr sz="2400" spc="-5" dirty="0">
                <a:latin typeface="Tw Cen MT" panose="020B0602020104020603"/>
                <a:cs typeface="Tw Cen MT" panose="020B0602020104020603"/>
              </a:rPr>
              <a:t>ati</a:t>
            </a:r>
            <a:r>
              <a:rPr sz="2400" dirty="0">
                <a:latin typeface="Tw Cen MT" panose="020B0602020104020603"/>
                <a:cs typeface="Tw Cen MT" panose="020B0602020104020603"/>
              </a:rPr>
              <a:t>o</a:t>
            </a:r>
            <a:r>
              <a:rPr sz="2400" spc="-5" dirty="0">
                <a:latin typeface="Tw Cen MT" panose="020B0602020104020603"/>
                <a:cs typeface="Tw Cen MT" panose="020B0602020104020603"/>
              </a:rPr>
              <a:t>n</a:t>
            </a:r>
            <a:r>
              <a:rPr sz="2400" dirty="0">
                <a:latin typeface="Tw Cen MT" panose="020B0602020104020603"/>
                <a:cs typeface="Tw Cen MT" panose="020B0602020104020603"/>
              </a:rPr>
              <a:t>.</a:t>
            </a:r>
            <a:endParaRPr sz="2400">
              <a:latin typeface="Tw Cen MT" panose="020B0602020104020603"/>
              <a:cs typeface="Tw Cen MT" panose="020B0602020104020603"/>
            </a:endParaRPr>
          </a:p>
          <a:p>
            <a:pPr marL="861695" indent="-319405">
              <a:lnSpc>
                <a:spcPct val="100000"/>
              </a:lnSpc>
              <a:spcBef>
                <a:spcPts val="700"/>
              </a:spcBef>
              <a:buClr>
                <a:srgbClr val="DD8046"/>
              </a:buClr>
              <a:buSzPct val="58000"/>
              <a:buFont typeface="Wingdings" panose="05000000000000000000"/>
              <a:buChar char=""/>
              <a:tabLst>
                <a:tab pos="862330" algn="l"/>
              </a:tabLst>
            </a:pPr>
            <a:r>
              <a:rPr sz="2400" spc="-5" dirty="0">
                <a:latin typeface="Tw Cen MT" panose="020B0602020104020603"/>
                <a:cs typeface="Tw Cen MT" panose="020B0602020104020603"/>
              </a:rPr>
              <a:t>the </a:t>
            </a:r>
            <a:r>
              <a:rPr sz="2400" dirty="0">
                <a:latin typeface="Tw Cen MT" panose="020B0602020104020603"/>
                <a:cs typeface="Tw Cen MT" panose="020B0602020104020603"/>
              </a:rPr>
              <a:t>eff</a:t>
            </a:r>
            <a:r>
              <a:rPr sz="2400" spc="-5" dirty="0">
                <a:latin typeface="Tw Cen MT" panose="020B0602020104020603"/>
                <a:cs typeface="Tw Cen MT" panose="020B0602020104020603"/>
              </a:rPr>
              <a:t>ici</a:t>
            </a:r>
            <a:r>
              <a:rPr sz="2400" dirty="0">
                <a:latin typeface="Tw Cen MT" panose="020B0602020104020603"/>
                <a:cs typeface="Tw Cen MT" panose="020B0602020104020603"/>
              </a:rPr>
              <a:t>e</a:t>
            </a:r>
            <a:r>
              <a:rPr sz="2400" spc="-5" dirty="0">
                <a:latin typeface="Tw Cen MT" panose="020B0602020104020603"/>
                <a:cs typeface="Tw Cen MT" panose="020B0602020104020603"/>
              </a:rPr>
              <a:t>n</a:t>
            </a:r>
            <a:r>
              <a:rPr sz="2400" spc="10" dirty="0">
                <a:latin typeface="Tw Cen MT" panose="020B0602020104020603"/>
                <a:cs typeface="Tw Cen MT" panose="020B0602020104020603"/>
              </a:rPr>
              <a:t>c</a:t>
            </a:r>
            <a:r>
              <a:rPr sz="2400" spc="-170" dirty="0">
                <a:latin typeface="Tw Cen MT" panose="020B0602020104020603"/>
                <a:cs typeface="Tw Cen MT" panose="020B0602020104020603"/>
              </a:rPr>
              <a:t>y</a:t>
            </a:r>
            <a:r>
              <a:rPr sz="2400" dirty="0">
                <a:latin typeface="Tw Cen MT" panose="020B0602020104020603"/>
                <a:cs typeface="Tw Cen MT" panose="020B0602020104020603"/>
              </a:rPr>
              <a:t>,</a:t>
            </a:r>
            <a:r>
              <a:rPr sz="2400" spc="-5" dirty="0">
                <a:latin typeface="Tw Cen MT" panose="020B0602020104020603"/>
                <a:cs typeface="Tw Cen MT" panose="020B0602020104020603"/>
              </a:rPr>
              <a:t> </a:t>
            </a:r>
            <a:r>
              <a:rPr sz="2400" dirty="0">
                <a:latin typeface="Tw Cen MT" panose="020B0602020104020603"/>
                <a:cs typeface="Tw Cen MT" panose="020B0602020104020603"/>
              </a:rPr>
              <a:t>se</a:t>
            </a:r>
            <a:r>
              <a:rPr sz="2400" spc="-5" dirty="0">
                <a:latin typeface="Tw Cen MT" panose="020B0602020104020603"/>
                <a:cs typeface="Tw Cen MT" panose="020B0602020104020603"/>
              </a:rPr>
              <a:t>cu</a:t>
            </a:r>
            <a:r>
              <a:rPr sz="2400" dirty="0">
                <a:latin typeface="Tw Cen MT" panose="020B0602020104020603"/>
                <a:cs typeface="Tw Cen MT" panose="020B0602020104020603"/>
              </a:rPr>
              <a:t>r</a:t>
            </a:r>
            <a:r>
              <a:rPr sz="2400" spc="-5" dirty="0">
                <a:latin typeface="Tw Cen MT" panose="020B0602020104020603"/>
                <a:cs typeface="Tw Cen MT" panose="020B0602020104020603"/>
              </a:rPr>
              <a:t>it</a:t>
            </a:r>
            <a:r>
              <a:rPr sz="2400" dirty="0">
                <a:latin typeface="Tw Cen MT" panose="020B0602020104020603"/>
                <a:cs typeface="Tw Cen MT" panose="020B0602020104020603"/>
              </a:rPr>
              <a:t>y</a:t>
            </a:r>
            <a:r>
              <a:rPr sz="2400" spc="-5" dirty="0">
                <a:latin typeface="Tw Cen MT" panose="020B0602020104020603"/>
                <a:cs typeface="Tw Cen MT" panose="020B0602020104020603"/>
              </a:rPr>
              <a:t> and</a:t>
            </a:r>
            <a:r>
              <a:rPr sz="2400" dirty="0">
                <a:latin typeface="Tw Cen MT" panose="020B0602020104020603"/>
                <a:cs typeface="Tw Cen MT" panose="020B0602020104020603"/>
              </a:rPr>
              <a:t> </a:t>
            </a:r>
            <a:r>
              <a:rPr sz="2400" spc="-5" dirty="0">
                <a:latin typeface="Tw Cen MT" panose="020B0602020104020603"/>
                <a:cs typeface="Tw Cen MT" panose="020B0602020104020603"/>
              </a:rPr>
              <a:t>c</a:t>
            </a:r>
            <a:r>
              <a:rPr sz="2400" dirty="0">
                <a:latin typeface="Tw Cen MT" panose="020B0602020104020603"/>
                <a:cs typeface="Tw Cen MT" panose="020B0602020104020603"/>
              </a:rPr>
              <a:t>os</a:t>
            </a:r>
            <a:r>
              <a:rPr sz="2400" spc="-5" dirty="0">
                <a:latin typeface="Tw Cen MT" panose="020B0602020104020603"/>
                <a:cs typeface="Tw Cen MT" panose="020B0602020104020603"/>
              </a:rPr>
              <a:t>t ad</a:t>
            </a:r>
            <a:r>
              <a:rPr sz="2400" spc="-55" dirty="0">
                <a:latin typeface="Tw Cen MT" panose="020B0602020104020603"/>
                <a:cs typeface="Tw Cen MT" panose="020B0602020104020603"/>
              </a:rPr>
              <a:t>v</a:t>
            </a:r>
            <a:r>
              <a:rPr sz="2400" spc="-5" dirty="0">
                <a:latin typeface="Tw Cen MT" panose="020B0602020104020603"/>
                <a:cs typeface="Tw Cen MT" panose="020B0602020104020603"/>
              </a:rPr>
              <a:t>anta</a:t>
            </a:r>
            <a:r>
              <a:rPr sz="2400" spc="-55" dirty="0">
                <a:latin typeface="Tw Cen MT" panose="020B0602020104020603"/>
                <a:cs typeface="Tw Cen MT" panose="020B0602020104020603"/>
              </a:rPr>
              <a:t>g</a:t>
            </a:r>
            <a:r>
              <a:rPr sz="2400" dirty="0">
                <a:latin typeface="Tw Cen MT" panose="020B0602020104020603"/>
                <a:cs typeface="Tw Cen MT" panose="020B0602020104020603"/>
              </a:rPr>
              <a:t>e</a:t>
            </a:r>
            <a:r>
              <a:rPr sz="2400" spc="-25" dirty="0">
                <a:latin typeface="Tw Cen MT" panose="020B0602020104020603"/>
                <a:cs typeface="Tw Cen MT" panose="020B0602020104020603"/>
              </a:rPr>
              <a:t>s</a:t>
            </a:r>
            <a:r>
              <a:rPr sz="2400" dirty="0">
                <a:latin typeface="Tw Cen MT" panose="020B0602020104020603"/>
                <a:cs typeface="Tw Cen MT" panose="020B0602020104020603"/>
              </a:rPr>
              <a:t>.</a:t>
            </a:r>
            <a:endParaRPr sz="2400">
              <a:latin typeface="Tw Cen MT" panose="020B0602020104020603"/>
              <a:cs typeface="Tw Cen MT" panose="020B0602020104020603"/>
            </a:endParaRPr>
          </a:p>
          <a:p>
            <a:pPr marL="861695" marR="5080" indent="-319405">
              <a:lnSpc>
                <a:spcPct val="100000"/>
              </a:lnSpc>
              <a:spcBef>
                <a:spcPts val="700"/>
              </a:spcBef>
              <a:buClr>
                <a:srgbClr val="DD8046"/>
              </a:buClr>
              <a:buSzPct val="60000"/>
              <a:buFont typeface="Wingdings" panose="05000000000000000000"/>
              <a:buChar char=""/>
              <a:tabLst>
                <a:tab pos="862330" algn="l"/>
                <a:tab pos="1453515" algn="l"/>
                <a:tab pos="2950210" algn="l"/>
                <a:tab pos="4106545" algn="l"/>
                <a:tab pos="5067300" algn="l"/>
                <a:tab pos="5608320" algn="l"/>
                <a:tab pos="6860540" algn="l"/>
                <a:tab pos="8321675" algn="l"/>
              </a:tabLst>
            </a:pPr>
            <a:r>
              <a:rPr sz="2400" spc="175" dirty="0">
                <a:latin typeface="Tw Cen MT" panose="020B0602020104020603"/>
                <a:cs typeface="Tw Cen MT" panose="020B0602020104020603"/>
              </a:rPr>
              <a:t>R</a:t>
            </a:r>
            <a:r>
              <a:rPr sz="2400" spc="170" dirty="0">
                <a:latin typeface="Tw Cen MT" panose="020B0602020104020603"/>
                <a:cs typeface="Tw Cen MT" panose="020B0602020104020603"/>
              </a:rPr>
              <a:t>u</a:t>
            </a:r>
            <a:r>
              <a:rPr sz="2400" spc="-5" dirty="0">
                <a:latin typeface="Tw Cen MT" panose="020B0602020104020603"/>
                <a:cs typeface="Tw Cen MT" panose="020B0602020104020603"/>
              </a:rPr>
              <a:t>n</a:t>
            </a:r>
            <a:r>
              <a:rPr sz="2400" dirty="0">
                <a:latin typeface="Tw Cen MT" panose="020B0602020104020603"/>
                <a:cs typeface="Tw Cen MT" panose="020B0602020104020603"/>
              </a:rPr>
              <a:t>	</a:t>
            </a:r>
            <a:r>
              <a:rPr sz="2400" spc="175" dirty="0">
                <a:latin typeface="Tw Cen MT" panose="020B0602020104020603"/>
                <a:cs typeface="Tw Cen MT" panose="020B0602020104020603"/>
              </a:rPr>
              <a:t>o</a:t>
            </a:r>
            <a:r>
              <a:rPr sz="2400" spc="170" dirty="0">
                <a:latin typeface="Tw Cen MT" panose="020B0602020104020603"/>
                <a:cs typeface="Tw Cen MT" panose="020B0602020104020603"/>
              </a:rPr>
              <a:t>p</a:t>
            </a:r>
            <a:r>
              <a:rPr sz="2400" spc="175" dirty="0">
                <a:latin typeface="Tw Cen MT" panose="020B0602020104020603"/>
                <a:cs typeface="Tw Cen MT" panose="020B0602020104020603"/>
              </a:rPr>
              <a:t>e</a:t>
            </a:r>
            <a:r>
              <a:rPr sz="2400" spc="150" dirty="0">
                <a:latin typeface="Tw Cen MT" panose="020B0602020104020603"/>
                <a:cs typeface="Tw Cen MT" panose="020B0602020104020603"/>
              </a:rPr>
              <a:t>r</a:t>
            </a:r>
            <a:r>
              <a:rPr sz="2400" spc="170" dirty="0">
                <a:latin typeface="Tw Cen MT" panose="020B0602020104020603"/>
                <a:cs typeface="Tw Cen MT" panose="020B0602020104020603"/>
              </a:rPr>
              <a:t>atin</a:t>
            </a:r>
            <a:r>
              <a:rPr sz="2400" spc="-5" dirty="0">
                <a:latin typeface="Tw Cen MT" panose="020B0602020104020603"/>
                <a:cs typeface="Tw Cen MT" panose="020B0602020104020603"/>
              </a:rPr>
              <a:t>g</a:t>
            </a:r>
            <a:r>
              <a:rPr sz="2400" dirty="0">
                <a:latin typeface="Tw Cen MT" panose="020B0602020104020603"/>
                <a:cs typeface="Tw Cen MT" panose="020B0602020104020603"/>
              </a:rPr>
              <a:t>	</a:t>
            </a:r>
            <a:r>
              <a:rPr sz="2400" spc="175" dirty="0">
                <a:latin typeface="Tw Cen MT" panose="020B0602020104020603"/>
                <a:cs typeface="Tw Cen MT" panose="020B0602020104020603"/>
              </a:rPr>
              <a:t>sys</a:t>
            </a:r>
            <a:r>
              <a:rPr sz="2400" spc="170" dirty="0">
                <a:latin typeface="Tw Cen MT" panose="020B0602020104020603"/>
                <a:cs typeface="Tw Cen MT" panose="020B0602020104020603"/>
              </a:rPr>
              <a:t>t</a:t>
            </a:r>
            <a:r>
              <a:rPr sz="2400" spc="175" dirty="0">
                <a:latin typeface="Tw Cen MT" panose="020B0602020104020603"/>
                <a:cs typeface="Tw Cen MT" panose="020B0602020104020603"/>
              </a:rPr>
              <a:t>e</a:t>
            </a:r>
            <a:r>
              <a:rPr sz="2400" spc="170" dirty="0">
                <a:latin typeface="Tw Cen MT" panose="020B0602020104020603"/>
                <a:cs typeface="Tw Cen MT" panose="020B0602020104020603"/>
              </a:rPr>
              <a:t>m</a:t>
            </a:r>
            <a:r>
              <a:rPr sz="2400" dirty="0">
                <a:latin typeface="Tw Cen MT" panose="020B0602020104020603"/>
                <a:cs typeface="Tw Cen MT" panose="020B0602020104020603"/>
              </a:rPr>
              <a:t>s	</a:t>
            </a:r>
            <a:r>
              <a:rPr sz="2400" spc="170" dirty="0">
                <a:latin typeface="Tw Cen MT" panose="020B0602020104020603"/>
                <a:cs typeface="Tw Cen MT" panose="020B0602020104020603"/>
              </a:rPr>
              <a:t>wh</a:t>
            </a:r>
            <a:r>
              <a:rPr sz="2400" spc="175" dirty="0">
                <a:latin typeface="Tw Cen MT" panose="020B0602020104020603"/>
                <a:cs typeface="Tw Cen MT" panose="020B0602020104020603"/>
              </a:rPr>
              <a:t>er</a:t>
            </a:r>
            <a:r>
              <a:rPr sz="2400" dirty="0">
                <a:latin typeface="Tw Cen MT" panose="020B0602020104020603"/>
                <a:cs typeface="Tw Cen MT" panose="020B0602020104020603"/>
              </a:rPr>
              <a:t>e	</a:t>
            </a:r>
            <a:r>
              <a:rPr sz="2400" spc="170" dirty="0">
                <a:latin typeface="Tw Cen MT" panose="020B0602020104020603"/>
                <a:cs typeface="Tw Cen MT" panose="020B0602020104020603"/>
              </a:rPr>
              <a:t>th</a:t>
            </a:r>
            <a:r>
              <a:rPr sz="2400" dirty="0">
                <a:latin typeface="Tw Cen MT" panose="020B0602020104020603"/>
                <a:cs typeface="Tw Cen MT" panose="020B0602020104020603"/>
              </a:rPr>
              <a:t>e	</a:t>
            </a:r>
            <a:r>
              <a:rPr sz="2400" spc="170" dirty="0">
                <a:latin typeface="Tw Cen MT" panose="020B0602020104020603"/>
                <a:cs typeface="Tw Cen MT" panose="020B0602020104020603"/>
              </a:rPr>
              <a:t>p</a:t>
            </a:r>
            <a:r>
              <a:rPr sz="2400" spc="120" dirty="0">
                <a:latin typeface="Tw Cen MT" panose="020B0602020104020603"/>
                <a:cs typeface="Tw Cen MT" panose="020B0602020104020603"/>
              </a:rPr>
              <a:t>h</a:t>
            </a:r>
            <a:r>
              <a:rPr sz="2400" spc="175" dirty="0">
                <a:latin typeface="Tw Cen MT" panose="020B0602020104020603"/>
                <a:cs typeface="Tw Cen MT" panose="020B0602020104020603"/>
              </a:rPr>
              <a:t>ys</a:t>
            </a:r>
            <a:r>
              <a:rPr sz="2400" spc="170" dirty="0">
                <a:latin typeface="Tw Cen MT" panose="020B0602020104020603"/>
                <a:cs typeface="Tw Cen MT" panose="020B0602020104020603"/>
              </a:rPr>
              <a:t>ica</a:t>
            </a:r>
            <a:r>
              <a:rPr sz="2400" dirty="0">
                <a:latin typeface="Tw Cen MT" panose="020B0602020104020603"/>
                <a:cs typeface="Tw Cen MT" panose="020B0602020104020603"/>
              </a:rPr>
              <a:t>l	</a:t>
            </a:r>
            <a:r>
              <a:rPr sz="2400" spc="170" dirty="0">
                <a:latin typeface="Tw Cen MT" panose="020B0602020104020603"/>
                <a:cs typeface="Tw Cen MT" panose="020B0602020104020603"/>
              </a:rPr>
              <a:t>ha</a:t>
            </a:r>
            <a:r>
              <a:rPr sz="2400" spc="175" dirty="0">
                <a:latin typeface="Tw Cen MT" panose="020B0602020104020603"/>
                <a:cs typeface="Tw Cen MT" panose="020B0602020104020603"/>
              </a:rPr>
              <a:t>r</a:t>
            </a:r>
            <a:r>
              <a:rPr sz="2400" spc="120" dirty="0">
                <a:latin typeface="Tw Cen MT" panose="020B0602020104020603"/>
                <a:cs typeface="Tw Cen MT" panose="020B0602020104020603"/>
              </a:rPr>
              <a:t>d</a:t>
            </a:r>
            <a:r>
              <a:rPr sz="2400" spc="70" dirty="0">
                <a:latin typeface="Tw Cen MT" panose="020B0602020104020603"/>
                <a:cs typeface="Tw Cen MT" panose="020B0602020104020603"/>
              </a:rPr>
              <a:t>w</a:t>
            </a:r>
            <a:r>
              <a:rPr sz="2400" spc="170" dirty="0">
                <a:latin typeface="Tw Cen MT" panose="020B0602020104020603"/>
                <a:cs typeface="Tw Cen MT" panose="020B0602020104020603"/>
              </a:rPr>
              <a:t>a</a:t>
            </a:r>
            <a:r>
              <a:rPr sz="2400" spc="175" dirty="0">
                <a:latin typeface="Tw Cen MT" panose="020B0602020104020603"/>
                <a:cs typeface="Tw Cen MT" panose="020B0602020104020603"/>
              </a:rPr>
              <a:t>r</a:t>
            </a:r>
            <a:r>
              <a:rPr sz="2400" dirty="0">
                <a:latin typeface="Tw Cen MT" panose="020B0602020104020603"/>
                <a:cs typeface="Tw Cen MT" panose="020B0602020104020603"/>
              </a:rPr>
              <a:t>e	</a:t>
            </a:r>
            <a:r>
              <a:rPr sz="2400" spc="170" dirty="0">
                <a:latin typeface="Tw Cen MT" panose="020B0602020104020603"/>
                <a:cs typeface="Tw Cen MT" panose="020B0602020104020603"/>
              </a:rPr>
              <a:t>i</a:t>
            </a:r>
            <a:r>
              <a:rPr sz="2400" dirty="0">
                <a:latin typeface="Tw Cen MT" panose="020B0602020104020603"/>
                <a:cs typeface="Tw Cen MT" panose="020B0602020104020603"/>
              </a:rPr>
              <a:t>s </a:t>
            </a:r>
            <a:r>
              <a:rPr sz="2400" spc="-5" dirty="0">
                <a:latin typeface="Tw Cen MT" panose="020B0602020104020603"/>
                <a:cs typeface="Tw Cen MT" panose="020B0602020104020603"/>
              </a:rPr>
              <a:t>una</a:t>
            </a:r>
            <a:r>
              <a:rPr sz="2400" spc="-55" dirty="0">
                <a:latin typeface="Tw Cen MT" panose="020B0602020104020603"/>
                <a:cs typeface="Tw Cen MT" panose="020B0602020104020603"/>
              </a:rPr>
              <a:t>v</a:t>
            </a:r>
            <a:r>
              <a:rPr sz="2400" spc="-5" dirty="0">
                <a:latin typeface="Tw Cen MT" panose="020B0602020104020603"/>
                <a:cs typeface="Tw Cen MT" panose="020B0602020104020603"/>
              </a:rPr>
              <a:t>ailabl</a:t>
            </a:r>
            <a:r>
              <a:rPr sz="2400" spc="-25" dirty="0">
                <a:latin typeface="Tw Cen MT" panose="020B0602020104020603"/>
                <a:cs typeface="Tw Cen MT" panose="020B0602020104020603"/>
              </a:rPr>
              <a:t>e</a:t>
            </a:r>
            <a:r>
              <a:rPr sz="2400" dirty="0">
                <a:latin typeface="Tw Cen MT" panose="020B0602020104020603"/>
                <a:cs typeface="Tw Cen MT" panose="020B0602020104020603"/>
              </a:rPr>
              <a:t>.</a:t>
            </a:r>
            <a:endParaRPr sz="2400">
              <a:latin typeface="Tw Cen MT" panose="020B0602020104020603"/>
              <a:cs typeface="Tw Cen MT" panose="020B0602020104020603"/>
            </a:endParaRPr>
          </a:p>
          <a:p>
            <a:pPr marL="861695" indent="-319405">
              <a:lnSpc>
                <a:spcPct val="100000"/>
              </a:lnSpc>
              <a:spcBef>
                <a:spcPts val="700"/>
              </a:spcBef>
              <a:buClr>
                <a:srgbClr val="DD8046"/>
              </a:buClr>
              <a:buSzPct val="60000"/>
              <a:buFont typeface="Wingdings" panose="05000000000000000000"/>
              <a:buChar char=""/>
              <a:tabLst>
                <a:tab pos="862330" algn="l"/>
              </a:tabLst>
            </a:pPr>
            <a:r>
              <a:rPr sz="2400" spc="-5" dirty="0">
                <a:latin typeface="Tw Cen MT" panose="020B0602020104020603"/>
                <a:cs typeface="Tw Cen MT" panose="020B0602020104020603"/>
              </a:rPr>
              <a:t>Easi</a:t>
            </a:r>
            <a:r>
              <a:rPr sz="2400" dirty="0">
                <a:latin typeface="Tw Cen MT" panose="020B0602020104020603"/>
                <a:cs typeface="Tw Cen MT" panose="020B0602020104020603"/>
              </a:rPr>
              <a:t>er</a:t>
            </a:r>
            <a:r>
              <a:rPr sz="2400" spc="-5" dirty="0">
                <a:latin typeface="Tw Cen MT" panose="020B0602020104020603"/>
                <a:cs typeface="Tw Cen MT" panose="020B0602020104020603"/>
              </a:rPr>
              <a:t> t</a:t>
            </a:r>
            <a:r>
              <a:rPr sz="2400" dirty="0">
                <a:latin typeface="Tw Cen MT" panose="020B0602020104020603"/>
                <a:cs typeface="Tw Cen MT" panose="020B0602020104020603"/>
              </a:rPr>
              <a:t>o</a:t>
            </a:r>
            <a:r>
              <a:rPr sz="2400" spc="-5" dirty="0">
                <a:latin typeface="Tw Cen MT" panose="020B0602020104020603"/>
                <a:cs typeface="Tw Cen MT" panose="020B0602020104020603"/>
              </a:rPr>
              <a:t> c</a:t>
            </a:r>
            <a:r>
              <a:rPr sz="2400" dirty="0">
                <a:latin typeface="Tw Cen MT" panose="020B0602020104020603"/>
                <a:cs typeface="Tw Cen MT" panose="020B0602020104020603"/>
              </a:rPr>
              <a:t>re</a:t>
            </a:r>
            <a:r>
              <a:rPr sz="2400" spc="-5" dirty="0">
                <a:latin typeface="Tw Cen MT" panose="020B0602020104020603"/>
                <a:cs typeface="Tw Cen MT" panose="020B0602020104020603"/>
              </a:rPr>
              <a:t>at</a:t>
            </a:r>
            <a:r>
              <a:rPr sz="2400" dirty="0">
                <a:latin typeface="Tw Cen MT" panose="020B0602020104020603"/>
                <a:cs typeface="Tw Cen MT" panose="020B0602020104020603"/>
              </a:rPr>
              <a:t>e</a:t>
            </a:r>
            <a:r>
              <a:rPr sz="2400" spc="-5" dirty="0">
                <a:latin typeface="Tw Cen MT" panose="020B0602020104020603"/>
                <a:cs typeface="Tw Cen MT" panose="020B0602020104020603"/>
              </a:rPr>
              <a:t> n</a:t>
            </a:r>
            <a:r>
              <a:rPr sz="2400" spc="-50" dirty="0">
                <a:latin typeface="Tw Cen MT" panose="020B0602020104020603"/>
                <a:cs typeface="Tw Cen MT" panose="020B0602020104020603"/>
              </a:rPr>
              <a:t>e</a:t>
            </a:r>
            <a:r>
              <a:rPr sz="2400" spc="-5" dirty="0">
                <a:latin typeface="Tw Cen MT" panose="020B0602020104020603"/>
                <a:cs typeface="Tw Cen MT" panose="020B0602020104020603"/>
              </a:rPr>
              <a:t>w ma</a:t>
            </a:r>
            <a:r>
              <a:rPr sz="2400" spc="85" dirty="0">
                <a:latin typeface="Tw Cen MT" panose="020B0602020104020603"/>
                <a:cs typeface="Tw Cen MT" panose="020B0602020104020603"/>
              </a:rPr>
              <a:t>c</a:t>
            </a:r>
            <a:r>
              <a:rPr sz="2400" spc="-5" dirty="0">
                <a:latin typeface="Tw Cen MT" panose="020B0602020104020603"/>
                <a:cs typeface="Tw Cen MT" panose="020B0602020104020603"/>
              </a:rPr>
              <a:t>hin</a:t>
            </a:r>
            <a:r>
              <a:rPr sz="2400" dirty="0">
                <a:latin typeface="Tw Cen MT" panose="020B0602020104020603"/>
                <a:cs typeface="Tw Cen MT" panose="020B0602020104020603"/>
              </a:rPr>
              <a:t>e</a:t>
            </a:r>
            <a:r>
              <a:rPr sz="2400" spc="-50" dirty="0">
                <a:latin typeface="Tw Cen MT" panose="020B0602020104020603"/>
                <a:cs typeface="Tw Cen MT" panose="020B0602020104020603"/>
              </a:rPr>
              <a:t>s</a:t>
            </a:r>
            <a:r>
              <a:rPr sz="2400" dirty="0">
                <a:latin typeface="Tw Cen MT" panose="020B0602020104020603"/>
                <a:cs typeface="Tw Cen MT" panose="020B0602020104020603"/>
              </a:rPr>
              <a:t>,</a:t>
            </a:r>
            <a:r>
              <a:rPr sz="2400" spc="-5" dirty="0">
                <a:latin typeface="Tw Cen MT" panose="020B0602020104020603"/>
                <a:cs typeface="Tw Cen MT" panose="020B0602020104020603"/>
              </a:rPr>
              <a:t> ba</a:t>
            </a:r>
            <a:r>
              <a:rPr sz="2400" spc="35" dirty="0">
                <a:latin typeface="Tw Cen MT" panose="020B0602020104020603"/>
                <a:cs typeface="Tw Cen MT" panose="020B0602020104020603"/>
              </a:rPr>
              <a:t>c</a:t>
            </a:r>
            <a:r>
              <a:rPr sz="2400" spc="-5" dirty="0">
                <a:latin typeface="Tw Cen MT" panose="020B0602020104020603"/>
                <a:cs typeface="Tw Cen MT" panose="020B0602020104020603"/>
              </a:rPr>
              <a:t>kup</a:t>
            </a:r>
            <a:r>
              <a:rPr sz="2400" dirty="0">
                <a:latin typeface="Tw Cen MT" panose="020B0602020104020603"/>
                <a:cs typeface="Tw Cen MT" panose="020B0602020104020603"/>
              </a:rPr>
              <a:t> </a:t>
            </a:r>
            <a:r>
              <a:rPr sz="2400" spc="-5" dirty="0">
                <a:latin typeface="Tw Cen MT" panose="020B0602020104020603"/>
                <a:cs typeface="Tw Cen MT" panose="020B0602020104020603"/>
              </a:rPr>
              <a:t>ma</a:t>
            </a:r>
            <a:r>
              <a:rPr sz="2400" spc="85" dirty="0">
                <a:latin typeface="Tw Cen MT" panose="020B0602020104020603"/>
                <a:cs typeface="Tw Cen MT" panose="020B0602020104020603"/>
              </a:rPr>
              <a:t>c</a:t>
            </a:r>
            <a:r>
              <a:rPr sz="2400" spc="-5" dirty="0">
                <a:latin typeface="Tw Cen MT" panose="020B0602020104020603"/>
                <a:cs typeface="Tw Cen MT" panose="020B0602020104020603"/>
              </a:rPr>
              <a:t>hin</a:t>
            </a:r>
            <a:r>
              <a:rPr sz="2400" dirty="0">
                <a:latin typeface="Tw Cen MT" panose="020B0602020104020603"/>
                <a:cs typeface="Tw Cen MT" panose="020B0602020104020603"/>
              </a:rPr>
              <a:t>e</a:t>
            </a:r>
            <a:r>
              <a:rPr sz="2400" spc="-50" dirty="0">
                <a:latin typeface="Tw Cen MT" panose="020B0602020104020603"/>
                <a:cs typeface="Tw Cen MT" panose="020B0602020104020603"/>
              </a:rPr>
              <a:t>s</a:t>
            </a:r>
            <a:r>
              <a:rPr sz="2400" dirty="0">
                <a:latin typeface="Tw Cen MT" panose="020B0602020104020603"/>
                <a:cs typeface="Tw Cen MT" panose="020B0602020104020603"/>
              </a:rPr>
              <a:t>,</a:t>
            </a:r>
            <a:r>
              <a:rPr sz="2400" spc="-5" dirty="0">
                <a:latin typeface="Tw Cen MT" panose="020B0602020104020603"/>
                <a:cs typeface="Tw Cen MT" panose="020B0602020104020603"/>
              </a:rPr>
              <a:t> </a:t>
            </a:r>
            <a:r>
              <a:rPr sz="2400" dirty="0">
                <a:latin typeface="Tw Cen MT" panose="020B0602020104020603"/>
                <a:cs typeface="Tw Cen MT" panose="020B0602020104020603"/>
              </a:rPr>
              <a:t>e</a:t>
            </a:r>
            <a:r>
              <a:rPr sz="2400" spc="-5" dirty="0">
                <a:latin typeface="Tw Cen MT" panose="020B0602020104020603"/>
                <a:cs typeface="Tw Cen MT" panose="020B0602020104020603"/>
              </a:rPr>
              <a:t>tc</a:t>
            </a:r>
            <a:r>
              <a:rPr sz="2400" dirty="0">
                <a:latin typeface="Tw Cen MT" panose="020B0602020104020603"/>
                <a:cs typeface="Tw Cen MT" panose="020B0602020104020603"/>
              </a:rPr>
              <a:t>.</a:t>
            </a:r>
            <a:endParaRPr sz="2400">
              <a:latin typeface="Tw Cen MT" panose="020B0602020104020603"/>
              <a:cs typeface="Tw Cen MT" panose="020B0602020104020603"/>
            </a:endParaRPr>
          </a:p>
          <a:p>
            <a:pPr marL="861695" marR="13970" indent="-319405">
              <a:lnSpc>
                <a:spcPct val="100000"/>
              </a:lnSpc>
              <a:spcBef>
                <a:spcPts val="700"/>
              </a:spcBef>
              <a:buClr>
                <a:srgbClr val="DD8046"/>
              </a:buClr>
              <a:buSzPct val="60000"/>
              <a:buFont typeface="Wingdings" panose="05000000000000000000"/>
              <a:buChar char=""/>
              <a:tabLst>
                <a:tab pos="862330" algn="l"/>
              </a:tabLst>
            </a:pPr>
            <a:r>
              <a:rPr sz="2400" dirty="0">
                <a:latin typeface="Tw Cen MT" panose="020B0602020104020603"/>
                <a:cs typeface="Tw Cen MT" panose="020B0602020104020603"/>
              </a:rPr>
              <a:t>Sof</a:t>
            </a:r>
            <a:r>
              <a:rPr sz="2400" spc="-5" dirty="0">
                <a:latin typeface="Tw Cen MT" panose="020B0602020104020603"/>
                <a:cs typeface="Tw Cen MT" panose="020B0602020104020603"/>
              </a:rPr>
              <a:t>t</a:t>
            </a:r>
            <a:r>
              <a:rPr sz="2400" spc="-105" dirty="0">
                <a:latin typeface="Tw Cen MT" panose="020B0602020104020603"/>
                <a:cs typeface="Tw Cen MT" panose="020B0602020104020603"/>
              </a:rPr>
              <a:t>w</a:t>
            </a:r>
            <a:r>
              <a:rPr sz="2400" spc="-5" dirty="0">
                <a:latin typeface="Tw Cen MT" panose="020B0602020104020603"/>
                <a:cs typeface="Tw Cen MT" panose="020B0602020104020603"/>
              </a:rPr>
              <a:t>a</a:t>
            </a:r>
            <a:r>
              <a:rPr sz="2400" dirty="0">
                <a:latin typeface="Tw Cen MT" panose="020B0602020104020603"/>
                <a:cs typeface="Tw Cen MT" panose="020B0602020104020603"/>
              </a:rPr>
              <a:t>re</a:t>
            </a:r>
            <a:r>
              <a:rPr sz="2400" spc="-5" dirty="0">
                <a:latin typeface="Tw Cen MT" panose="020B0602020104020603"/>
                <a:cs typeface="Tw Cen MT" panose="020B0602020104020603"/>
              </a:rPr>
              <a:t> t</a:t>
            </a:r>
            <a:r>
              <a:rPr sz="2400" dirty="0">
                <a:latin typeface="Tw Cen MT" panose="020B0602020104020603"/>
                <a:cs typeface="Tw Cen MT" panose="020B0602020104020603"/>
              </a:rPr>
              <a:t>es</a:t>
            </a:r>
            <a:r>
              <a:rPr sz="2400" spc="-5" dirty="0">
                <a:latin typeface="Tw Cen MT" panose="020B0602020104020603"/>
                <a:cs typeface="Tw Cen MT" panose="020B0602020104020603"/>
              </a:rPr>
              <a:t>ting</a:t>
            </a:r>
            <a:r>
              <a:rPr sz="2400" dirty="0">
                <a:latin typeface="Tw Cen MT" panose="020B0602020104020603"/>
                <a:cs typeface="Tw Cen MT" panose="020B0602020104020603"/>
              </a:rPr>
              <a:t> </a:t>
            </a:r>
            <a:r>
              <a:rPr sz="2400" spc="-5" dirty="0">
                <a:latin typeface="Tw Cen MT" panose="020B0602020104020603"/>
                <a:cs typeface="Tw Cen MT" panose="020B0602020104020603"/>
              </a:rPr>
              <a:t>u</a:t>
            </a:r>
            <a:r>
              <a:rPr sz="2400" dirty="0">
                <a:latin typeface="Tw Cen MT" panose="020B0602020104020603"/>
                <a:cs typeface="Tw Cen MT" panose="020B0602020104020603"/>
              </a:rPr>
              <a:t>s</a:t>
            </a:r>
            <a:r>
              <a:rPr sz="2400" spc="-5" dirty="0">
                <a:latin typeface="Tw Cen MT" panose="020B0602020104020603"/>
                <a:cs typeface="Tw Cen MT" panose="020B0602020104020603"/>
              </a:rPr>
              <a:t>ing</a:t>
            </a:r>
            <a:r>
              <a:rPr sz="2400" dirty="0">
                <a:latin typeface="Tw Cen MT" panose="020B0602020104020603"/>
                <a:cs typeface="Tw Cen MT" panose="020B0602020104020603"/>
              </a:rPr>
              <a:t> </a:t>
            </a:r>
            <a:r>
              <a:rPr sz="2400" spc="-5" dirty="0">
                <a:latin typeface="Tw Cen MT" panose="020B0602020104020603"/>
                <a:cs typeface="Tw Cen MT" panose="020B0602020104020603"/>
              </a:rPr>
              <a:t>“cl</a:t>
            </a:r>
            <a:r>
              <a:rPr sz="2400" dirty="0">
                <a:latin typeface="Tw Cen MT" panose="020B0602020104020603"/>
                <a:cs typeface="Tw Cen MT" panose="020B0602020104020603"/>
              </a:rPr>
              <a:t>e</a:t>
            </a:r>
            <a:r>
              <a:rPr sz="2400" spc="-5" dirty="0">
                <a:latin typeface="Tw Cen MT" panose="020B0602020104020603"/>
                <a:cs typeface="Tw Cen MT" panose="020B0602020104020603"/>
              </a:rPr>
              <a:t>an”</a:t>
            </a:r>
            <a:r>
              <a:rPr sz="2400" dirty="0">
                <a:latin typeface="Tw Cen MT" panose="020B0602020104020603"/>
                <a:cs typeface="Tw Cen MT" panose="020B0602020104020603"/>
              </a:rPr>
              <a:t> </a:t>
            </a:r>
            <a:r>
              <a:rPr sz="2400" spc="-5" dirty="0">
                <a:latin typeface="Tw Cen MT" panose="020B0602020104020603"/>
                <a:cs typeface="Tw Cen MT" panose="020B0602020104020603"/>
              </a:rPr>
              <a:t>in</a:t>
            </a:r>
            <a:r>
              <a:rPr sz="2400" dirty="0">
                <a:latin typeface="Tw Cen MT" panose="020B0602020104020603"/>
                <a:cs typeface="Tw Cen MT" panose="020B0602020104020603"/>
              </a:rPr>
              <a:t>s</a:t>
            </a:r>
            <a:r>
              <a:rPr sz="2400" spc="-5" dirty="0">
                <a:latin typeface="Tw Cen MT" panose="020B0602020104020603"/>
                <a:cs typeface="Tw Cen MT" panose="020B0602020104020603"/>
              </a:rPr>
              <a:t>tall</a:t>
            </a:r>
            <a:r>
              <a:rPr sz="2400" dirty="0">
                <a:latin typeface="Tw Cen MT" panose="020B0602020104020603"/>
                <a:cs typeface="Tw Cen MT" panose="020B0602020104020603"/>
              </a:rPr>
              <a:t>s</a:t>
            </a:r>
            <a:r>
              <a:rPr sz="2400" spc="-5" dirty="0">
                <a:latin typeface="Tw Cen MT" panose="020B0602020104020603"/>
                <a:cs typeface="Tw Cen MT" panose="020B0602020104020603"/>
              </a:rPr>
              <a:t> </a:t>
            </a:r>
            <a:r>
              <a:rPr sz="2400" dirty="0">
                <a:latin typeface="Tw Cen MT" panose="020B0602020104020603"/>
                <a:cs typeface="Tw Cen MT" panose="020B0602020104020603"/>
              </a:rPr>
              <a:t>of</a:t>
            </a:r>
            <a:r>
              <a:rPr sz="2400" spc="65" dirty="0">
                <a:latin typeface="Tw Cen MT" panose="020B0602020104020603"/>
                <a:cs typeface="Tw Cen MT" panose="020B0602020104020603"/>
              </a:rPr>
              <a:t> </a:t>
            </a:r>
            <a:r>
              <a:rPr sz="2400" dirty="0">
                <a:latin typeface="Tw Cen MT" panose="020B0602020104020603"/>
                <a:cs typeface="Tw Cen MT" panose="020B0602020104020603"/>
              </a:rPr>
              <a:t>o</a:t>
            </a:r>
            <a:r>
              <a:rPr sz="2400" spc="-5" dirty="0">
                <a:latin typeface="Tw Cen MT" panose="020B0602020104020603"/>
                <a:cs typeface="Tw Cen MT" panose="020B0602020104020603"/>
              </a:rPr>
              <a:t>p</a:t>
            </a:r>
            <a:r>
              <a:rPr sz="2400" dirty="0">
                <a:latin typeface="Tw Cen MT" panose="020B0602020104020603"/>
                <a:cs typeface="Tw Cen MT" panose="020B0602020104020603"/>
              </a:rPr>
              <a:t>e</a:t>
            </a:r>
            <a:r>
              <a:rPr sz="2400" spc="-25" dirty="0">
                <a:latin typeface="Tw Cen MT" panose="020B0602020104020603"/>
                <a:cs typeface="Tw Cen MT" panose="020B0602020104020603"/>
              </a:rPr>
              <a:t>r</a:t>
            </a:r>
            <a:r>
              <a:rPr sz="2400" spc="-5" dirty="0">
                <a:latin typeface="Tw Cen MT" panose="020B0602020104020603"/>
                <a:cs typeface="Tw Cen MT" panose="020B0602020104020603"/>
              </a:rPr>
              <a:t>ating</a:t>
            </a:r>
            <a:r>
              <a:rPr sz="2400" dirty="0">
                <a:latin typeface="Tw Cen MT" panose="020B0602020104020603"/>
                <a:cs typeface="Tw Cen MT" panose="020B0602020104020603"/>
              </a:rPr>
              <a:t> sys</a:t>
            </a:r>
            <a:r>
              <a:rPr sz="2400" spc="-5" dirty="0">
                <a:latin typeface="Tw Cen MT" panose="020B0602020104020603"/>
                <a:cs typeface="Tw Cen MT" panose="020B0602020104020603"/>
              </a:rPr>
              <a:t>t</a:t>
            </a:r>
            <a:r>
              <a:rPr sz="2400" dirty="0">
                <a:latin typeface="Tw Cen MT" panose="020B0602020104020603"/>
                <a:cs typeface="Tw Cen MT" panose="020B0602020104020603"/>
              </a:rPr>
              <a:t>e</a:t>
            </a:r>
            <a:r>
              <a:rPr sz="2400" spc="-5" dirty="0">
                <a:latin typeface="Tw Cen MT" panose="020B0602020104020603"/>
                <a:cs typeface="Tw Cen MT" panose="020B0602020104020603"/>
              </a:rPr>
              <a:t>m</a:t>
            </a:r>
            <a:r>
              <a:rPr sz="2400" dirty="0">
                <a:latin typeface="Tw Cen MT" panose="020B0602020104020603"/>
                <a:cs typeface="Tw Cen MT" panose="020B0602020104020603"/>
              </a:rPr>
              <a:t>s</a:t>
            </a:r>
            <a:r>
              <a:rPr sz="2400" spc="-5" dirty="0">
                <a:latin typeface="Tw Cen MT" panose="020B0602020104020603"/>
                <a:cs typeface="Tw Cen MT" panose="020B0602020104020603"/>
              </a:rPr>
              <a:t> and </a:t>
            </a:r>
            <a:r>
              <a:rPr sz="2400" dirty="0">
                <a:latin typeface="Tw Cen MT" panose="020B0602020104020603"/>
                <a:cs typeface="Tw Cen MT" panose="020B0602020104020603"/>
              </a:rPr>
              <a:t>sof</a:t>
            </a:r>
            <a:r>
              <a:rPr sz="2400" spc="-5" dirty="0">
                <a:latin typeface="Tw Cen MT" panose="020B0602020104020603"/>
                <a:cs typeface="Tw Cen MT" panose="020B0602020104020603"/>
              </a:rPr>
              <a:t>t</a:t>
            </a:r>
            <a:r>
              <a:rPr sz="2400" spc="-105" dirty="0">
                <a:latin typeface="Tw Cen MT" panose="020B0602020104020603"/>
                <a:cs typeface="Tw Cen MT" panose="020B0602020104020603"/>
              </a:rPr>
              <a:t>w</a:t>
            </a:r>
            <a:r>
              <a:rPr sz="2400" spc="-5" dirty="0">
                <a:latin typeface="Tw Cen MT" panose="020B0602020104020603"/>
                <a:cs typeface="Tw Cen MT" panose="020B0602020104020603"/>
              </a:rPr>
              <a:t>a</a:t>
            </a:r>
            <a:r>
              <a:rPr sz="2400" dirty="0">
                <a:latin typeface="Tw Cen MT" panose="020B0602020104020603"/>
                <a:cs typeface="Tw Cen MT" panose="020B0602020104020603"/>
              </a:rPr>
              <a:t>re</a:t>
            </a:r>
            <a:endParaRPr sz="2400">
              <a:latin typeface="Tw Cen MT" panose="020B0602020104020603"/>
              <a:cs typeface="Tw Cen MT" panose="020B0602020104020603"/>
            </a:endParaRPr>
          </a:p>
          <a:p>
            <a:pPr marL="861695" indent="-319405">
              <a:lnSpc>
                <a:spcPct val="100000"/>
              </a:lnSpc>
              <a:spcBef>
                <a:spcPts val="700"/>
              </a:spcBef>
              <a:buClr>
                <a:srgbClr val="DD8046"/>
              </a:buClr>
              <a:buSzPct val="58000"/>
              <a:buFont typeface="Wingdings" panose="05000000000000000000"/>
              <a:buChar char=""/>
              <a:tabLst>
                <a:tab pos="862330" algn="l"/>
              </a:tabLst>
            </a:pPr>
            <a:r>
              <a:rPr sz="2400" spc="-5" dirty="0">
                <a:latin typeface="Tw Cen MT" panose="020B0602020104020603"/>
                <a:cs typeface="Tw Cen MT" panose="020B0602020104020603"/>
              </a:rPr>
              <a:t>E</a:t>
            </a:r>
            <a:r>
              <a:rPr sz="2400" spc="35" dirty="0">
                <a:latin typeface="Tw Cen MT" panose="020B0602020104020603"/>
                <a:cs typeface="Tw Cen MT" panose="020B0602020104020603"/>
              </a:rPr>
              <a:t>m</a:t>
            </a:r>
            <a:r>
              <a:rPr sz="2400" spc="-5" dirty="0">
                <a:latin typeface="Tw Cen MT" panose="020B0602020104020603"/>
                <a:cs typeface="Tw Cen MT" panose="020B0602020104020603"/>
              </a:rPr>
              <a:t>ulat</a:t>
            </a:r>
            <a:r>
              <a:rPr sz="2400" dirty="0">
                <a:latin typeface="Tw Cen MT" panose="020B0602020104020603"/>
                <a:cs typeface="Tw Cen MT" panose="020B0602020104020603"/>
              </a:rPr>
              <a:t>e</a:t>
            </a:r>
            <a:r>
              <a:rPr sz="2400" spc="-5" dirty="0">
                <a:latin typeface="Tw Cen MT" panose="020B0602020104020603"/>
                <a:cs typeface="Tw Cen MT" panose="020B0602020104020603"/>
              </a:rPr>
              <a:t> m</a:t>
            </a:r>
            <a:r>
              <a:rPr sz="2400" dirty="0">
                <a:latin typeface="Tw Cen MT" panose="020B0602020104020603"/>
                <a:cs typeface="Tw Cen MT" panose="020B0602020104020603"/>
              </a:rPr>
              <a:t>ore</a:t>
            </a:r>
            <a:r>
              <a:rPr sz="2400" spc="-5" dirty="0">
                <a:latin typeface="Tw Cen MT" panose="020B0602020104020603"/>
                <a:cs typeface="Tw Cen MT" panose="020B0602020104020603"/>
              </a:rPr>
              <a:t> ma</a:t>
            </a:r>
            <a:r>
              <a:rPr sz="2400" spc="85" dirty="0">
                <a:latin typeface="Tw Cen MT" panose="020B0602020104020603"/>
                <a:cs typeface="Tw Cen MT" panose="020B0602020104020603"/>
              </a:rPr>
              <a:t>c</a:t>
            </a:r>
            <a:r>
              <a:rPr sz="2400" spc="-5" dirty="0">
                <a:latin typeface="Tw Cen MT" panose="020B0602020104020603"/>
                <a:cs typeface="Tw Cen MT" panose="020B0602020104020603"/>
              </a:rPr>
              <a:t>hin</a:t>
            </a:r>
            <a:r>
              <a:rPr sz="2400" dirty="0">
                <a:latin typeface="Tw Cen MT" panose="020B0602020104020603"/>
                <a:cs typeface="Tw Cen MT" panose="020B0602020104020603"/>
              </a:rPr>
              <a:t>es</a:t>
            </a:r>
            <a:r>
              <a:rPr sz="2400" spc="-5" dirty="0">
                <a:latin typeface="Tw Cen MT" panose="020B0602020104020603"/>
                <a:cs typeface="Tw Cen MT" panose="020B0602020104020603"/>
              </a:rPr>
              <a:t> than a</a:t>
            </a:r>
            <a:r>
              <a:rPr sz="2400" dirty="0">
                <a:latin typeface="Tw Cen MT" panose="020B0602020104020603"/>
                <a:cs typeface="Tw Cen MT" panose="020B0602020104020603"/>
              </a:rPr>
              <a:t>re</a:t>
            </a:r>
            <a:r>
              <a:rPr sz="2400" spc="-5" dirty="0">
                <a:latin typeface="Tw Cen MT" panose="020B0602020104020603"/>
                <a:cs typeface="Tw Cen MT" panose="020B0602020104020603"/>
              </a:rPr>
              <a:t> p</a:t>
            </a:r>
            <a:r>
              <a:rPr sz="2400" spc="-55" dirty="0">
                <a:latin typeface="Tw Cen MT" panose="020B0602020104020603"/>
                <a:cs typeface="Tw Cen MT" panose="020B0602020104020603"/>
              </a:rPr>
              <a:t>h</a:t>
            </a:r>
            <a:r>
              <a:rPr sz="2400" dirty="0">
                <a:latin typeface="Tw Cen MT" panose="020B0602020104020603"/>
                <a:cs typeface="Tw Cen MT" panose="020B0602020104020603"/>
              </a:rPr>
              <a:t>ys</a:t>
            </a:r>
            <a:r>
              <a:rPr sz="2400" spc="-5" dirty="0">
                <a:latin typeface="Tw Cen MT" panose="020B0602020104020603"/>
                <a:cs typeface="Tw Cen MT" panose="020B0602020104020603"/>
              </a:rPr>
              <a:t>icall</a:t>
            </a:r>
            <a:r>
              <a:rPr sz="2400" dirty="0">
                <a:latin typeface="Tw Cen MT" panose="020B0602020104020603"/>
                <a:cs typeface="Tw Cen MT" panose="020B0602020104020603"/>
              </a:rPr>
              <a:t>y</a:t>
            </a:r>
            <a:r>
              <a:rPr sz="2400" spc="-5" dirty="0">
                <a:latin typeface="Tw Cen MT" panose="020B0602020104020603"/>
                <a:cs typeface="Tw Cen MT" panose="020B0602020104020603"/>
              </a:rPr>
              <a:t> a</a:t>
            </a:r>
            <a:r>
              <a:rPr sz="2400" spc="-55" dirty="0">
                <a:latin typeface="Tw Cen MT" panose="020B0602020104020603"/>
                <a:cs typeface="Tw Cen MT" panose="020B0602020104020603"/>
              </a:rPr>
              <a:t>v</a:t>
            </a:r>
            <a:r>
              <a:rPr sz="2400" spc="-5" dirty="0">
                <a:latin typeface="Tw Cen MT" panose="020B0602020104020603"/>
                <a:cs typeface="Tw Cen MT" panose="020B0602020104020603"/>
              </a:rPr>
              <a:t>ailabl</a:t>
            </a:r>
            <a:r>
              <a:rPr sz="2400" spc="-25" dirty="0">
                <a:latin typeface="Tw Cen MT" panose="020B0602020104020603"/>
                <a:cs typeface="Tw Cen MT" panose="020B0602020104020603"/>
              </a:rPr>
              <a:t>e</a:t>
            </a:r>
            <a:r>
              <a:rPr sz="2400" dirty="0">
                <a:latin typeface="Tw Cen MT" panose="020B0602020104020603"/>
                <a:cs typeface="Tw Cen MT" panose="020B0602020104020603"/>
              </a:rPr>
              <a:t>.</a:t>
            </a:r>
            <a:endParaRPr sz="2400">
              <a:latin typeface="Tw Cen MT" panose="020B0602020104020603"/>
              <a:cs typeface="Tw Cen MT" panose="020B0602020104020603"/>
            </a:endParaRPr>
          </a:p>
          <a:p>
            <a:pPr marL="861695" indent="-319405">
              <a:lnSpc>
                <a:spcPct val="100000"/>
              </a:lnSpc>
              <a:spcBef>
                <a:spcPts val="700"/>
              </a:spcBef>
              <a:buClr>
                <a:srgbClr val="DD8046"/>
              </a:buClr>
              <a:buSzPct val="60000"/>
              <a:buFont typeface="Wingdings" panose="05000000000000000000"/>
              <a:buChar char=""/>
              <a:tabLst>
                <a:tab pos="862330" algn="l"/>
              </a:tabLst>
            </a:pPr>
            <a:r>
              <a:rPr sz="2400" spc="-5" dirty="0">
                <a:latin typeface="Tw Cen MT" panose="020B0602020104020603"/>
                <a:cs typeface="Tw Cen MT" panose="020B0602020104020603"/>
              </a:rPr>
              <a:t>Tim</a:t>
            </a:r>
            <a:r>
              <a:rPr sz="2400" dirty="0">
                <a:latin typeface="Tw Cen MT" panose="020B0602020104020603"/>
                <a:cs typeface="Tw Cen MT" panose="020B0602020104020603"/>
              </a:rPr>
              <a:t>es</a:t>
            </a:r>
            <a:r>
              <a:rPr sz="2400" spc="-5" dirty="0">
                <a:latin typeface="Tw Cen MT" panose="020B0602020104020603"/>
                <a:cs typeface="Tw Cen MT" panose="020B0602020104020603"/>
              </a:rPr>
              <a:t>ha</a:t>
            </a:r>
            <a:r>
              <a:rPr sz="2400" dirty="0">
                <a:latin typeface="Tw Cen MT" panose="020B0602020104020603"/>
                <a:cs typeface="Tw Cen MT" panose="020B0602020104020603"/>
              </a:rPr>
              <a:t>re</a:t>
            </a:r>
            <a:r>
              <a:rPr sz="2400" spc="-5" dirty="0">
                <a:latin typeface="Tw Cen MT" panose="020B0602020104020603"/>
                <a:cs typeface="Tw Cen MT" panose="020B0602020104020603"/>
              </a:rPr>
              <a:t> lightl</a:t>
            </a:r>
            <a:r>
              <a:rPr sz="2400" dirty="0">
                <a:latin typeface="Tw Cen MT" panose="020B0602020104020603"/>
                <a:cs typeface="Tw Cen MT" panose="020B0602020104020603"/>
              </a:rPr>
              <a:t>y</a:t>
            </a:r>
            <a:r>
              <a:rPr sz="2400" spc="-5" dirty="0">
                <a:latin typeface="Tw Cen MT" panose="020B0602020104020603"/>
                <a:cs typeface="Tw Cen MT" panose="020B0602020104020603"/>
              </a:rPr>
              <a:t> l</a:t>
            </a:r>
            <a:r>
              <a:rPr sz="2400" dirty="0">
                <a:latin typeface="Tw Cen MT" panose="020B0602020104020603"/>
                <a:cs typeface="Tw Cen MT" panose="020B0602020104020603"/>
              </a:rPr>
              <a:t>o</a:t>
            </a:r>
            <a:r>
              <a:rPr sz="2400" spc="-5" dirty="0">
                <a:latin typeface="Tw Cen MT" panose="020B0602020104020603"/>
                <a:cs typeface="Tw Cen MT" panose="020B0602020104020603"/>
              </a:rPr>
              <a:t>ad</a:t>
            </a:r>
            <a:r>
              <a:rPr sz="2400" dirty="0">
                <a:latin typeface="Tw Cen MT" panose="020B0602020104020603"/>
                <a:cs typeface="Tw Cen MT" panose="020B0602020104020603"/>
              </a:rPr>
              <a:t>e</a:t>
            </a:r>
            <a:r>
              <a:rPr sz="2400" spc="-5" dirty="0">
                <a:latin typeface="Tw Cen MT" panose="020B0602020104020603"/>
                <a:cs typeface="Tw Cen MT" panose="020B0602020104020603"/>
              </a:rPr>
              <a:t>d</a:t>
            </a:r>
            <a:r>
              <a:rPr sz="2400" dirty="0">
                <a:latin typeface="Tw Cen MT" panose="020B0602020104020603"/>
                <a:cs typeface="Tw Cen MT" panose="020B0602020104020603"/>
              </a:rPr>
              <a:t> sys</a:t>
            </a:r>
            <a:r>
              <a:rPr sz="2400" spc="-5" dirty="0">
                <a:latin typeface="Tw Cen MT" panose="020B0602020104020603"/>
                <a:cs typeface="Tw Cen MT" panose="020B0602020104020603"/>
              </a:rPr>
              <a:t>t</a:t>
            </a:r>
            <a:r>
              <a:rPr sz="2400" dirty="0">
                <a:latin typeface="Tw Cen MT" panose="020B0602020104020603"/>
                <a:cs typeface="Tw Cen MT" panose="020B0602020104020603"/>
              </a:rPr>
              <a:t>e</a:t>
            </a:r>
            <a:r>
              <a:rPr sz="2400" spc="-5" dirty="0">
                <a:latin typeface="Tw Cen MT" panose="020B0602020104020603"/>
                <a:cs typeface="Tw Cen MT" panose="020B0602020104020603"/>
              </a:rPr>
              <a:t>m</a:t>
            </a:r>
            <a:r>
              <a:rPr sz="2400" dirty="0">
                <a:latin typeface="Tw Cen MT" panose="020B0602020104020603"/>
                <a:cs typeface="Tw Cen MT" panose="020B0602020104020603"/>
              </a:rPr>
              <a:t>s</a:t>
            </a:r>
            <a:r>
              <a:rPr sz="2400" spc="-5" dirty="0">
                <a:latin typeface="Tw Cen MT" panose="020B0602020104020603"/>
                <a:cs typeface="Tw Cen MT" panose="020B0602020104020603"/>
              </a:rPr>
              <a:t> </a:t>
            </a:r>
            <a:r>
              <a:rPr sz="2400" dirty="0">
                <a:latin typeface="Tw Cen MT" panose="020B0602020104020603"/>
                <a:cs typeface="Tw Cen MT" panose="020B0602020104020603"/>
              </a:rPr>
              <a:t>o</a:t>
            </a:r>
            <a:r>
              <a:rPr sz="2400" spc="-5" dirty="0">
                <a:latin typeface="Tw Cen MT" panose="020B0602020104020603"/>
                <a:cs typeface="Tw Cen MT" panose="020B0602020104020603"/>
              </a:rPr>
              <a:t>n </a:t>
            </a:r>
            <a:r>
              <a:rPr sz="2400" dirty="0">
                <a:latin typeface="Tw Cen MT" panose="020B0602020104020603"/>
                <a:cs typeface="Tw Cen MT" panose="020B0602020104020603"/>
              </a:rPr>
              <a:t>o</a:t>
            </a:r>
            <a:r>
              <a:rPr sz="2400" spc="-5" dirty="0">
                <a:latin typeface="Tw Cen MT" panose="020B0602020104020603"/>
                <a:cs typeface="Tw Cen MT" panose="020B0602020104020603"/>
              </a:rPr>
              <a:t>n</a:t>
            </a:r>
            <a:r>
              <a:rPr sz="2400" dirty="0">
                <a:latin typeface="Tw Cen MT" panose="020B0602020104020603"/>
                <a:cs typeface="Tw Cen MT" panose="020B0602020104020603"/>
              </a:rPr>
              <a:t>e</a:t>
            </a:r>
            <a:r>
              <a:rPr sz="2400" spc="-5" dirty="0">
                <a:latin typeface="Tw Cen MT" panose="020B0602020104020603"/>
                <a:cs typeface="Tw Cen MT" panose="020B0602020104020603"/>
              </a:rPr>
              <a:t> h</a:t>
            </a:r>
            <a:r>
              <a:rPr sz="2400" dirty="0">
                <a:latin typeface="Tw Cen MT" panose="020B0602020104020603"/>
                <a:cs typeface="Tw Cen MT" panose="020B0602020104020603"/>
              </a:rPr>
              <a:t>os</a:t>
            </a:r>
            <a:r>
              <a:rPr sz="2400" spc="-5" dirty="0">
                <a:latin typeface="Tw Cen MT" panose="020B0602020104020603"/>
                <a:cs typeface="Tw Cen MT" panose="020B0602020104020603"/>
              </a:rPr>
              <a:t>t</a:t>
            </a:r>
            <a:r>
              <a:rPr sz="2400" dirty="0">
                <a:latin typeface="Tw Cen MT" panose="020B0602020104020603"/>
                <a:cs typeface="Tw Cen MT" panose="020B0602020104020603"/>
              </a:rPr>
              <a:t>.</a:t>
            </a:r>
            <a:endParaRPr sz="2400">
              <a:latin typeface="Tw Cen MT" panose="020B0602020104020603"/>
              <a:cs typeface="Tw Cen MT" panose="020B0602020104020603"/>
            </a:endParaRPr>
          </a:p>
          <a:p>
            <a:pPr marL="861695" indent="-319405">
              <a:lnSpc>
                <a:spcPct val="100000"/>
              </a:lnSpc>
              <a:spcBef>
                <a:spcPts val="700"/>
              </a:spcBef>
              <a:buClr>
                <a:srgbClr val="DD8046"/>
              </a:buClr>
              <a:buSzPct val="58000"/>
              <a:buFont typeface="Wingdings" panose="05000000000000000000"/>
              <a:buChar char=""/>
              <a:tabLst>
                <a:tab pos="862330" algn="l"/>
              </a:tabLst>
            </a:pPr>
            <a:r>
              <a:rPr sz="2400" spc="-5" dirty="0">
                <a:latin typeface="Tw Cen MT" panose="020B0602020104020603"/>
                <a:cs typeface="Tw Cen MT" panose="020B0602020104020603"/>
              </a:rPr>
              <a:t>Easy mig</a:t>
            </a:r>
            <a:r>
              <a:rPr sz="2400" spc="-25" dirty="0">
                <a:latin typeface="Tw Cen MT" panose="020B0602020104020603"/>
                <a:cs typeface="Tw Cen MT" panose="020B0602020104020603"/>
              </a:rPr>
              <a:t>r</a:t>
            </a:r>
            <a:r>
              <a:rPr sz="2400" spc="-5" dirty="0">
                <a:latin typeface="Tw Cen MT" panose="020B0602020104020603"/>
                <a:cs typeface="Tw Cen MT" panose="020B0602020104020603"/>
              </a:rPr>
              <a:t>ati</a:t>
            </a:r>
            <a:r>
              <a:rPr sz="2400" dirty="0">
                <a:latin typeface="Tw Cen MT" panose="020B0602020104020603"/>
                <a:cs typeface="Tw Cen MT" panose="020B0602020104020603"/>
              </a:rPr>
              <a:t>o</a:t>
            </a:r>
            <a:r>
              <a:rPr sz="2400" spc="-5" dirty="0">
                <a:latin typeface="Tw Cen MT" panose="020B0602020104020603"/>
                <a:cs typeface="Tw Cen MT" panose="020B0602020104020603"/>
              </a:rPr>
              <a:t>n </a:t>
            </a:r>
            <a:r>
              <a:rPr sz="2400" dirty="0">
                <a:latin typeface="Tw Cen MT" panose="020B0602020104020603"/>
                <a:cs typeface="Tw Cen MT" panose="020B0602020104020603"/>
              </a:rPr>
              <a:t>of</a:t>
            </a:r>
            <a:r>
              <a:rPr sz="2400" spc="65" dirty="0">
                <a:latin typeface="Tw Cen MT" panose="020B0602020104020603"/>
                <a:cs typeface="Tw Cen MT" panose="020B0602020104020603"/>
              </a:rPr>
              <a:t> </a:t>
            </a:r>
            <a:r>
              <a:rPr sz="2400" spc="-5" dirty="0">
                <a:latin typeface="Tw Cen MT" panose="020B0602020104020603"/>
                <a:cs typeface="Tw Cen MT" panose="020B0602020104020603"/>
              </a:rPr>
              <a:t>vi</a:t>
            </a:r>
            <a:r>
              <a:rPr sz="2400" spc="45" dirty="0">
                <a:latin typeface="Tw Cen MT" panose="020B0602020104020603"/>
                <a:cs typeface="Tw Cen MT" panose="020B0602020104020603"/>
              </a:rPr>
              <a:t>r</a:t>
            </a:r>
            <a:r>
              <a:rPr sz="2400" spc="-5" dirty="0">
                <a:latin typeface="Tw Cen MT" panose="020B0602020104020603"/>
                <a:cs typeface="Tw Cen MT" panose="020B0602020104020603"/>
              </a:rPr>
              <a:t>tua</a:t>
            </a:r>
            <a:r>
              <a:rPr sz="2400" dirty="0">
                <a:latin typeface="Tw Cen MT" panose="020B0602020104020603"/>
                <a:cs typeface="Tw Cen MT" panose="020B0602020104020603"/>
              </a:rPr>
              <a:t>l</a:t>
            </a:r>
            <a:r>
              <a:rPr sz="2400" spc="-5" dirty="0">
                <a:latin typeface="Tw Cen MT" panose="020B0602020104020603"/>
                <a:cs typeface="Tw Cen MT" panose="020B0602020104020603"/>
              </a:rPr>
              <a:t> ma</a:t>
            </a:r>
            <a:r>
              <a:rPr sz="2400" spc="85" dirty="0">
                <a:latin typeface="Tw Cen MT" panose="020B0602020104020603"/>
                <a:cs typeface="Tw Cen MT" panose="020B0602020104020603"/>
              </a:rPr>
              <a:t>c</a:t>
            </a:r>
            <a:r>
              <a:rPr sz="2400" spc="-5" dirty="0">
                <a:latin typeface="Tw Cen MT" panose="020B0602020104020603"/>
                <a:cs typeface="Tw Cen MT" panose="020B0602020104020603"/>
              </a:rPr>
              <a:t>hin</a:t>
            </a:r>
            <a:r>
              <a:rPr sz="2400" dirty="0">
                <a:latin typeface="Tw Cen MT" panose="020B0602020104020603"/>
                <a:cs typeface="Tw Cen MT" panose="020B0602020104020603"/>
              </a:rPr>
              <a:t>es</a:t>
            </a:r>
            <a:r>
              <a:rPr sz="2400" spc="-5" dirty="0">
                <a:latin typeface="Tw Cen MT" panose="020B0602020104020603"/>
                <a:cs typeface="Tw Cen MT" panose="020B0602020104020603"/>
              </a:rPr>
              <a:t> (</a:t>
            </a:r>
            <a:r>
              <a:rPr sz="2400" dirty="0">
                <a:latin typeface="Tw Cen MT" panose="020B0602020104020603"/>
                <a:cs typeface="Tw Cen MT" panose="020B0602020104020603"/>
              </a:rPr>
              <a:t>s</a:t>
            </a:r>
            <a:r>
              <a:rPr sz="2400" spc="-5" dirty="0">
                <a:latin typeface="Tw Cen MT" panose="020B0602020104020603"/>
                <a:cs typeface="Tw Cen MT" panose="020B0602020104020603"/>
              </a:rPr>
              <a:t>hutd</a:t>
            </a:r>
            <a:r>
              <a:rPr sz="2400" spc="-75" dirty="0">
                <a:latin typeface="Tw Cen MT" panose="020B0602020104020603"/>
                <a:cs typeface="Tw Cen MT" panose="020B0602020104020603"/>
              </a:rPr>
              <a:t>o</a:t>
            </a:r>
            <a:r>
              <a:rPr sz="2400" spc="-5" dirty="0">
                <a:latin typeface="Tw Cen MT" panose="020B0602020104020603"/>
                <a:cs typeface="Tw Cen MT" panose="020B0602020104020603"/>
              </a:rPr>
              <a:t>wn n</a:t>
            </a:r>
            <a:r>
              <a:rPr sz="2400" dirty="0">
                <a:latin typeface="Tw Cen MT" panose="020B0602020104020603"/>
                <a:cs typeface="Tw Cen MT" panose="020B0602020104020603"/>
              </a:rPr>
              <a:t>ee</a:t>
            </a:r>
            <a:r>
              <a:rPr sz="2400" spc="-5" dirty="0">
                <a:latin typeface="Tw Cen MT" panose="020B0602020104020603"/>
                <a:cs typeface="Tw Cen MT" panose="020B0602020104020603"/>
              </a:rPr>
              <a:t>d</a:t>
            </a:r>
            <a:r>
              <a:rPr sz="2400" dirty="0">
                <a:latin typeface="Tw Cen MT" panose="020B0602020104020603"/>
                <a:cs typeface="Tw Cen MT" panose="020B0602020104020603"/>
              </a:rPr>
              <a:t>e</a:t>
            </a:r>
            <a:r>
              <a:rPr sz="2400" spc="-5" dirty="0">
                <a:latin typeface="Tw Cen MT" panose="020B0602020104020603"/>
                <a:cs typeface="Tw Cen MT" panose="020B0602020104020603"/>
              </a:rPr>
              <a:t>d</a:t>
            </a:r>
            <a:r>
              <a:rPr sz="2400" dirty="0">
                <a:latin typeface="Tw Cen MT" panose="020B0602020104020603"/>
                <a:cs typeface="Tw Cen MT" panose="020B0602020104020603"/>
              </a:rPr>
              <a:t> or</a:t>
            </a:r>
            <a:r>
              <a:rPr sz="2400" spc="-5" dirty="0">
                <a:latin typeface="Tw Cen MT" panose="020B0602020104020603"/>
                <a:cs typeface="Tw Cen MT" panose="020B0602020104020603"/>
              </a:rPr>
              <a:t> n</a:t>
            </a:r>
            <a:r>
              <a:rPr sz="2400" dirty="0">
                <a:latin typeface="Tw Cen MT" panose="020B0602020104020603"/>
                <a:cs typeface="Tw Cen MT" panose="020B0602020104020603"/>
              </a:rPr>
              <a:t>o</a:t>
            </a:r>
            <a:r>
              <a:rPr sz="2400" spc="-5" dirty="0">
                <a:latin typeface="Tw Cen MT" panose="020B0602020104020603"/>
                <a:cs typeface="Tw Cen MT" panose="020B0602020104020603"/>
              </a:rPr>
              <a:t>t)</a:t>
            </a:r>
            <a:r>
              <a:rPr sz="2400" dirty="0">
                <a:latin typeface="Tw Cen MT" panose="020B0602020104020603"/>
                <a:cs typeface="Tw Cen MT" panose="020B0602020104020603"/>
              </a:rPr>
              <a:t>.</a:t>
            </a:r>
            <a:endParaRPr sz="2400">
              <a:latin typeface="Tw Cen MT" panose="020B0602020104020603"/>
              <a:cs typeface="Tw Cen MT" panose="020B0602020104020603"/>
            </a:endParaRPr>
          </a:p>
        </p:txBody>
      </p:sp>
      <p:sp>
        <p:nvSpPr>
          <p:cNvPr id="4" name="object 4"/>
          <p:cNvSpPr/>
          <p:nvPr/>
        </p:nvSpPr>
        <p:spPr>
          <a:xfrm>
            <a:off x="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p:cNvSpPr>
          <p:nvPr>
            <p:ph type="title"/>
          </p:nvPr>
        </p:nvSpPr>
        <p:spPr/>
        <p:txBody>
          <a:bodyPr/>
          <a:lstStyle/>
          <a:p>
            <a:r>
              <a:rPr lang="en-US" altLang="en-US" smtClean="0"/>
              <a:t>.</a:t>
            </a:r>
          </a:p>
        </p:txBody>
      </p:sp>
      <p:sp>
        <p:nvSpPr>
          <p:cNvPr id="4" name="Rectangle 3"/>
          <p:cNvSpPr/>
          <p:nvPr/>
        </p:nvSpPr>
        <p:spPr>
          <a:xfrm>
            <a:off x="0" y="0"/>
            <a:ext cx="9144000" cy="914400"/>
          </a:xfrm>
          <a:prstGeom prst="rect">
            <a:avLst/>
          </a:prstGeom>
          <a:solidFill>
            <a:srgbClr val="E42452">
              <a:alpha val="9411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Times New Roman" pitchFamily="16" charset="0"/>
              <a:buNone/>
              <a:defRPr/>
            </a:pPr>
            <a:r>
              <a:rPr lang="en-US" sz="3600" dirty="0" smtClean="0"/>
              <a:t>Discussion : Compare Infrastructure</a:t>
            </a:r>
            <a:endParaRPr lang="en-US" sz="3600" b="1" dirty="0">
              <a:solidFill>
                <a:schemeClr val="bg1"/>
              </a:solidFill>
            </a:endParaRPr>
          </a:p>
        </p:txBody>
      </p:sp>
      <p:sp>
        <p:nvSpPr>
          <p:cNvPr id="95237" name="AutoShape 2" descr="http://image.slidesharecdn.com/virtualizationfinal-140301120900-phpapp02/95/introduction-to-virtualization-42-638.jpg?cb=1393697478"/>
          <p:cNvSpPr>
            <a:spLocks noChangeAspect="1" noChangeArrowheads="1"/>
          </p:cNvSpPr>
          <p:nvPr/>
        </p:nvSpPr>
        <p:spPr bwMode="auto">
          <a:xfrm>
            <a:off x="44989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1800">
              <a:latin typeface="Courier New" panose="02070309020205020404" pitchFamily="49" charset="0"/>
            </a:endParaRPr>
          </a:p>
        </p:txBody>
      </p:sp>
      <p:graphicFrame>
        <p:nvGraphicFramePr>
          <p:cNvPr id="7" name="Table 6"/>
          <p:cNvGraphicFramePr>
            <a:graphicFrameLocks noGrp="1"/>
          </p:cNvGraphicFramePr>
          <p:nvPr/>
        </p:nvGraphicFramePr>
        <p:xfrm>
          <a:off x="381000" y="1397000"/>
          <a:ext cx="8382000" cy="3594100"/>
        </p:xfrm>
        <a:graphic>
          <a:graphicData uri="http://schemas.openxmlformats.org/drawingml/2006/table">
            <a:tbl>
              <a:tblPr firstRow="1" bandRow="1">
                <a:tableStyleId>{5C22544A-7EE6-4342-B048-85BDC9FD1C3A}</a:tableStyleId>
              </a:tblPr>
              <a:tblGrid>
                <a:gridCol w="1447800">
                  <a:extLst>
                    <a:ext uri="{9D8B030D-6E8A-4147-A177-3AD203B41FA5}">
                      <a16:colId xmlns:a16="http://schemas.microsoft.com/office/drawing/2014/main" val="1736761003"/>
                    </a:ext>
                  </a:extLst>
                </a:gridCol>
                <a:gridCol w="3429000">
                  <a:extLst>
                    <a:ext uri="{9D8B030D-6E8A-4147-A177-3AD203B41FA5}">
                      <a16:colId xmlns:a16="http://schemas.microsoft.com/office/drawing/2014/main" val="389452644"/>
                    </a:ext>
                  </a:extLst>
                </a:gridCol>
                <a:gridCol w="3505200">
                  <a:extLst>
                    <a:ext uri="{9D8B030D-6E8A-4147-A177-3AD203B41FA5}">
                      <a16:colId xmlns:a16="http://schemas.microsoft.com/office/drawing/2014/main" val="3602782763"/>
                    </a:ext>
                  </a:extLst>
                </a:gridCol>
              </a:tblGrid>
              <a:tr h="370840">
                <a:tc>
                  <a:txBody>
                    <a:bodyPr/>
                    <a:lstStyle/>
                    <a:p>
                      <a:r>
                        <a:rPr lang="en-US" dirty="0" err="1" smtClean="0"/>
                        <a:t>Fitur</a:t>
                      </a:r>
                      <a:endParaRPr lang="en-US" dirty="0"/>
                    </a:p>
                  </a:txBody>
                  <a:tcPr/>
                </a:tc>
                <a:tc>
                  <a:txBody>
                    <a:bodyPr/>
                    <a:lstStyle/>
                    <a:p>
                      <a:r>
                        <a:rPr lang="en-US" dirty="0" smtClean="0"/>
                        <a:t>Virtualization</a:t>
                      </a:r>
                      <a:endParaRPr lang="en-US" dirty="0"/>
                    </a:p>
                  </a:txBody>
                  <a:tcPr/>
                </a:tc>
                <a:tc>
                  <a:txBody>
                    <a:bodyPr/>
                    <a:lstStyle/>
                    <a:p>
                      <a:r>
                        <a:rPr lang="en-US" dirty="0" err="1" smtClean="0"/>
                        <a:t>Infrastruktur</a:t>
                      </a:r>
                      <a:r>
                        <a:rPr lang="en-US" dirty="0" smtClean="0"/>
                        <a:t> </a:t>
                      </a:r>
                      <a:r>
                        <a:rPr lang="en-US" sz="1350" b="1" i="1" u="none" strike="noStrike" kern="1200" dirty="0" smtClean="0">
                          <a:solidFill>
                            <a:schemeClr val="lt1"/>
                          </a:solidFill>
                          <a:effectLst/>
                          <a:latin typeface="+mn-lt"/>
                          <a:ea typeface="+mn-ea"/>
                          <a:cs typeface="+mn-cs"/>
                        </a:rPr>
                        <a:t>Cloud</a:t>
                      </a:r>
                      <a:r>
                        <a:rPr lang="en-US" dirty="0" smtClean="0"/>
                        <a:t> (</a:t>
                      </a:r>
                      <a:r>
                        <a:rPr lang="en-US" sz="1350" b="1" i="1" u="none" strike="noStrike" kern="1200" dirty="0" smtClean="0">
                          <a:solidFill>
                            <a:schemeClr val="lt1"/>
                          </a:solidFill>
                          <a:effectLst/>
                          <a:latin typeface="+mn-lt"/>
                          <a:ea typeface="+mn-ea"/>
                          <a:cs typeface="+mn-cs"/>
                        </a:rPr>
                        <a:t>Cloud Computing</a:t>
                      </a:r>
                      <a:r>
                        <a:rPr lang="en-US" dirty="0" smtClean="0"/>
                        <a:t>)</a:t>
                      </a:r>
                      <a:endParaRPr lang="en-US" dirty="0"/>
                    </a:p>
                  </a:txBody>
                  <a:tcPr/>
                </a:tc>
                <a:extLst>
                  <a:ext uri="{0D108BD9-81ED-4DB2-BD59-A6C34878D82A}">
                    <a16:rowId xmlns:a16="http://schemas.microsoft.com/office/drawing/2014/main" val="469424660"/>
                  </a:ext>
                </a:extLst>
              </a:tr>
              <a:tr h="370840">
                <a:tc>
                  <a:txBody>
                    <a:bodyPr/>
                    <a:lstStyle/>
                    <a:p>
                      <a:r>
                        <a:rPr lang="en-US" dirty="0" err="1" smtClean="0"/>
                        <a:t>Definisi</a:t>
                      </a:r>
                      <a:endParaRPr lang="en-US" dirty="0"/>
                    </a:p>
                  </a:txBody>
                  <a:tcPr/>
                </a:tc>
                <a:tc>
                  <a:txBody>
                    <a:bodyPr/>
                    <a:lstStyle/>
                    <a:p>
                      <a:r>
                        <a:rPr lang="en-US" dirty="0" err="1" smtClean="0"/>
                        <a:t>Teknologi</a:t>
                      </a:r>
                      <a:r>
                        <a:rPr lang="en-US" dirty="0" smtClean="0"/>
                        <a:t> </a:t>
                      </a:r>
                      <a:r>
                        <a:rPr lang="en-US" dirty="0" err="1" smtClean="0"/>
                        <a:t>untuk</a:t>
                      </a:r>
                      <a:r>
                        <a:rPr lang="en-US" dirty="0" smtClean="0"/>
                        <a:t> </a:t>
                      </a:r>
                      <a:r>
                        <a:rPr lang="en-US" dirty="0" err="1" smtClean="0"/>
                        <a:t>membagi</a:t>
                      </a:r>
                      <a:r>
                        <a:rPr lang="en-US" dirty="0" smtClean="0"/>
                        <a:t> </a:t>
                      </a:r>
                      <a:r>
                        <a:rPr lang="en-US" dirty="0" err="1" smtClean="0"/>
                        <a:t>satu</a:t>
                      </a:r>
                      <a:r>
                        <a:rPr lang="en-US" dirty="0" smtClean="0"/>
                        <a:t> </a:t>
                      </a:r>
                      <a:r>
                        <a:rPr lang="en-US" sz="1350" b="0" i="1" u="none" strike="noStrike" kern="1200" dirty="0" smtClean="0">
                          <a:solidFill>
                            <a:schemeClr val="dk1"/>
                          </a:solidFill>
                          <a:effectLst/>
                          <a:latin typeface="+mn-lt"/>
                          <a:ea typeface="+mn-ea"/>
                          <a:cs typeface="+mn-cs"/>
                        </a:rPr>
                        <a:t>hardware</a:t>
                      </a:r>
                      <a:r>
                        <a:rPr lang="en-US" dirty="0" smtClean="0"/>
                        <a:t> </a:t>
                      </a:r>
                      <a:r>
                        <a:rPr lang="en-US" dirty="0" err="1" smtClean="0"/>
                        <a:t>fisik</a:t>
                      </a:r>
                      <a:r>
                        <a:rPr lang="en-US" dirty="0" smtClean="0"/>
                        <a:t> </a:t>
                      </a:r>
                      <a:r>
                        <a:rPr lang="en-US" dirty="0" err="1" smtClean="0"/>
                        <a:t>menjadi</a:t>
                      </a:r>
                      <a:r>
                        <a:rPr lang="en-US" dirty="0" smtClean="0"/>
                        <a:t> </a:t>
                      </a:r>
                      <a:r>
                        <a:rPr lang="en-US" dirty="0" err="1" smtClean="0"/>
                        <a:t>beberapa</a:t>
                      </a:r>
                      <a:r>
                        <a:rPr lang="en-US" dirty="0" smtClean="0"/>
                        <a:t> </a:t>
                      </a:r>
                      <a:r>
                        <a:rPr lang="en-US" dirty="0" err="1" smtClean="0"/>
                        <a:t>mesin</a:t>
                      </a:r>
                      <a:r>
                        <a:rPr lang="en-US" dirty="0" smtClean="0"/>
                        <a:t> virtual (VM).</a:t>
                      </a:r>
                      <a:endParaRPr lang="en-US" dirty="0"/>
                    </a:p>
                  </a:txBody>
                  <a:tcPr/>
                </a:tc>
                <a:tc>
                  <a:txBody>
                    <a:bodyPr/>
                    <a:lstStyle/>
                    <a:p>
                      <a:r>
                        <a:rPr lang="en-US" dirty="0" err="1" smtClean="0"/>
                        <a:t>Ekosistem</a:t>
                      </a:r>
                      <a:r>
                        <a:rPr lang="en-US" dirty="0" smtClean="0"/>
                        <a:t> TI yang </a:t>
                      </a:r>
                      <a:r>
                        <a:rPr lang="en-US" dirty="0" err="1" smtClean="0"/>
                        <a:t>menyediakan</a:t>
                      </a:r>
                      <a:r>
                        <a:rPr lang="en-US" dirty="0" smtClean="0"/>
                        <a:t> </a:t>
                      </a:r>
                      <a:r>
                        <a:rPr lang="en-US" dirty="0" err="1" smtClean="0"/>
                        <a:t>sumber</a:t>
                      </a:r>
                      <a:r>
                        <a:rPr lang="en-US" dirty="0" smtClean="0"/>
                        <a:t> </a:t>
                      </a:r>
                      <a:r>
                        <a:rPr lang="en-US" dirty="0" err="1" smtClean="0"/>
                        <a:t>daya</a:t>
                      </a:r>
                      <a:r>
                        <a:rPr lang="en-US" dirty="0" smtClean="0"/>
                        <a:t> (data, </a:t>
                      </a:r>
                      <a:r>
                        <a:rPr lang="en-US" dirty="0" err="1" smtClean="0"/>
                        <a:t>jaringan</a:t>
                      </a:r>
                      <a:r>
                        <a:rPr lang="en-US" dirty="0" smtClean="0"/>
                        <a:t>, server) </a:t>
                      </a:r>
                      <a:r>
                        <a:rPr lang="en-US" dirty="0" err="1" smtClean="0"/>
                        <a:t>sesuai</a:t>
                      </a:r>
                      <a:r>
                        <a:rPr lang="en-US" dirty="0" smtClean="0"/>
                        <a:t> </a:t>
                      </a:r>
                      <a:r>
                        <a:rPr lang="en-US" dirty="0" err="1" smtClean="0"/>
                        <a:t>permintaan</a:t>
                      </a:r>
                      <a:r>
                        <a:rPr lang="en-US" dirty="0" smtClean="0"/>
                        <a:t> </a:t>
                      </a:r>
                      <a:r>
                        <a:rPr lang="en-US" dirty="0" err="1" smtClean="0"/>
                        <a:t>melalui</a:t>
                      </a:r>
                      <a:r>
                        <a:rPr lang="en-US" dirty="0" smtClean="0"/>
                        <a:t> internet.</a:t>
                      </a:r>
                      <a:endParaRPr lang="en-US" dirty="0"/>
                    </a:p>
                  </a:txBody>
                  <a:tcPr/>
                </a:tc>
                <a:extLst>
                  <a:ext uri="{0D108BD9-81ED-4DB2-BD59-A6C34878D82A}">
                    <a16:rowId xmlns:a16="http://schemas.microsoft.com/office/drawing/2014/main" val="950255294"/>
                  </a:ext>
                </a:extLst>
              </a:tr>
              <a:tr h="370840">
                <a:tc>
                  <a:txBody>
                    <a:bodyPr/>
                    <a:lstStyle/>
                    <a:p>
                      <a:r>
                        <a:rPr lang="en-US" dirty="0" err="1" smtClean="0"/>
                        <a:t>Ketergantungan</a:t>
                      </a:r>
                      <a:endParaRPr lang="en-US" dirty="0"/>
                    </a:p>
                  </a:txBody>
                  <a:tcPr/>
                </a:tc>
                <a:tc>
                  <a:txBody>
                    <a:bodyPr/>
                    <a:lstStyle/>
                    <a:p>
                      <a:r>
                        <a:rPr lang="it-IT" dirty="0" smtClean="0"/>
                        <a:t>Bisa berdiri sendiri tanpa teknologi </a:t>
                      </a:r>
                      <a:r>
                        <a:rPr lang="it-IT" sz="1350" b="0" i="1" u="none" strike="noStrike" kern="1200" dirty="0" smtClean="0">
                          <a:solidFill>
                            <a:schemeClr val="dk1"/>
                          </a:solidFill>
                          <a:effectLst/>
                          <a:latin typeface="+mn-lt"/>
                          <a:ea typeface="+mn-ea"/>
                          <a:cs typeface="+mn-cs"/>
                        </a:rPr>
                        <a:t>cloud</a:t>
                      </a:r>
                      <a:r>
                        <a:rPr lang="it-IT" dirty="0" smtClean="0"/>
                        <a:t>.</a:t>
                      </a:r>
                      <a:endParaRPr lang="en-US" dirty="0"/>
                    </a:p>
                  </a:txBody>
                  <a:tcPr/>
                </a:tc>
                <a:tc>
                  <a:txBody>
                    <a:bodyPr/>
                    <a:lstStyle/>
                    <a:p>
                      <a:r>
                        <a:rPr lang="en-US" dirty="0" err="1" smtClean="0"/>
                        <a:t>Membutuhkan</a:t>
                      </a:r>
                      <a:r>
                        <a:rPr lang="en-US" dirty="0" smtClean="0"/>
                        <a:t> </a:t>
                      </a:r>
                      <a:r>
                        <a:rPr lang="en-US" dirty="0" err="1" smtClean="0"/>
                        <a:t>virtualisasi</a:t>
                      </a:r>
                      <a:r>
                        <a:rPr lang="en-US" dirty="0" smtClean="0"/>
                        <a:t> </a:t>
                      </a:r>
                      <a:r>
                        <a:rPr lang="en-US" dirty="0" err="1" smtClean="0"/>
                        <a:t>sebagai</a:t>
                      </a:r>
                      <a:r>
                        <a:rPr lang="en-US" dirty="0" smtClean="0"/>
                        <a:t> </a:t>
                      </a:r>
                      <a:r>
                        <a:rPr lang="en-US" dirty="0" err="1" smtClean="0"/>
                        <a:t>fondasi</a:t>
                      </a:r>
                      <a:r>
                        <a:rPr lang="en-US" dirty="0" smtClean="0"/>
                        <a:t> </a:t>
                      </a:r>
                      <a:r>
                        <a:rPr lang="en-US" dirty="0" err="1" smtClean="0"/>
                        <a:t>dasarnya</a:t>
                      </a:r>
                      <a:r>
                        <a:rPr lang="en-US" dirty="0" smtClean="0"/>
                        <a:t>.</a:t>
                      </a:r>
                      <a:endParaRPr lang="en-US" dirty="0"/>
                    </a:p>
                  </a:txBody>
                  <a:tcPr/>
                </a:tc>
                <a:extLst>
                  <a:ext uri="{0D108BD9-81ED-4DB2-BD59-A6C34878D82A}">
                    <a16:rowId xmlns:a16="http://schemas.microsoft.com/office/drawing/2014/main" val="3351059573"/>
                  </a:ext>
                </a:extLst>
              </a:tr>
              <a:tr h="370840">
                <a:tc>
                  <a:txBody>
                    <a:bodyPr/>
                    <a:lstStyle/>
                    <a:p>
                      <a:r>
                        <a:rPr lang="en-US" dirty="0" err="1" smtClean="0"/>
                        <a:t>Otomatisasi</a:t>
                      </a:r>
                      <a:endParaRPr lang="en-US" dirty="0"/>
                    </a:p>
                  </a:txBody>
                  <a:tcPr/>
                </a:tc>
                <a:tc>
                  <a:txBody>
                    <a:bodyPr/>
                    <a:lstStyle/>
                    <a:p>
                      <a:r>
                        <a:rPr lang="en-US" dirty="0" err="1" smtClean="0"/>
                        <a:t>Terbatas</a:t>
                      </a:r>
                      <a:r>
                        <a:rPr lang="en-US" dirty="0" smtClean="0"/>
                        <a:t>. </a:t>
                      </a:r>
                      <a:r>
                        <a:rPr lang="en-US" dirty="0" err="1" smtClean="0"/>
                        <a:t>Masih</a:t>
                      </a:r>
                      <a:r>
                        <a:rPr lang="en-US" dirty="0" smtClean="0"/>
                        <a:t> </a:t>
                      </a:r>
                      <a:r>
                        <a:rPr lang="en-US" dirty="0" err="1" smtClean="0"/>
                        <a:t>memerlukan</a:t>
                      </a:r>
                      <a:r>
                        <a:rPr lang="en-US" dirty="0" smtClean="0"/>
                        <a:t> </a:t>
                      </a:r>
                      <a:r>
                        <a:rPr lang="en-US" dirty="0" err="1" smtClean="0"/>
                        <a:t>intervensi</a:t>
                      </a:r>
                      <a:r>
                        <a:rPr lang="en-US" dirty="0" smtClean="0"/>
                        <a:t> admin TI </a:t>
                      </a:r>
                      <a:r>
                        <a:rPr lang="en-US" dirty="0" err="1" smtClean="0"/>
                        <a:t>untuk</a:t>
                      </a:r>
                      <a:r>
                        <a:rPr lang="en-US" dirty="0" smtClean="0"/>
                        <a:t> </a:t>
                      </a:r>
                      <a:r>
                        <a:rPr lang="en-US" dirty="0" err="1" smtClean="0"/>
                        <a:t>membuat</a:t>
                      </a:r>
                      <a:r>
                        <a:rPr lang="en-US" dirty="0" smtClean="0"/>
                        <a:t> </a:t>
                      </a:r>
                      <a:r>
                        <a:rPr lang="en-US" dirty="0" err="1" smtClean="0"/>
                        <a:t>atau</a:t>
                      </a:r>
                      <a:r>
                        <a:rPr lang="en-US" dirty="0" smtClean="0"/>
                        <a:t> </a:t>
                      </a:r>
                      <a:r>
                        <a:rPr lang="en-US" dirty="0" err="1" smtClean="0"/>
                        <a:t>mengatur</a:t>
                      </a:r>
                      <a:r>
                        <a:rPr lang="en-US" dirty="0" smtClean="0"/>
                        <a:t> VM.</a:t>
                      </a:r>
                      <a:endParaRPr lang="en-US" dirty="0"/>
                    </a:p>
                  </a:txBody>
                  <a:tcPr/>
                </a:tc>
                <a:tc>
                  <a:txBody>
                    <a:bodyPr/>
                    <a:lstStyle/>
                    <a:p>
                      <a:r>
                        <a:rPr lang="en-US" dirty="0" err="1" smtClean="0"/>
                        <a:t>Pengguna</a:t>
                      </a:r>
                      <a:r>
                        <a:rPr lang="en-US" dirty="0" smtClean="0"/>
                        <a:t> </a:t>
                      </a:r>
                      <a:r>
                        <a:rPr lang="en-US" dirty="0" err="1" smtClean="0"/>
                        <a:t>bisa</a:t>
                      </a:r>
                      <a:r>
                        <a:rPr lang="en-US" dirty="0" smtClean="0"/>
                        <a:t> </a:t>
                      </a:r>
                      <a:r>
                        <a:rPr lang="en-US" dirty="0" err="1" smtClean="0"/>
                        <a:t>menambah</a:t>
                      </a:r>
                      <a:r>
                        <a:rPr lang="en-US" dirty="0" smtClean="0"/>
                        <a:t>/</a:t>
                      </a:r>
                      <a:r>
                        <a:rPr lang="en-US" dirty="0" err="1" smtClean="0"/>
                        <a:t>mengurangi</a:t>
                      </a:r>
                      <a:r>
                        <a:rPr lang="en-US" dirty="0" smtClean="0"/>
                        <a:t> </a:t>
                      </a:r>
                      <a:r>
                        <a:rPr lang="en-US" dirty="0" err="1" smtClean="0"/>
                        <a:t>sumber</a:t>
                      </a:r>
                      <a:r>
                        <a:rPr lang="en-US" dirty="0" smtClean="0"/>
                        <a:t> </a:t>
                      </a:r>
                      <a:r>
                        <a:rPr lang="en-US" dirty="0" err="1" smtClean="0"/>
                        <a:t>daya</a:t>
                      </a:r>
                      <a:r>
                        <a:rPr lang="en-US" dirty="0" smtClean="0"/>
                        <a:t> </a:t>
                      </a:r>
                      <a:r>
                        <a:rPr lang="en-US" dirty="0" err="1" smtClean="0"/>
                        <a:t>sendiri</a:t>
                      </a:r>
                      <a:r>
                        <a:rPr lang="en-US" dirty="0" smtClean="0"/>
                        <a:t> (</a:t>
                      </a:r>
                      <a:r>
                        <a:rPr lang="en-US" sz="1350" b="0" i="1" u="none" strike="noStrike" kern="1200" dirty="0" smtClean="0">
                          <a:solidFill>
                            <a:schemeClr val="dk1"/>
                          </a:solidFill>
                          <a:effectLst/>
                          <a:latin typeface="+mn-lt"/>
                          <a:ea typeface="+mn-ea"/>
                          <a:cs typeface="+mn-cs"/>
                        </a:rPr>
                        <a:t>Self-service</a:t>
                      </a:r>
                      <a:r>
                        <a:rPr lang="en-US" dirty="0" smtClean="0"/>
                        <a:t>).</a:t>
                      </a:r>
                      <a:endParaRPr lang="en-US" dirty="0"/>
                    </a:p>
                  </a:txBody>
                  <a:tcPr/>
                </a:tc>
                <a:extLst>
                  <a:ext uri="{0D108BD9-81ED-4DB2-BD59-A6C34878D82A}">
                    <a16:rowId xmlns:a16="http://schemas.microsoft.com/office/drawing/2014/main" val="610236670"/>
                  </a:ext>
                </a:extLst>
              </a:tr>
              <a:tr h="370840">
                <a:tc>
                  <a:txBody>
                    <a:bodyPr/>
                    <a:lstStyle/>
                    <a:p>
                      <a:r>
                        <a:rPr lang="en-US" dirty="0" smtClean="0"/>
                        <a:t>Model </a:t>
                      </a:r>
                      <a:r>
                        <a:rPr lang="en-US" dirty="0" err="1" smtClean="0"/>
                        <a:t>Biaya</a:t>
                      </a:r>
                      <a:endParaRPr lang="en-US" dirty="0"/>
                    </a:p>
                  </a:txBody>
                  <a:tcPr/>
                </a:tc>
                <a:tc>
                  <a:txBody>
                    <a:bodyPr/>
                    <a:lstStyle/>
                    <a:p>
                      <a:r>
                        <a:rPr lang="en-US" dirty="0" err="1" smtClean="0"/>
                        <a:t>Investasi</a:t>
                      </a:r>
                      <a:r>
                        <a:rPr lang="en-US" dirty="0" smtClean="0"/>
                        <a:t> </a:t>
                      </a:r>
                      <a:r>
                        <a:rPr lang="en-US" dirty="0" err="1" smtClean="0"/>
                        <a:t>awal</a:t>
                      </a:r>
                      <a:r>
                        <a:rPr lang="en-US" dirty="0" smtClean="0"/>
                        <a:t> </a:t>
                      </a:r>
                      <a:r>
                        <a:rPr lang="en-US" dirty="0" err="1" smtClean="0"/>
                        <a:t>perangkat</a:t>
                      </a:r>
                      <a:r>
                        <a:rPr lang="en-US" dirty="0" smtClean="0"/>
                        <a:t> </a:t>
                      </a:r>
                      <a:r>
                        <a:rPr lang="en-US" dirty="0" err="1" smtClean="0"/>
                        <a:t>keras</a:t>
                      </a:r>
                      <a:r>
                        <a:rPr lang="en-US" dirty="0" smtClean="0"/>
                        <a:t> (</a:t>
                      </a:r>
                      <a:r>
                        <a:rPr lang="en-US" sz="1350" b="0" i="1" u="none" strike="noStrike" kern="1200" dirty="0" smtClean="0">
                          <a:solidFill>
                            <a:schemeClr val="dk1"/>
                          </a:solidFill>
                          <a:effectLst/>
                          <a:latin typeface="+mn-lt"/>
                          <a:ea typeface="+mn-ea"/>
                          <a:cs typeface="+mn-cs"/>
                        </a:rPr>
                        <a:t>Capital Expenditure</a:t>
                      </a:r>
                      <a:r>
                        <a:rPr lang="en-US" dirty="0" smtClean="0"/>
                        <a:t> / </a:t>
                      </a:r>
                      <a:r>
                        <a:rPr lang="en-US" dirty="0" err="1" smtClean="0"/>
                        <a:t>CapEx</a:t>
                      </a:r>
                      <a:r>
                        <a:rPr lang="en-US" dirty="0" smtClean="0"/>
                        <a:t>).</a:t>
                      </a:r>
                      <a:endParaRPr lang="en-US" dirty="0"/>
                    </a:p>
                  </a:txBody>
                  <a:tcPr/>
                </a:tc>
                <a:tc>
                  <a:txBody>
                    <a:bodyPr/>
                    <a:lstStyle/>
                    <a:p>
                      <a:r>
                        <a:rPr lang="en-US" dirty="0" err="1" smtClean="0"/>
                        <a:t>pemakaian</a:t>
                      </a:r>
                      <a:r>
                        <a:rPr lang="en-US" dirty="0" smtClean="0"/>
                        <a:t> </a:t>
                      </a:r>
                      <a:r>
                        <a:rPr lang="en-US" dirty="0" err="1" smtClean="0"/>
                        <a:t>variabel</a:t>
                      </a:r>
                      <a:r>
                        <a:rPr lang="en-US" dirty="0" smtClean="0"/>
                        <a:t> (</a:t>
                      </a:r>
                      <a:r>
                        <a:rPr lang="en-US" sz="1350" b="0" i="1" u="none" strike="noStrike" kern="1200" dirty="0" smtClean="0">
                          <a:solidFill>
                            <a:schemeClr val="dk1"/>
                          </a:solidFill>
                          <a:effectLst/>
                          <a:latin typeface="+mn-lt"/>
                          <a:ea typeface="+mn-ea"/>
                          <a:cs typeface="+mn-cs"/>
                        </a:rPr>
                        <a:t>Operational Expenditure</a:t>
                      </a:r>
                      <a:r>
                        <a:rPr lang="en-US" dirty="0" smtClean="0"/>
                        <a:t> / </a:t>
                      </a:r>
                      <a:r>
                        <a:rPr lang="en-US" dirty="0" err="1" smtClean="0"/>
                        <a:t>OpEx</a:t>
                      </a:r>
                      <a:r>
                        <a:rPr lang="en-US" dirty="0" smtClean="0"/>
                        <a:t> - </a:t>
                      </a:r>
                      <a:r>
                        <a:rPr lang="en-US" sz="1350" b="0" i="1" u="none" strike="noStrike" kern="1200" dirty="0" smtClean="0">
                          <a:solidFill>
                            <a:schemeClr val="dk1"/>
                          </a:solidFill>
                          <a:effectLst/>
                          <a:latin typeface="+mn-lt"/>
                          <a:ea typeface="+mn-ea"/>
                          <a:cs typeface="+mn-cs"/>
                        </a:rPr>
                        <a:t>Pay-as-you-go</a:t>
                      </a:r>
                      <a:r>
                        <a:rPr lang="en-US" dirty="0" smtClean="0"/>
                        <a:t>).</a:t>
                      </a:r>
                      <a:endParaRPr lang="en-US" dirty="0"/>
                    </a:p>
                  </a:txBody>
                  <a:tcPr/>
                </a:tc>
                <a:extLst>
                  <a:ext uri="{0D108BD9-81ED-4DB2-BD59-A6C34878D82A}">
                    <a16:rowId xmlns:a16="http://schemas.microsoft.com/office/drawing/2014/main" val="2813788910"/>
                  </a:ext>
                </a:extLst>
              </a:tr>
              <a:tr h="370840">
                <a:tc>
                  <a:txBody>
                    <a:bodyPr/>
                    <a:lstStyle/>
                    <a:p>
                      <a:r>
                        <a:rPr lang="en-US" dirty="0" err="1" smtClean="0"/>
                        <a:t>Skalabilitas</a:t>
                      </a:r>
                      <a:endParaRPr lang="en-US" dirty="0"/>
                    </a:p>
                  </a:txBody>
                  <a:tcPr/>
                </a:tc>
                <a:tc>
                  <a:txBody>
                    <a:bodyPr/>
                    <a:lstStyle/>
                    <a:p>
                      <a:r>
                        <a:rPr lang="es-ES" dirty="0" smtClean="0"/>
                        <a:t>Manual dan </a:t>
                      </a:r>
                      <a:r>
                        <a:rPr lang="es-ES" dirty="0" err="1" smtClean="0"/>
                        <a:t>terbatas</a:t>
                      </a:r>
                      <a:r>
                        <a:rPr lang="es-ES" dirty="0" smtClean="0"/>
                        <a:t> pada </a:t>
                      </a:r>
                      <a:r>
                        <a:rPr lang="es-ES" dirty="0" err="1" smtClean="0"/>
                        <a:t>kapasitas</a:t>
                      </a:r>
                      <a:r>
                        <a:rPr lang="es-ES" dirty="0" smtClean="0"/>
                        <a:t> </a:t>
                      </a:r>
                      <a:r>
                        <a:rPr lang="es-ES" sz="1350" b="0" i="1" u="none" strike="noStrike" kern="1200" dirty="0" smtClean="0">
                          <a:solidFill>
                            <a:schemeClr val="dk1"/>
                          </a:solidFill>
                          <a:effectLst/>
                          <a:latin typeface="+mn-lt"/>
                          <a:ea typeface="+mn-ea"/>
                          <a:cs typeface="+mn-cs"/>
                        </a:rPr>
                        <a:t>hardware</a:t>
                      </a:r>
                      <a:r>
                        <a:rPr lang="es-ES" dirty="0" smtClean="0"/>
                        <a:t> </a:t>
                      </a:r>
                      <a:r>
                        <a:rPr lang="es-ES" dirty="0" err="1" smtClean="0"/>
                        <a:t>fisik</a:t>
                      </a:r>
                      <a:r>
                        <a:rPr lang="es-ES" dirty="0" smtClean="0"/>
                        <a:t> yang </a:t>
                      </a:r>
                      <a:r>
                        <a:rPr lang="es-ES" dirty="0" err="1" smtClean="0"/>
                        <a:t>dimiliki</a:t>
                      </a:r>
                      <a:r>
                        <a:rPr lang="es-ES" dirty="0" smtClean="0"/>
                        <a:t>.</a:t>
                      </a:r>
                      <a:endParaRPr lang="en-US" dirty="0"/>
                    </a:p>
                  </a:txBody>
                  <a:tcPr/>
                </a:tc>
                <a:tc>
                  <a:txBody>
                    <a:bodyPr/>
                    <a:lstStyle/>
                    <a:p>
                      <a:r>
                        <a:rPr lang="en-US" dirty="0" err="1" smtClean="0"/>
                        <a:t>Otomatis</a:t>
                      </a:r>
                      <a:r>
                        <a:rPr lang="en-US" dirty="0" smtClean="0"/>
                        <a:t> (</a:t>
                      </a:r>
                      <a:r>
                        <a:rPr lang="en-US" sz="1350" b="0" i="1" u="none" strike="noStrike" kern="1200" dirty="0" smtClean="0">
                          <a:solidFill>
                            <a:schemeClr val="dk1"/>
                          </a:solidFill>
                          <a:effectLst/>
                          <a:latin typeface="+mn-lt"/>
                          <a:ea typeface="+mn-ea"/>
                          <a:cs typeface="+mn-cs"/>
                        </a:rPr>
                        <a:t>Auto-scaling</a:t>
                      </a:r>
                      <a:r>
                        <a:rPr lang="en-US" dirty="0" smtClean="0"/>
                        <a:t>) </a:t>
                      </a:r>
                      <a:r>
                        <a:rPr lang="en-US" dirty="0" err="1" smtClean="0"/>
                        <a:t>dan</a:t>
                      </a:r>
                      <a:r>
                        <a:rPr lang="en-US" dirty="0" smtClean="0"/>
                        <a:t> </a:t>
                      </a:r>
                      <a:r>
                        <a:rPr lang="en-US" dirty="0" err="1" smtClean="0"/>
                        <a:t>hampir</a:t>
                      </a:r>
                      <a:r>
                        <a:rPr lang="en-US" dirty="0" smtClean="0"/>
                        <a:t> </a:t>
                      </a:r>
                      <a:r>
                        <a:rPr lang="en-US" dirty="0" err="1" smtClean="0"/>
                        <a:t>tidak</a:t>
                      </a:r>
                      <a:r>
                        <a:rPr lang="en-US" dirty="0" smtClean="0"/>
                        <a:t> </a:t>
                      </a:r>
                      <a:r>
                        <a:rPr lang="en-US" dirty="0" err="1" smtClean="0"/>
                        <a:t>terbatas</a:t>
                      </a:r>
                      <a:r>
                        <a:rPr lang="en-US" dirty="0" smtClean="0"/>
                        <a:t>.</a:t>
                      </a:r>
                      <a:endParaRPr lang="en-US" dirty="0"/>
                    </a:p>
                  </a:txBody>
                  <a:tcPr/>
                </a:tc>
                <a:extLst>
                  <a:ext uri="{0D108BD9-81ED-4DB2-BD59-A6C34878D82A}">
                    <a16:rowId xmlns:a16="http://schemas.microsoft.com/office/drawing/2014/main" val="89489169"/>
                  </a:ext>
                </a:extLst>
              </a:tr>
              <a:tr h="370840">
                <a:tc>
                  <a:txBody>
                    <a:bodyPr/>
                    <a:lstStyle/>
                    <a:p>
                      <a:r>
                        <a:rPr lang="en-US" dirty="0" err="1" smtClean="0"/>
                        <a:t>Utama</a:t>
                      </a:r>
                      <a:endParaRPr lang="en-US" dirty="0"/>
                    </a:p>
                  </a:txBody>
                  <a:tcPr/>
                </a:tc>
                <a:tc>
                  <a:txBody>
                    <a:bodyPr/>
                    <a:lstStyle/>
                    <a:p>
                      <a:r>
                        <a:rPr lang="fi-FI" dirty="0" smtClean="0"/>
                        <a:t>Optimalisasi dan efisiensi penggunaan satu perangkat keras fisik.</a:t>
                      </a:r>
                      <a:endParaRPr lang="en-US" dirty="0"/>
                    </a:p>
                  </a:txBody>
                  <a:tcPr/>
                </a:tc>
                <a:tc>
                  <a:txBody>
                    <a:bodyPr/>
                    <a:lstStyle/>
                    <a:p>
                      <a:r>
                        <a:rPr lang="en-US" dirty="0" err="1" smtClean="0"/>
                        <a:t>Menyediakan</a:t>
                      </a:r>
                      <a:r>
                        <a:rPr lang="en-US" dirty="0" smtClean="0"/>
                        <a:t> </a:t>
                      </a:r>
                      <a:r>
                        <a:rPr lang="en-US" dirty="0" err="1" smtClean="0"/>
                        <a:t>layanan</a:t>
                      </a:r>
                      <a:r>
                        <a:rPr lang="en-US" dirty="0" smtClean="0"/>
                        <a:t> </a:t>
                      </a:r>
                      <a:r>
                        <a:rPr lang="en-US" dirty="0" err="1" smtClean="0"/>
                        <a:t>komputasi</a:t>
                      </a:r>
                      <a:r>
                        <a:rPr lang="en-US" dirty="0" smtClean="0"/>
                        <a:t> yang </a:t>
                      </a:r>
                      <a:r>
                        <a:rPr lang="en-US" dirty="0" err="1" smtClean="0"/>
                        <a:t>fleksibel</a:t>
                      </a:r>
                      <a:r>
                        <a:rPr lang="en-US" dirty="0" smtClean="0"/>
                        <a:t>, </a:t>
                      </a:r>
                      <a:r>
                        <a:rPr lang="en-US" dirty="0" err="1" smtClean="0"/>
                        <a:t>cepat</a:t>
                      </a:r>
                      <a:r>
                        <a:rPr lang="en-US" dirty="0" smtClean="0"/>
                        <a:t>, </a:t>
                      </a:r>
                      <a:r>
                        <a:rPr lang="en-US" dirty="0" err="1" smtClean="0"/>
                        <a:t>dan</a:t>
                      </a:r>
                      <a:r>
                        <a:rPr lang="en-US" dirty="0" smtClean="0"/>
                        <a:t> </a:t>
                      </a:r>
                      <a:r>
                        <a:rPr lang="en-US" dirty="0" err="1" smtClean="0"/>
                        <a:t>mudah</a:t>
                      </a:r>
                      <a:r>
                        <a:rPr lang="en-US" dirty="0" smtClean="0"/>
                        <a:t> </a:t>
                      </a:r>
                      <a:r>
                        <a:rPr lang="en-US" dirty="0" err="1" smtClean="0"/>
                        <a:t>diakses</a:t>
                      </a:r>
                      <a:r>
                        <a:rPr lang="en-US" dirty="0" smtClean="0"/>
                        <a:t> </a:t>
                      </a:r>
                      <a:r>
                        <a:rPr lang="en-US" dirty="0" err="1" smtClean="0"/>
                        <a:t>pengguna</a:t>
                      </a:r>
                      <a:r>
                        <a:rPr lang="en-US" dirty="0" smtClean="0"/>
                        <a:t>.</a:t>
                      </a:r>
                      <a:endParaRPr lang="en-US" dirty="0"/>
                    </a:p>
                  </a:txBody>
                  <a:tcPr/>
                </a:tc>
                <a:extLst>
                  <a:ext uri="{0D108BD9-81ED-4DB2-BD59-A6C34878D82A}">
                    <a16:rowId xmlns:a16="http://schemas.microsoft.com/office/drawing/2014/main" val="3581771147"/>
                  </a:ext>
                </a:extLst>
              </a:tr>
            </a:tbl>
          </a:graphicData>
        </a:graphic>
      </p:graphicFrame>
    </p:spTree>
    <p:extLst>
      <p:ext uri="{BB962C8B-B14F-4D97-AF65-F5344CB8AC3E}">
        <p14:creationId xmlns:p14="http://schemas.microsoft.com/office/powerpoint/2010/main" val="182606879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p:cNvSpPr>
          <p:nvPr>
            <p:ph type="title"/>
          </p:nvPr>
        </p:nvSpPr>
        <p:spPr/>
        <p:txBody>
          <a:bodyPr/>
          <a:lstStyle/>
          <a:p>
            <a:r>
              <a:rPr lang="en-US" altLang="en-US" smtClean="0"/>
              <a:t>.</a:t>
            </a:r>
          </a:p>
        </p:txBody>
      </p:sp>
      <p:sp>
        <p:nvSpPr>
          <p:cNvPr id="4" name="Rectangle 3"/>
          <p:cNvSpPr/>
          <p:nvPr/>
        </p:nvSpPr>
        <p:spPr>
          <a:xfrm>
            <a:off x="0" y="0"/>
            <a:ext cx="9144000" cy="914400"/>
          </a:xfrm>
          <a:prstGeom prst="rect">
            <a:avLst/>
          </a:prstGeom>
          <a:solidFill>
            <a:srgbClr val="E42452">
              <a:alpha val="9411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Times New Roman" pitchFamily="16" charset="0"/>
              <a:buNone/>
              <a:defRPr/>
            </a:pPr>
            <a:r>
              <a:rPr lang="en-US" sz="3600" dirty="0" smtClean="0"/>
              <a:t>Architecture: Virtualization </a:t>
            </a:r>
            <a:r>
              <a:rPr lang="en-US" sz="3600" dirty="0"/>
              <a:t>and cloud computing</a:t>
            </a:r>
            <a:endParaRPr lang="en-US" sz="3600" b="1" dirty="0">
              <a:solidFill>
                <a:schemeClr val="bg1"/>
              </a:solidFill>
            </a:endParaRPr>
          </a:p>
        </p:txBody>
      </p:sp>
      <p:sp>
        <p:nvSpPr>
          <p:cNvPr id="95237" name="AutoShape 2" descr="http://image.slidesharecdn.com/virtualizationfinal-140301120900-phpapp02/95/introduction-to-virtualization-42-638.jpg?cb=1393697478"/>
          <p:cNvSpPr>
            <a:spLocks noChangeAspect="1" noChangeArrowheads="1"/>
          </p:cNvSpPr>
          <p:nvPr/>
        </p:nvSpPr>
        <p:spPr bwMode="auto">
          <a:xfrm>
            <a:off x="44989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1800">
              <a:latin typeface="Courier New" panose="02070309020205020404" pitchFamily="49" charset="0"/>
            </a:endParaRPr>
          </a:p>
        </p:txBody>
      </p:sp>
      <p:graphicFrame>
        <p:nvGraphicFramePr>
          <p:cNvPr id="3" name="Table 2"/>
          <p:cNvGraphicFramePr>
            <a:graphicFrameLocks noGrp="1"/>
          </p:cNvGraphicFramePr>
          <p:nvPr/>
        </p:nvGraphicFramePr>
        <p:xfrm>
          <a:off x="381000" y="1279525"/>
          <a:ext cx="8534399" cy="3279140"/>
        </p:xfrm>
        <a:graphic>
          <a:graphicData uri="http://schemas.openxmlformats.org/drawingml/2006/table">
            <a:tbl>
              <a:tblPr firstRow="1" bandRow="1">
                <a:tableStyleId>{5C22544A-7EE6-4342-B048-85BDC9FD1C3A}</a:tableStyleId>
              </a:tblPr>
              <a:tblGrid>
                <a:gridCol w="4038600">
                  <a:extLst>
                    <a:ext uri="{9D8B030D-6E8A-4147-A177-3AD203B41FA5}">
                      <a16:colId xmlns:a16="http://schemas.microsoft.com/office/drawing/2014/main" val="3967548876"/>
                    </a:ext>
                  </a:extLst>
                </a:gridCol>
                <a:gridCol w="4495799">
                  <a:extLst>
                    <a:ext uri="{9D8B030D-6E8A-4147-A177-3AD203B41FA5}">
                      <a16:colId xmlns:a16="http://schemas.microsoft.com/office/drawing/2014/main" val="1675884683"/>
                    </a:ext>
                  </a:extLst>
                </a:gridCol>
              </a:tblGrid>
              <a:tr h="370840">
                <a:tc>
                  <a:txBody>
                    <a:bodyPr/>
                    <a:lstStyle/>
                    <a:p>
                      <a:r>
                        <a:rPr lang="en-US" sz="1350" b="1" u="none" strike="noStrike" kern="1200" dirty="0" err="1" smtClean="0">
                          <a:solidFill>
                            <a:schemeClr val="lt1"/>
                          </a:solidFill>
                          <a:effectLst/>
                          <a:latin typeface="+mn-lt"/>
                          <a:ea typeface="+mn-ea"/>
                          <a:cs typeface="+mn-cs"/>
                        </a:rPr>
                        <a:t>Virtualisasi</a:t>
                      </a:r>
                      <a:endParaRPr lang="en-US" sz="1350" b="1" u="none" strike="noStrike" kern="1200" dirty="0">
                        <a:solidFill>
                          <a:schemeClr val="lt1"/>
                        </a:solidFill>
                        <a:effectLst/>
                        <a:latin typeface="+mn-lt"/>
                        <a:ea typeface="+mn-ea"/>
                        <a:cs typeface="+mn-cs"/>
                      </a:endParaRPr>
                    </a:p>
                  </a:txBody>
                  <a:tcPr/>
                </a:tc>
                <a:tc>
                  <a:txBody>
                    <a:bodyPr/>
                    <a:lstStyle/>
                    <a:p>
                      <a:r>
                        <a:rPr lang="en-US" dirty="0" smtClean="0"/>
                        <a:t>Cloud Infrastructure</a:t>
                      </a:r>
                      <a:endParaRPr lang="en-US" dirty="0"/>
                    </a:p>
                  </a:txBody>
                  <a:tcPr/>
                </a:tc>
                <a:extLst>
                  <a:ext uri="{0D108BD9-81ED-4DB2-BD59-A6C34878D82A}">
                    <a16:rowId xmlns:a16="http://schemas.microsoft.com/office/drawing/2014/main" val="182503245"/>
                  </a:ext>
                </a:extLst>
              </a:tr>
              <a:tr h="370840">
                <a:tc>
                  <a:txBody>
                    <a:bodyPr/>
                    <a:lstStyle/>
                    <a:p>
                      <a:r>
                        <a:rPr lang="en-US" sz="1350" b="1" u="none" strike="noStrike" kern="1200" dirty="0" smtClean="0">
                          <a:solidFill>
                            <a:schemeClr val="dk1"/>
                          </a:solidFill>
                          <a:effectLst/>
                          <a:latin typeface="+mn-lt"/>
                          <a:ea typeface="+mn-ea"/>
                          <a:cs typeface="+mn-cs"/>
                        </a:rPr>
                        <a:t>Hypervisor:</a:t>
                      </a:r>
                      <a:r>
                        <a:rPr lang="en-US" dirty="0" smtClean="0"/>
                        <a:t> </a:t>
                      </a:r>
                      <a:r>
                        <a:rPr lang="en-US" dirty="0" err="1" smtClean="0"/>
                        <a:t>Menggunakan</a:t>
                      </a:r>
                      <a:r>
                        <a:rPr lang="en-US" dirty="0" smtClean="0"/>
                        <a:t> </a:t>
                      </a:r>
                      <a:r>
                        <a:rPr lang="en-US" dirty="0" err="1" smtClean="0"/>
                        <a:t>perangkat</a:t>
                      </a:r>
                      <a:r>
                        <a:rPr lang="en-US" dirty="0" smtClean="0"/>
                        <a:t> </a:t>
                      </a:r>
                      <a:r>
                        <a:rPr lang="en-US" dirty="0" err="1" smtClean="0"/>
                        <a:t>lunak</a:t>
                      </a:r>
                      <a:r>
                        <a:rPr lang="en-US" dirty="0" smtClean="0"/>
                        <a:t> </a:t>
                      </a:r>
                      <a:r>
                        <a:rPr lang="en-US" dirty="0" err="1" smtClean="0"/>
                        <a:t>khusus</a:t>
                      </a:r>
                      <a:r>
                        <a:rPr lang="en-US" dirty="0" smtClean="0"/>
                        <a:t> (</a:t>
                      </a:r>
                      <a:r>
                        <a:rPr lang="en-US" dirty="0" err="1" smtClean="0"/>
                        <a:t>seperti</a:t>
                      </a:r>
                      <a:r>
                        <a:rPr lang="en-US" dirty="0" smtClean="0"/>
                        <a:t> VMware, Hyper-V, </a:t>
                      </a:r>
                      <a:r>
                        <a:rPr lang="en-US" dirty="0" err="1" smtClean="0"/>
                        <a:t>atau</a:t>
                      </a:r>
                      <a:r>
                        <a:rPr lang="en-US" dirty="0" smtClean="0"/>
                        <a:t> KVM) yang </a:t>
                      </a:r>
                      <a:r>
                        <a:rPr lang="en-US" dirty="0" err="1" smtClean="0"/>
                        <a:t>dipasang</a:t>
                      </a:r>
                      <a:r>
                        <a:rPr lang="en-US" dirty="0" smtClean="0"/>
                        <a:t> </a:t>
                      </a:r>
                      <a:r>
                        <a:rPr lang="en-US" dirty="0" err="1" smtClean="0"/>
                        <a:t>langsung</a:t>
                      </a:r>
                      <a:r>
                        <a:rPr lang="en-US" dirty="0" smtClean="0"/>
                        <a:t> di </a:t>
                      </a:r>
                      <a:r>
                        <a:rPr lang="en-US" dirty="0" err="1" smtClean="0"/>
                        <a:t>atas</a:t>
                      </a:r>
                      <a:r>
                        <a:rPr lang="en-US" dirty="0" smtClean="0"/>
                        <a:t> </a:t>
                      </a:r>
                      <a:r>
                        <a:rPr lang="en-US" sz="1350" b="0" i="1" u="none" strike="noStrike" kern="1200" dirty="0" smtClean="0">
                          <a:solidFill>
                            <a:schemeClr val="dk1"/>
                          </a:solidFill>
                          <a:effectLst/>
                          <a:latin typeface="+mn-lt"/>
                          <a:ea typeface="+mn-ea"/>
                          <a:cs typeface="+mn-cs"/>
                        </a:rPr>
                        <a:t>hardware</a:t>
                      </a:r>
                      <a:r>
                        <a:rPr lang="en-US" dirty="0" smtClean="0"/>
                        <a:t> </a:t>
                      </a:r>
                      <a:r>
                        <a:rPr lang="en-US" dirty="0" err="1" smtClean="0"/>
                        <a:t>untuk</a:t>
                      </a:r>
                      <a:r>
                        <a:rPr lang="en-US" dirty="0" smtClean="0"/>
                        <a:t> </a:t>
                      </a:r>
                      <a:r>
                        <a:rPr lang="en-US" dirty="0" err="1" smtClean="0"/>
                        <a:t>membuat</a:t>
                      </a:r>
                      <a:r>
                        <a:rPr lang="en-US" dirty="0" smtClean="0"/>
                        <a:t> </a:t>
                      </a:r>
                      <a:r>
                        <a:rPr lang="en-US" dirty="0" err="1" smtClean="0"/>
                        <a:t>lapisan</a:t>
                      </a:r>
                      <a:r>
                        <a:rPr lang="en-US" dirty="0" smtClean="0"/>
                        <a:t> virtual.</a:t>
                      </a:r>
                      <a:endParaRPr lang="en-US" dirty="0"/>
                    </a:p>
                  </a:txBody>
                  <a:tcPr/>
                </a:tc>
                <a:tc>
                  <a:txBody>
                    <a:bodyPr/>
                    <a:lstStyle/>
                    <a:p>
                      <a:r>
                        <a:rPr lang="en-US" sz="1350" b="1" u="none" strike="noStrike" kern="1200" dirty="0" err="1" smtClean="0">
                          <a:solidFill>
                            <a:schemeClr val="dk1"/>
                          </a:solidFill>
                          <a:effectLst/>
                          <a:latin typeface="+mn-lt"/>
                          <a:ea typeface="+mn-ea"/>
                          <a:cs typeface="+mn-cs"/>
                        </a:rPr>
                        <a:t>Layanan</a:t>
                      </a:r>
                      <a:r>
                        <a:rPr lang="en-US" sz="1350" b="1" u="none" strike="noStrike" kern="1200" dirty="0" smtClean="0">
                          <a:solidFill>
                            <a:schemeClr val="dk1"/>
                          </a:solidFill>
                          <a:effectLst/>
                          <a:latin typeface="+mn-lt"/>
                          <a:ea typeface="+mn-ea"/>
                          <a:cs typeface="+mn-cs"/>
                        </a:rPr>
                        <a:t> </a:t>
                      </a:r>
                      <a:r>
                        <a:rPr lang="en-US" sz="1350" b="1" u="none" strike="noStrike" kern="1200" dirty="0" err="1" smtClean="0">
                          <a:solidFill>
                            <a:schemeClr val="dk1"/>
                          </a:solidFill>
                          <a:effectLst/>
                          <a:latin typeface="+mn-lt"/>
                          <a:ea typeface="+mn-ea"/>
                          <a:cs typeface="+mn-cs"/>
                        </a:rPr>
                        <a:t>Mandiri</a:t>
                      </a:r>
                      <a:r>
                        <a:rPr lang="en-US" sz="1350" b="1" u="none" strike="noStrike" kern="1200" dirty="0" smtClean="0">
                          <a:solidFill>
                            <a:schemeClr val="dk1"/>
                          </a:solidFill>
                          <a:effectLst/>
                          <a:latin typeface="+mn-lt"/>
                          <a:ea typeface="+mn-ea"/>
                          <a:cs typeface="+mn-cs"/>
                        </a:rPr>
                        <a:t> (</a:t>
                      </a:r>
                      <a:r>
                        <a:rPr lang="en-US" sz="1350" b="1" i="1" u="none" strike="noStrike" kern="1200" dirty="0" smtClean="0">
                          <a:solidFill>
                            <a:schemeClr val="dk1"/>
                          </a:solidFill>
                          <a:effectLst/>
                          <a:latin typeface="+mn-lt"/>
                          <a:ea typeface="+mn-ea"/>
                          <a:cs typeface="+mn-cs"/>
                        </a:rPr>
                        <a:t>Self-Service</a:t>
                      </a:r>
                      <a:r>
                        <a:rPr lang="en-US" sz="1350" b="1" u="none" strike="noStrike" kern="1200" dirty="0" smtClean="0">
                          <a:solidFill>
                            <a:schemeClr val="dk1"/>
                          </a:solidFill>
                          <a:effectLst/>
                          <a:latin typeface="+mn-lt"/>
                          <a:ea typeface="+mn-ea"/>
                          <a:cs typeface="+mn-cs"/>
                        </a:rPr>
                        <a:t>):</a:t>
                      </a:r>
                      <a:r>
                        <a:rPr lang="en-US" dirty="0" smtClean="0"/>
                        <a:t> </a:t>
                      </a:r>
                      <a:r>
                        <a:rPr lang="en-US" dirty="0" err="1" smtClean="0"/>
                        <a:t>Pengguna</a:t>
                      </a:r>
                      <a:r>
                        <a:rPr lang="en-US" dirty="0" smtClean="0"/>
                        <a:t> </a:t>
                      </a:r>
                      <a:r>
                        <a:rPr lang="en-US" dirty="0" err="1" smtClean="0"/>
                        <a:t>bisa</a:t>
                      </a:r>
                      <a:r>
                        <a:rPr lang="en-US" dirty="0" smtClean="0"/>
                        <a:t> </a:t>
                      </a:r>
                      <a:r>
                        <a:rPr lang="en-US" dirty="0" err="1" smtClean="0"/>
                        <a:t>langsung</a:t>
                      </a:r>
                      <a:r>
                        <a:rPr lang="en-US" dirty="0" smtClean="0"/>
                        <a:t> </a:t>
                      </a:r>
                      <a:r>
                        <a:rPr lang="en-US" dirty="0" err="1" smtClean="0"/>
                        <a:t>menyewa</a:t>
                      </a:r>
                      <a:r>
                        <a:rPr lang="en-US" dirty="0" smtClean="0"/>
                        <a:t> server, </a:t>
                      </a:r>
                      <a:r>
                        <a:rPr lang="en-US" dirty="0" err="1" smtClean="0"/>
                        <a:t>penyimpanan</a:t>
                      </a:r>
                      <a:r>
                        <a:rPr lang="en-US" dirty="0" smtClean="0"/>
                        <a:t>, </a:t>
                      </a:r>
                      <a:r>
                        <a:rPr lang="en-US" dirty="0" err="1" smtClean="0"/>
                        <a:t>atau</a:t>
                      </a:r>
                      <a:r>
                        <a:rPr lang="en-US" dirty="0" smtClean="0"/>
                        <a:t> </a:t>
                      </a:r>
                      <a:r>
                        <a:rPr lang="en-US" dirty="0" err="1" smtClean="0"/>
                        <a:t>aplikasi</a:t>
                      </a:r>
                      <a:r>
                        <a:rPr lang="en-US" dirty="0" smtClean="0"/>
                        <a:t> </a:t>
                      </a:r>
                      <a:r>
                        <a:rPr lang="en-US" dirty="0" err="1" smtClean="0"/>
                        <a:t>lewat</a:t>
                      </a:r>
                      <a:r>
                        <a:rPr lang="en-US" dirty="0" smtClean="0"/>
                        <a:t> </a:t>
                      </a:r>
                      <a:r>
                        <a:rPr lang="en-US" sz="1350" b="0" i="1" u="none" strike="noStrike" kern="1200" dirty="0" smtClean="0">
                          <a:solidFill>
                            <a:schemeClr val="dk1"/>
                          </a:solidFill>
                          <a:effectLst/>
                          <a:latin typeface="+mn-lt"/>
                          <a:ea typeface="+mn-ea"/>
                          <a:cs typeface="+mn-cs"/>
                        </a:rPr>
                        <a:t>dashboard</a:t>
                      </a:r>
                      <a:r>
                        <a:rPr lang="en-US" dirty="0" smtClean="0"/>
                        <a:t> (</a:t>
                      </a:r>
                      <a:r>
                        <a:rPr lang="en-US" dirty="0" err="1" smtClean="0"/>
                        <a:t>seperti</a:t>
                      </a:r>
                      <a:r>
                        <a:rPr lang="en-US" dirty="0" smtClean="0"/>
                        <a:t> AWS, Google Cloud, </a:t>
                      </a:r>
                      <a:r>
                        <a:rPr lang="en-US" dirty="0" err="1" smtClean="0"/>
                        <a:t>atau</a:t>
                      </a:r>
                      <a:r>
                        <a:rPr lang="en-US" dirty="0" smtClean="0"/>
                        <a:t> Azure) </a:t>
                      </a:r>
                      <a:r>
                        <a:rPr lang="en-US" dirty="0" err="1" smtClean="0"/>
                        <a:t>tanpa</a:t>
                      </a:r>
                      <a:r>
                        <a:rPr lang="en-US" dirty="0" smtClean="0"/>
                        <a:t> </a:t>
                      </a:r>
                      <a:r>
                        <a:rPr lang="en-US" dirty="0" err="1" smtClean="0"/>
                        <a:t>bantuan</a:t>
                      </a:r>
                      <a:r>
                        <a:rPr lang="en-US" dirty="0" smtClean="0"/>
                        <a:t> admin TI.</a:t>
                      </a:r>
                      <a:endParaRPr lang="en-US" dirty="0"/>
                    </a:p>
                  </a:txBody>
                  <a:tcPr/>
                </a:tc>
                <a:extLst>
                  <a:ext uri="{0D108BD9-81ED-4DB2-BD59-A6C34878D82A}">
                    <a16:rowId xmlns:a16="http://schemas.microsoft.com/office/drawing/2014/main" val="3397643251"/>
                  </a:ext>
                </a:extLst>
              </a:tr>
              <a:tr h="370840">
                <a:tc>
                  <a:txBody>
                    <a:bodyPr/>
                    <a:lstStyle/>
                    <a:p>
                      <a:r>
                        <a:rPr lang="en-US" sz="1350" b="1" u="none" strike="noStrike" kern="1200" dirty="0" err="1" smtClean="0">
                          <a:solidFill>
                            <a:schemeClr val="dk1"/>
                          </a:solidFill>
                          <a:effectLst/>
                          <a:latin typeface="+mn-lt"/>
                          <a:ea typeface="+mn-ea"/>
                          <a:cs typeface="+mn-cs"/>
                        </a:rPr>
                        <a:t>Manajemen</a:t>
                      </a:r>
                      <a:r>
                        <a:rPr lang="en-US" sz="1350" b="1" u="none" strike="noStrike" kern="1200" dirty="0" smtClean="0">
                          <a:solidFill>
                            <a:schemeClr val="dk1"/>
                          </a:solidFill>
                          <a:effectLst/>
                          <a:latin typeface="+mn-lt"/>
                          <a:ea typeface="+mn-ea"/>
                          <a:cs typeface="+mn-cs"/>
                        </a:rPr>
                        <a:t> </a:t>
                      </a:r>
                      <a:r>
                        <a:rPr lang="en-US" sz="1350" b="1" u="none" strike="noStrike" kern="1200" dirty="0" err="1" smtClean="0">
                          <a:solidFill>
                            <a:schemeClr val="dk1"/>
                          </a:solidFill>
                          <a:effectLst/>
                          <a:latin typeface="+mn-lt"/>
                          <a:ea typeface="+mn-ea"/>
                          <a:cs typeface="+mn-cs"/>
                        </a:rPr>
                        <a:t>Terpusat</a:t>
                      </a:r>
                      <a:r>
                        <a:rPr lang="en-US" sz="1350" b="1" u="none" strike="noStrike" kern="1200" dirty="0" smtClean="0">
                          <a:solidFill>
                            <a:schemeClr val="dk1"/>
                          </a:solidFill>
                          <a:effectLst/>
                          <a:latin typeface="+mn-lt"/>
                          <a:ea typeface="+mn-ea"/>
                          <a:cs typeface="+mn-cs"/>
                        </a:rPr>
                        <a:t>:</a:t>
                      </a:r>
                      <a:r>
                        <a:rPr lang="en-US" sz="1350" b="0" u="none" strike="noStrike" kern="1200" dirty="0" smtClean="0">
                          <a:solidFill>
                            <a:schemeClr val="dk1"/>
                          </a:solidFill>
                          <a:effectLst/>
                          <a:latin typeface="+mn-lt"/>
                          <a:ea typeface="+mn-ea"/>
                          <a:cs typeface="+mn-cs"/>
                        </a:rPr>
                        <a:t> Admin TI </a:t>
                      </a:r>
                      <a:r>
                        <a:rPr lang="en-US" sz="1350" b="0" u="none" strike="noStrike" kern="1200" dirty="0" err="1" smtClean="0">
                          <a:solidFill>
                            <a:schemeClr val="dk1"/>
                          </a:solidFill>
                          <a:effectLst/>
                          <a:latin typeface="+mn-lt"/>
                          <a:ea typeface="+mn-ea"/>
                          <a:cs typeface="+mn-cs"/>
                        </a:rPr>
                        <a:t>mengontrol</a:t>
                      </a:r>
                      <a:r>
                        <a:rPr lang="en-US" sz="1350" b="0" u="none" strike="noStrike" kern="1200" dirty="0" smtClean="0">
                          <a:solidFill>
                            <a:schemeClr val="dk1"/>
                          </a:solidFill>
                          <a:effectLst/>
                          <a:latin typeface="+mn-lt"/>
                          <a:ea typeface="+mn-ea"/>
                          <a:cs typeface="+mn-cs"/>
                        </a:rPr>
                        <a:t> </a:t>
                      </a:r>
                      <a:r>
                        <a:rPr lang="en-US" sz="1350" b="0" u="none" strike="noStrike" kern="1200" dirty="0" err="1" smtClean="0">
                          <a:solidFill>
                            <a:schemeClr val="dk1"/>
                          </a:solidFill>
                          <a:effectLst/>
                          <a:latin typeface="+mn-lt"/>
                          <a:ea typeface="+mn-ea"/>
                          <a:cs typeface="+mn-cs"/>
                        </a:rPr>
                        <a:t>alokasi</a:t>
                      </a:r>
                      <a:r>
                        <a:rPr lang="en-US" sz="1350" b="0" u="none" strike="noStrike" kern="1200" dirty="0" smtClean="0">
                          <a:solidFill>
                            <a:schemeClr val="dk1"/>
                          </a:solidFill>
                          <a:effectLst/>
                          <a:latin typeface="+mn-lt"/>
                          <a:ea typeface="+mn-ea"/>
                          <a:cs typeface="+mn-cs"/>
                        </a:rPr>
                        <a:t> CPU, RAM, </a:t>
                      </a:r>
                      <a:r>
                        <a:rPr lang="en-US" sz="1350" b="0" u="none" strike="noStrike" kern="1200" dirty="0" err="1" smtClean="0">
                          <a:solidFill>
                            <a:schemeClr val="dk1"/>
                          </a:solidFill>
                          <a:effectLst/>
                          <a:latin typeface="+mn-lt"/>
                          <a:ea typeface="+mn-ea"/>
                          <a:cs typeface="+mn-cs"/>
                        </a:rPr>
                        <a:t>dan</a:t>
                      </a:r>
                      <a:r>
                        <a:rPr lang="en-US" sz="1350" b="0" u="none" strike="noStrike" kern="1200" dirty="0" smtClean="0">
                          <a:solidFill>
                            <a:schemeClr val="dk1"/>
                          </a:solidFill>
                          <a:effectLst/>
                          <a:latin typeface="+mn-lt"/>
                          <a:ea typeface="+mn-ea"/>
                          <a:cs typeface="+mn-cs"/>
                        </a:rPr>
                        <a:t> </a:t>
                      </a:r>
                      <a:r>
                        <a:rPr lang="en-US" sz="1350" b="0" u="none" strike="noStrike" kern="1200" dirty="0" err="1" smtClean="0">
                          <a:solidFill>
                            <a:schemeClr val="dk1"/>
                          </a:solidFill>
                          <a:effectLst/>
                          <a:latin typeface="+mn-lt"/>
                          <a:ea typeface="+mn-ea"/>
                          <a:cs typeface="+mn-cs"/>
                        </a:rPr>
                        <a:t>penyimpanan</a:t>
                      </a:r>
                      <a:r>
                        <a:rPr lang="en-US" sz="1350" b="0" u="none" strike="noStrike" kern="1200" dirty="0" smtClean="0">
                          <a:solidFill>
                            <a:schemeClr val="dk1"/>
                          </a:solidFill>
                          <a:effectLst/>
                          <a:latin typeface="+mn-lt"/>
                          <a:ea typeface="+mn-ea"/>
                          <a:cs typeface="+mn-cs"/>
                        </a:rPr>
                        <a:t> </a:t>
                      </a:r>
                      <a:r>
                        <a:rPr lang="en-US" sz="1350" b="0" u="none" strike="noStrike" kern="1200" dirty="0" err="1" smtClean="0">
                          <a:solidFill>
                            <a:schemeClr val="dk1"/>
                          </a:solidFill>
                          <a:effectLst/>
                          <a:latin typeface="+mn-lt"/>
                          <a:ea typeface="+mn-ea"/>
                          <a:cs typeface="+mn-cs"/>
                        </a:rPr>
                        <a:t>ke</a:t>
                      </a:r>
                      <a:r>
                        <a:rPr lang="en-US" sz="1350" b="0" u="none" strike="noStrike" kern="1200" dirty="0" smtClean="0">
                          <a:solidFill>
                            <a:schemeClr val="dk1"/>
                          </a:solidFill>
                          <a:effectLst/>
                          <a:latin typeface="+mn-lt"/>
                          <a:ea typeface="+mn-ea"/>
                          <a:cs typeface="+mn-cs"/>
                        </a:rPr>
                        <a:t> </a:t>
                      </a:r>
                      <a:r>
                        <a:rPr lang="en-US" sz="1350" b="0" u="none" strike="noStrike" kern="1200" dirty="0" err="1" smtClean="0">
                          <a:solidFill>
                            <a:schemeClr val="dk1"/>
                          </a:solidFill>
                          <a:effectLst/>
                          <a:latin typeface="+mn-lt"/>
                          <a:ea typeface="+mn-ea"/>
                          <a:cs typeface="+mn-cs"/>
                        </a:rPr>
                        <a:t>setiap</a:t>
                      </a:r>
                      <a:r>
                        <a:rPr lang="en-US" sz="1350" b="0" u="none" strike="noStrike" kern="1200" dirty="0" smtClean="0">
                          <a:solidFill>
                            <a:schemeClr val="dk1"/>
                          </a:solidFill>
                          <a:effectLst/>
                          <a:latin typeface="+mn-lt"/>
                          <a:ea typeface="+mn-ea"/>
                          <a:cs typeface="+mn-cs"/>
                        </a:rPr>
                        <a:t> </a:t>
                      </a:r>
                      <a:r>
                        <a:rPr lang="en-US" sz="1350" b="0" i="1" u="none" strike="noStrike" kern="1200" dirty="0" smtClean="0">
                          <a:solidFill>
                            <a:schemeClr val="dk1"/>
                          </a:solidFill>
                          <a:effectLst/>
                          <a:latin typeface="+mn-lt"/>
                          <a:ea typeface="+mn-ea"/>
                          <a:cs typeface="+mn-cs"/>
                        </a:rPr>
                        <a:t>Virtual Machine</a:t>
                      </a:r>
                      <a:r>
                        <a:rPr lang="en-US" sz="1350" b="0" u="none" strike="noStrike" kern="1200" dirty="0" smtClean="0">
                          <a:solidFill>
                            <a:schemeClr val="dk1"/>
                          </a:solidFill>
                          <a:effectLst/>
                          <a:latin typeface="+mn-lt"/>
                          <a:ea typeface="+mn-ea"/>
                          <a:cs typeface="+mn-cs"/>
                        </a:rPr>
                        <a:t> (VM) </a:t>
                      </a:r>
                      <a:r>
                        <a:rPr lang="en-US" sz="1350" b="0" u="none" strike="noStrike" kern="1200" dirty="0" err="1" smtClean="0">
                          <a:solidFill>
                            <a:schemeClr val="dk1"/>
                          </a:solidFill>
                          <a:effectLst/>
                          <a:latin typeface="+mn-lt"/>
                          <a:ea typeface="+mn-ea"/>
                          <a:cs typeface="+mn-cs"/>
                        </a:rPr>
                        <a:t>secara</a:t>
                      </a:r>
                      <a:r>
                        <a:rPr lang="en-US" sz="1350" b="0" u="none" strike="noStrike" kern="1200" dirty="0" smtClean="0">
                          <a:solidFill>
                            <a:schemeClr val="dk1"/>
                          </a:solidFill>
                          <a:effectLst/>
                          <a:latin typeface="+mn-lt"/>
                          <a:ea typeface="+mn-ea"/>
                          <a:cs typeface="+mn-cs"/>
                        </a:rPr>
                        <a:t> manual.</a:t>
                      </a:r>
                      <a:endParaRPr lang="en-US" dirty="0"/>
                    </a:p>
                  </a:txBody>
                  <a:tcPr/>
                </a:tc>
                <a:tc>
                  <a:txBody>
                    <a:bodyPr/>
                    <a:lstStyle/>
                    <a:p>
                      <a:r>
                        <a:rPr lang="en-US" sz="1350" b="1" u="none" strike="noStrike" kern="1200" dirty="0" smtClean="0">
                          <a:solidFill>
                            <a:schemeClr val="dk1"/>
                          </a:solidFill>
                          <a:effectLst/>
                          <a:latin typeface="+mn-lt"/>
                          <a:ea typeface="+mn-ea"/>
                          <a:cs typeface="+mn-cs"/>
                        </a:rPr>
                        <a:t>Multi-tenancy:</a:t>
                      </a:r>
                      <a:endParaRPr lang="en-US" sz="1350" b="0" u="none" strike="noStrike" kern="1200" dirty="0" smtClean="0">
                        <a:solidFill>
                          <a:schemeClr val="dk1"/>
                        </a:solidFill>
                        <a:effectLst/>
                        <a:latin typeface="+mn-lt"/>
                        <a:ea typeface="+mn-ea"/>
                        <a:cs typeface="+mn-cs"/>
                      </a:endParaRPr>
                    </a:p>
                    <a:p>
                      <a:r>
                        <a:rPr lang="en-US" dirty="0" err="1" smtClean="0"/>
                        <a:t>Satu</a:t>
                      </a:r>
                      <a:r>
                        <a:rPr lang="en-US" dirty="0" smtClean="0"/>
                        <a:t> </a:t>
                      </a:r>
                      <a:r>
                        <a:rPr lang="en-US" dirty="0" err="1" smtClean="0"/>
                        <a:t>infrastruktur</a:t>
                      </a:r>
                      <a:r>
                        <a:rPr lang="en-US" dirty="0" smtClean="0"/>
                        <a:t> </a:t>
                      </a:r>
                      <a:r>
                        <a:rPr lang="en-US" dirty="0" err="1" smtClean="0"/>
                        <a:t>fisik</a:t>
                      </a:r>
                      <a:r>
                        <a:rPr lang="en-US" dirty="0" smtClean="0"/>
                        <a:t> </a:t>
                      </a:r>
                      <a:r>
                        <a:rPr lang="en-US" dirty="0" err="1" smtClean="0"/>
                        <a:t>besar</a:t>
                      </a:r>
                      <a:r>
                        <a:rPr lang="en-US" dirty="0" smtClean="0"/>
                        <a:t> </a:t>
                      </a:r>
                      <a:r>
                        <a:rPr lang="en-US" dirty="0" err="1" smtClean="0"/>
                        <a:t>dibagi</a:t>
                      </a:r>
                      <a:r>
                        <a:rPr lang="en-US" dirty="0" smtClean="0"/>
                        <a:t> </a:t>
                      </a:r>
                      <a:r>
                        <a:rPr lang="en-US" dirty="0" err="1" smtClean="0"/>
                        <a:t>secara</a:t>
                      </a:r>
                      <a:r>
                        <a:rPr lang="en-US" dirty="0" smtClean="0"/>
                        <a:t> </a:t>
                      </a:r>
                      <a:r>
                        <a:rPr lang="en-US" dirty="0" err="1" smtClean="0"/>
                        <a:t>aman</a:t>
                      </a:r>
                      <a:r>
                        <a:rPr lang="en-US" dirty="0" smtClean="0"/>
                        <a:t> </a:t>
                      </a:r>
                      <a:r>
                        <a:rPr lang="en-US" dirty="0" err="1" smtClean="0"/>
                        <a:t>untuk</a:t>
                      </a:r>
                      <a:r>
                        <a:rPr lang="en-US" dirty="0" smtClean="0"/>
                        <a:t> </a:t>
                      </a:r>
                      <a:r>
                        <a:rPr lang="en-US" dirty="0" err="1" smtClean="0"/>
                        <a:t>banyak</a:t>
                      </a:r>
                      <a:r>
                        <a:rPr lang="en-US" dirty="0" smtClean="0"/>
                        <a:t> </a:t>
                      </a:r>
                      <a:r>
                        <a:rPr lang="en-US" dirty="0" err="1" smtClean="0"/>
                        <a:t>pengguna</a:t>
                      </a:r>
                      <a:r>
                        <a:rPr lang="en-US" dirty="0" smtClean="0"/>
                        <a:t> yang </a:t>
                      </a:r>
                      <a:r>
                        <a:rPr lang="en-US" dirty="0" err="1" smtClean="0"/>
                        <a:t>berbeda</a:t>
                      </a:r>
                      <a:r>
                        <a:rPr lang="en-US" dirty="0" smtClean="0"/>
                        <a:t> </a:t>
                      </a:r>
                      <a:r>
                        <a:rPr lang="en-US" dirty="0" err="1" smtClean="0"/>
                        <a:t>secara</a:t>
                      </a:r>
                      <a:r>
                        <a:rPr lang="en-US" dirty="0" smtClean="0"/>
                        <a:t> </a:t>
                      </a:r>
                      <a:r>
                        <a:rPr lang="en-US" dirty="0" err="1" smtClean="0"/>
                        <a:t>bersamaan</a:t>
                      </a:r>
                      <a:r>
                        <a:rPr lang="en-US" dirty="0" smtClean="0"/>
                        <a:t>.</a:t>
                      </a:r>
                      <a:endParaRPr lang="en-US" dirty="0"/>
                    </a:p>
                  </a:txBody>
                  <a:tcPr/>
                </a:tc>
                <a:extLst>
                  <a:ext uri="{0D108BD9-81ED-4DB2-BD59-A6C34878D82A}">
                    <a16:rowId xmlns:a16="http://schemas.microsoft.com/office/drawing/2014/main" val="147826031"/>
                  </a:ext>
                </a:extLst>
              </a:tr>
              <a:tr h="370840">
                <a:tc>
                  <a:txBody>
                    <a:bodyPr/>
                    <a:lstStyle/>
                    <a:p>
                      <a:r>
                        <a:rPr lang="en-US" sz="1350" b="1" u="none" strike="noStrike" kern="1200" dirty="0" err="1" smtClean="0">
                          <a:solidFill>
                            <a:schemeClr val="dk1"/>
                          </a:solidFill>
                          <a:effectLst/>
                          <a:latin typeface="+mn-lt"/>
                          <a:ea typeface="+mn-ea"/>
                          <a:cs typeface="+mn-cs"/>
                        </a:rPr>
                        <a:t>Efisiensi</a:t>
                      </a:r>
                      <a:r>
                        <a:rPr lang="en-US" sz="1350" b="1" u="none" strike="noStrike" kern="1200" dirty="0" smtClean="0">
                          <a:solidFill>
                            <a:schemeClr val="dk1"/>
                          </a:solidFill>
                          <a:effectLst/>
                          <a:latin typeface="+mn-lt"/>
                          <a:ea typeface="+mn-ea"/>
                          <a:cs typeface="+mn-cs"/>
                        </a:rPr>
                        <a:t>:</a:t>
                      </a:r>
                      <a:r>
                        <a:rPr lang="en-US" dirty="0" smtClean="0"/>
                        <a:t> </a:t>
                      </a:r>
                      <a:r>
                        <a:rPr lang="en-US" dirty="0" err="1" smtClean="0"/>
                        <a:t>Cocok</a:t>
                      </a:r>
                      <a:r>
                        <a:rPr lang="en-US" dirty="0" smtClean="0"/>
                        <a:t> </a:t>
                      </a:r>
                      <a:r>
                        <a:rPr lang="en-US" dirty="0" err="1" smtClean="0"/>
                        <a:t>untuk</a:t>
                      </a:r>
                      <a:r>
                        <a:rPr lang="en-US" dirty="0" smtClean="0"/>
                        <a:t> </a:t>
                      </a:r>
                      <a:r>
                        <a:rPr lang="en-US" dirty="0" err="1" smtClean="0"/>
                        <a:t>perusahaan</a:t>
                      </a:r>
                      <a:r>
                        <a:rPr lang="en-US" dirty="0" smtClean="0"/>
                        <a:t> yang </a:t>
                      </a:r>
                      <a:r>
                        <a:rPr lang="en-US" dirty="0" err="1" smtClean="0"/>
                        <a:t>ingin</a:t>
                      </a:r>
                      <a:r>
                        <a:rPr lang="en-US" dirty="0" smtClean="0"/>
                        <a:t> </a:t>
                      </a:r>
                      <a:r>
                        <a:rPr lang="en-US" dirty="0" err="1" smtClean="0"/>
                        <a:t>menghemat</a:t>
                      </a:r>
                      <a:r>
                        <a:rPr lang="en-US" dirty="0" smtClean="0"/>
                        <a:t> </a:t>
                      </a:r>
                      <a:r>
                        <a:rPr lang="en-US" dirty="0" err="1" smtClean="0"/>
                        <a:t>biaya</a:t>
                      </a:r>
                      <a:r>
                        <a:rPr lang="en-US" dirty="0" smtClean="0"/>
                        <a:t> </a:t>
                      </a:r>
                      <a:r>
                        <a:rPr lang="en-US" dirty="0" err="1" smtClean="0"/>
                        <a:t>pembelian</a:t>
                      </a:r>
                      <a:r>
                        <a:rPr lang="en-US" dirty="0" smtClean="0"/>
                        <a:t> server </a:t>
                      </a:r>
                      <a:r>
                        <a:rPr lang="en-US" dirty="0" err="1" smtClean="0"/>
                        <a:t>fisik</a:t>
                      </a:r>
                      <a:r>
                        <a:rPr lang="en-US" dirty="0" smtClean="0"/>
                        <a:t> </a:t>
                      </a:r>
                      <a:r>
                        <a:rPr lang="en-US" dirty="0" err="1" smtClean="0"/>
                        <a:t>dengan</a:t>
                      </a:r>
                      <a:r>
                        <a:rPr lang="en-US" dirty="0" smtClean="0"/>
                        <a:t> </a:t>
                      </a:r>
                      <a:r>
                        <a:rPr lang="en-US" dirty="0" err="1" smtClean="0"/>
                        <a:t>cara</a:t>
                      </a:r>
                      <a:r>
                        <a:rPr lang="en-US" dirty="0" smtClean="0"/>
                        <a:t> </a:t>
                      </a:r>
                      <a:r>
                        <a:rPr lang="en-US" dirty="0" err="1" smtClean="0"/>
                        <a:t>memaksimalkan</a:t>
                      </a:r>
                      <a:r>
                        <a:rPr lang="en-US" dirty="0" smtClean="0"/>
                        <a:t> </a:t>
                      </a:r>
                      <a:r>
                        <a:rPr lang="en-US" dirty="0" err="1" smtClean="0"/>
                        <a:t>kapasitas</a:t>
                      </a:r>
                      <a:r>
                        <a:rPr lang="en-US" dirty="0" smtClean="0"/>
                        <a:t> server yang </a:t>
                      </a:r>
                      <a:r>
                        <a:rPr lang="en-US" dirty="0" err="1" smtClean="0"/>
                        <a:t>sudah</a:t>
                      </a:r>
                      <a:r>
                        <a:rPr lang="en-US" dirty="0" smtClean="0"/>
                        <a:t> </a:t>
                      </a:r>
                      <a:r>
                        <a:rPr lang="en-US" dirty="0" err="1" smtClean="0"/>
                        <a:t>ada</a:t>
                      </a:r>
                      <a:r>
                        <a:rPr lang="en-US" dirty="0" smtClean="0"/>
                        <a:t> di </a:t>
                      </a:r>
                      <a:r>
                        <a:rPr lang="en-US" dirty="0" err="1" smtClean="0"/>
                        <a:t>kantor</a:t>
                      </a:r>
                      <a:r>
                        <a:rPr lang="en-US" dirty="0" smtClean="0"/>
                        <a:t> </a:t>
                      </a:r>
                      <a:r>
                        <a:rPr lang="en-US" dirty="0" err="1" smtClean="0"/>
                        <a:t>mereka</a:t>
                      </a:r>
                      <a:r>
                        <a:rPr lang="en-US" dirty="0" smtClean="0"/>
                        <a:t> </a:t>
                      </a:r>
                      <a:r>
                        <a:rPr lang="en-US" dirty="0" err="1" smtClean="0"/>
                        <a:t>sendiri</a:t>
                      </a:r>
                      <a:r>
                        <a:rPr lang="en-US" dirty="0" smtClean="0"/>
                        <a:t> (</a:t>
                      </a:r>
                      <a:r>
                        <a:rPr lang="en-US" sz="1350" b="0" i="1" u="none" strike="noStrike" kern="1200" dirty="0" err="1" smtClean="0">
                          <a:solidFill>
                            <a:schemeClr val="dk1"/>
                          </a:solidFill>
                          <a:effectLst/>
                          <a:latin typeface="+mn-lt"/>
                          <a:ea typeface="+mn-ea"/>
                          <a:cs typeface="+mn-cs"/>
                        </a:rPr>
                        <a:t>on-premise</a:t>
                      </a:r>
                      <a:r>
                        <a:rPr lang="en-US" dirty="0" smtClean="0"/>
                        <a:t>).</a:t>
                      </a:r>
                      <a:endParaRPr lang="en-US" dirty="0"/>
                    </a:p>
                  </a:txBody>
                  <a:tcPr/>
                </a:tc>
                <a:tc>
                  <a:txBody>
                    <a:bodyPr/>
                    <a:lstStyle/>
                    <a:p>
                      <a:r>
                        <a:rPr lang="en-US" sz="1350" b="1" u="none" strike="noStrike" kern="1200" dirty="0" err="1" smtClean="0">
                          <a:solidFill>
                            <a:schemeClr val="dk1"/>
                          </a:solidFill>
                          <a:effectLst/>
                          <a:latin typeface="+mn-lt"/>
                          <a:ea typeface="+mn-ea"/>
                          <a:cs typeface="+mn-cs"/>
                        </a:rPr>
                        <a:t>Konektivitas</a:t>
                      </a:r>
                      <a:r>
                        <a:rPr lang="en-US" sz="1350" b="1" u="none" strike="noStrike" kern="1200" dirty="0" smtClean="0">
                          <a:solidFill>
                            <a:schemeClr val="dk1"/>
                          </a:solidFill>
                          <a:effectLst/>
                          <a:latin typeface="+mn-lt"/>
                          <a:ea typeface="+mn-ea"/>
                          <a:cs typeface="+mn-cs"/>
                        </a:rPr>
                        <a:t> Luas:</a:t>
                      </a:r>
                      <a:r>
                        <a:rPr lang="en-US" sz="1350" b="0" u="none" strike="noStrike" kern="1200" dirty="0" smtClean="0">
                          <a:solidFill>
                            <a:schemeClr val="dk1"/>
                          </a:solidFill>
                          <a:effectLst/>
                          <a:latin typeface="+mn-lt"/>
                          <a:ea typeface="+mn-ea"/>
                          <a:cs typeface="+mn-cs"/>
                        </a:rPr>
                        <a:t> </a:t>
                      </a:r>
                      <a:r>
                        <a:rPr lang="en-US" sz="1350" b="0" u="none" strike="noStrike" kern="1200" dirty="0" err="1" smtClean="0">
                          <a:solidFill>
                            <a:schemeClr val="dk1"/>
                          </a:solidFill>
                          <a:effectLst/>
                          <a:latin typeface="+mn-lt"/>
                          <a:ea typeface="+mn-ea"/>
                          <a:cs typeface="+mn-cs"/>
                        </a:rPr>
                        <a:t>Layanan</a:t>
                      </a:r>
                      <a:r>
                        <a:rPr lang="en-US" sz="1350" b="0" u="none" strike="noStrike" kern="1200" dirty="0" smtClean="0">
                          <a:solidFill>
                            <a:schemeClr val="dk1"/>
                          </a:solidFill>
                          <a:effectLst/>
                          <a:latin typeface="+mn-lt"/>
                          <a:ea typeface="+mn-ea"/>
                          <a:cs typeface="+mn-cs"/>
                        </a:rPr>
                        <a:t> </a:t>
                      </a:r>
                      <a:r>
                        <a:rPr lang="en-US" sz="1350" b="0" u="none" strike="noStrike" kern="1200" dirty="0" err="1" smtClean="0">
                          <a:solidFill>
                            <a:schemeClr val="dk1"/>
                          </a:solidFill>
                          <a:effectLst/>
                          <a:latin typeface="+mn-lt"/>
                          <a:ea typeface="+mn-ea"/>
                          <a:cs typeface="+mn-cs"/>
                        </a:rPr>
                        <a:t>dapat</a:t>
                      </a:r>
                      <a:r>
                        <a:rPr lang="en-US" sz="1350" b="0" u="none" strike="noStrike" kern="1200" dirty="0" smtClean="0">
                          <a:solidFill>
                            <a:schemeClr val="dk1"/>
                          </a:solidFill>
                          <a:effectLst/>
                          <a:latin typeface="+mn-lt"/>
                          <a:ea typeface="+mn-ea"/>
                          <a:cs typeface="+mn-cs"/>
                        </a:rPr>
                        <a:t> </a:t>
                      </a:r>
                      <a:r>
                        <a:rPr lang="en-US" sz="1350" b="0" u="none" strike="noStrike" kern="1200" dirty="0" err="1" smtClean="0">
                          <a:solidFill>
                            <a:schemeClr val="dk1"/>
                          </a:solidFill>
                          <a:effectLst/>
                          <a:latin typeface="+mn-lt"/>
                          <a:ea typeface="+mn-ea"/>
                          <a:cs typeface="+mn-cs"/>
                        </a:rPr>
                        <a:t>diakses</a:t>
                      </a:r>
                      <a:r>
                        <a:rPr lang="en-US" sz="1350" b="0" u="none" strike="noStrike" kern="1200" dirty="0" smtClean="0">
                          <a:solidFill>
                            <a:schemeClr val="dk1"/>
                          </a:solidFill>
                          <a:effectLst/>
                          <a:latin typeface="+mn-lt"/>
                          <a:ea typeface="+mn-ea"/>
                          <a:cs typeface="+mn-cs"/>
                        </a:rPr>
                        <a:t> </a:t>
                      </a:r>
                      <a:r>
                        <a:rPr lang="en-US" sz="1350" b="0" u="none" strike="noStrike" kern="1200" dirty="0" err="1" smtClean="0">
                          <a:solidFill>
                            <a:schemeClr val="dk1"/>
                          </a:solidFill>
                          <a:effectLst/>
                          <a:latin typeface="+mn-lt"/>
                          <a:ea typeface="+mn-ea"/>
                          <a:cs typeface="+mn-cs"/>
                        </a:rPr>
                        <a:t>dari</a:t>
                      </a:r>
                      <a:r>
                        <a:rPr lang="en-US" sz="1350" b="0" u="none" strike="noStrike" kern="1200" dirty="0" smtClean="0">
                          <a:solidFill>
                            <a:schemeClr val="dk1"/>
                          </a:solidFill>
                          <a:effectLst/>
                          <a:latin typeface="+mn-lt"/>
                          <a:ea typeface="+mn-ea"/>
                          <a:cs typeface="+mn-cs"/>
                        </a:rPr>
                        <a:t> mana </a:t>
                      </a:r>
                      <a:r>
                        <a:rPr lang="en-US" sz="1350" b="0" u="none" strike="noStrike" kern="1200" dirty="0" err="1" smtClean="0">
                          <a:solidFill>
                            <a:schemeClr val="dk1"/>
                          </a:solidFill>
                          <a:effectLst/>
                          <a:latin typeface="+mn-lt"/>
                          <a:ea typeface="+mn-ea"/>
                          <a:cs typeface="+mn-cs"/>
                        </a:rPr>
                        <a:t>saja</a:t>
                      </a:r>
                      <a:r>
                        <a:rPr lang="en-US" sz="1350" b="0" u="none" strike="noStrike" kern="1200" dirty="0" smtClean="0">
                          <a:solidFill>
                            <a:schemeClr val="dk1"/>
                          </a:solidFill>
                          <a:effectLst/>
                          <a:latin typeface="+mn-lt"/>
                          <a:ea typeface="+mn-ea"/>
                          <a:cs typeface="+mn-cs"/>
                        </a:rPr>
                        <a:t> </a:t>
                      </a:r>
                      <a:r>
                        <a:rPr lang="en-US" sz="1350" b="0" u="none" strike="noStrike" kern="1200" dirty="0" err="1" smtClean="0">
                          <a:solidFill>
                            <a:schemeClr val="dk1"/>
                          </a:solidFill>
                          <a:effectLst/>
                          <a:latin typeface="+mn-lt"/>
                          <a:ea typeface="+mn-ea"/>
                          <a:cs typeface="+mn-cs"/>
                        </a:rPr>
                        <a:t>selama</a:t>
                      </a:r>
                      <a:r>
                        <a:rPr lang="en-US" sz="1350" b="0" u="none" strike="noStrike" kern="1200" dirty="0" smtClean="0">
                          <a:solidFill>
                            <a:schemeClr val="dk1"/>
                          </a:solidFill>
                          <a:effectLst/>
                          <a:latin typeface="+mn-lt"/>
                          <a:ea typeface="+mn-ea"/>
                          <a:cs typeface="+mn-cs"/>
                        </a:rPr>
                        <a:t> </a:t>
                      </a:r>
                      <a:r>
                        <a:rPr lang="en-US" sz="1350" b="0" u="none" strike="noStrike" kern="1200" dirty="0" err="1" smtClean="0">
                          <a:solidFill>
                            <a:schemeClr val="dk1"/>
                          </a:solidFill>
                          <a:effectLst/>
                          <a:latin typeface="+mn-lt"/>
                          <a:ea typeface="+mn-ea"/>
                          <a:cs typeface="+mn-cs"/>
                        </a:rPr>
                        <a:t>terhubung</a:t>
                      </a:r>
                      <a:r>
                        <a:rPr lang="en-US" sz="1350" b="0" u="none" strike="noStrike" kern="1200" dirty="0" smtClean="0">
                          <a:solidFill>
                            <a:schemeClr val="dk1"/>
                          </a:solidFill>
                          <a:effectLst/>
                          <a:latin typeface="+mn-lt"/>
                          <a:ea typeface="+mn-ea"/>
                          <a:cs typeface="+mn-cs"/>
                        </a:rPr>
                        <a:t> </a:t>
                      </a:r>
                      <a:r>
                        <a:rPr lang="en-US" sz="1350" b="0" u="none" strike="noStrike" kern="1200" dirty="0" err="1" smtClean="0">
                          <a:solidFill>
                            <a:schemeClr val="dk1"/>
                          </a:solidFill>
                          <a:effectLst/>
                          <a:latin typeface="+mn-lt"/>
                          <a:ea typeface="+mn-ea"/>
                          <a:cs typeface="+mn-cs"/>
                        </a:rPr>
                        <a:t>dengan</a:t>
                      </a:r>
                      <a:r>
                        <a:rPr lang="en-US" sz="1350" b="0" u="none" strike="noStrike" kern="1200" dirty="0" smtClean="0">
                          <a:solidFill>
                            <a:schemeClr val="dk1"/>
                          </a:solidFill>
                          <a:effectLst/>
                          <a:latin typeface="+mn-lt"/>
                          <a:ea typeface="+mn-ea"/>
                          <a:cs typeface="+mn-cs"/>
                        </a:rPr>
                        <a:t> </a:t>
                      </a:r>
                      <a:r>
                        <a:rPr lang="en-US" sz="1350" b="0" u="none" strike="noStrike" kern="1200" dirty="0" err="1" smtClean="0">
                          <a:solidFill>
                            <a:schemeClr val="dk1"/>
                          </a:solidFill>
                          <a:effectLst/>
                          <a:latin typeface="+mn-lt"/>
                          <a:ea typeface="+mn-ea"/>
                          <a:cs typeface="+mn-cs"/>
                        </a:rPr>
                        <a:t>jaringan</a:t>
                      </a:r>
                      <a:r>
                        <a:rPr lang="en-US" sz="1350" b="0" u="none" strike="noStrike" kern="1200" dirty="0" smtClean="0">
                          <a:solidFill>
                            <a:schemeClr val="dk1"/>
                          </a:solidFill>
                          <a:effectLst/>
                          <a:latin typeface="+mn-lt"/>
                          <a:ea typeface="+mn-ea"/>
                          <a:cs typeface="+mn-cs"/>
                        </a:rPr>
                        <a:t> internet </a:t>
                      </a:r>
                      <a:r>
                        <a:rPr lang="en-US" sz="1350" b="0" u="none" strike="noStrike" kern="1200" dirty="0" err="1" smtClean="0">
                          <a:solidFill>
                            <a:schemeClr val="dk1"/>
                          </a:solidFill>
                          <a:effectLst/>
                          <a:latin typeface="+mn-lt"/>
                          <a:ea typeface="+mn-ea"/>
                          <a:cs typeface="+mn-cs"/>
                        </a:rPr>
                        <a:t>atau</a:t>
                      </a:r>
                      <a:r>
                        <a:rPr lang="en-US" sz="1350" b="0" u="none" strike="noStrike" kern="1200" dirty="0" smtClean="0">
                          <a:solidFill>
                            <a:schemeClr val="dk1"/>
                          </a:solidFill>
                          <a:effectLst/>
                          <a:latin typeface="+mn-lt"/>
                          <a:ea typeface="+mn-ea"/>
                          <a:cs typeface="+mn-cs"/>
                        </a:rPr>
                        <a:t> intranet.</a:t>
                      </a:r>
                      <a:endParaRPr lang="en-US" sz="1350" b="0" u="none" strike="noStrike" kern="1200" dirty="0">
                        <a:solidFill>
                          <a:schemeClr val="dk1"/>
                        </a:solidFill>
                        <a:effectLst/>
                        <a:latin typeface="+mn-lt"/>
                        <a:ea typeface="+mn-ea"/>
                        <a:cs typeface="+mn-cs"/>
                      </a:endParaRPr>
                    </a:p>
                  </a:txBody>
                  <a:tcPr/>
                </a:tc>
                <a:extLst>
                  <a:ext uri="{0D108BD9-81ED-4DB2-BD59-A6C34878D82A}">
                    <a16:rowId xmlns:a16="http://schemas.microsoft.com/office/drawing/2014/main" val="2456764776"/>
                  </a:ext>
                </a:extLst>
              </a:tr>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468848525"/>
                  </a:ext>
                </a:extLst>
              </a:tr>
            </a:tbl>
          </a:graphicData>
        </a:graphic>
      </p:graphicFrame>
    </p:spTree>
    <p:extLst>
      <p:ext uri="{BB962C8B-B14F-4D97-AF65-F5344CB8AC3E}">
        <p14:creationId xmlns:p14="http://schemas.microsoft.com/office/powerpoint/2010/main" val="36969462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066093" y="3244334"/>
            <a:ext cx="1011815" cy="369332"/>
          </a:xfrm>
          <a:prstGeom prst="rect">
            <a:avLst/>
          </a:prstGeom>
        </p:spPr>
        <p:txBody>
          <a:bodyPr wrap="none">
            <a:spAutoFit/>
          </a:bodyPr>
          <a:lstStyle/>
          <a:p>
            <a:pPr algn="ctr" eaLnBrk="1" hangingPunct="1">
              <a:buFont typeface="Times New Roman" pitchFamily="16" charset="0"/>
              <a:buNone/>
              <a:defRPr/>
            </a:pPr>
            <a:r>
              <a:rPr lang="en-US" dirty="0" smtClean="0"/>
              <a:t>Thanks</a:t>
            </a:r>
            <a:endParaRPr lang="en-US" b="1" dirty="0">
              <a:solidFill>
                <a:schemeClr val="bg1"/>
              </a:solidFill>
            </a:endParaRPr>
          </a:p>
        </p:txBody>
      </p:sp>
    </p:spTree>
    <p:extLst>
      <p:ext uri="{BB962C8B-B14F-4D97-AF65-F5344CB8AC3E}">
        <p14:creationId xmlns:p14="http://schemas.microsoft.com/office/powerpoint/2010/main" val="2467820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TotalTime>
  <Words>1697</Words>
  <Application>Microsoft Office PowerPoint</Application>
  <PresentationFormat>On-screen Show (4:3)</PresentationFormat>
  <Paragraphs>338</Paragraphs>
  <Slides>37</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37</vt:i4>
      </vt:variant>
    </vt:vector>
  </HeadingPairs>
  <TitlesOfParts>
    <vt:vector size="48" baseType="lpstr">
      <vt:lpstr>Malgun Gothic</vt:lpstr>
      <vt:lpstr>Arial</vt:lpstr>
      <vt:lpstr>Calibri</vt:lpstr>
      <vt:lpstr>Calibri Light</vt:lpstr>
      <vt:lpstr>Cambria</vt:lpstr>
      <vt:lpstr>Comic Sans MS</vt:lpstr>
      <vt:lpstr>Courier New</vt:lpstr>
      <vt:lpstr>Times New Roman</vt:lpstr>
      <vt:lpstr>Tw Cen MT</vt:lpstr>
      <vt:lpstr>Wingdings</vt:lpstr>
      <vt:lpstr>Office Theme</vt:lpstr>
      <vt:lpstr>PowerPoint Presentation</vt:lpstr>
      <vt:lpstr>Virtualisation: Concept</vt:lpstr>
      <vt:lpstr>PowerPoint Presentation</vt:lpstr>
      <vt:lpstr>Virtualization Architecture</vt:lpstr>
      <vt:lpstr>PowerPoint Presentation</vt:lpstr>
      <vt:lpstr>Hypervisor</vt:lpstr>
      <vt:lpstr>Types of Hypervisors</vt:lpstr>
      <vt:lpstr>Type-1 Hypervisor</vt:lpstr>
      <vt:lpstr>Hypervisors</vt:lpstr>
      <vt:lpstr>Type 1 and Type 2</vt:lpstr>
      <vt:lpstr>Features of Type-1 and 2 Hypervisor</vt:lpstr>
      <vt:lpstr>Virtualization</vt:lpstr>
      <vt:lpstr>Types of Virtualization</vt:lpstr>
      <vt:lpstr>Hardware Virtualization</vt:lpstr>
      <vt:lpstr>Hardware Virtualization:</vt:lpstr>
      <vt:lpstr>PowerPoint Presentation</vt:lpstr>
      <vt:lpstr>Full virtualization</vt:lpstr>
      <vt:lpstr>Fig.</vt:lpstr>
      <vt:lpstr>Para-virtualization</vt:lpstr>
      <vt:lpstr>Fig.</vt:lpstr>
      <vt:lpstr>Hardware Virtualization: Subtypes</vt:lpstr>
      <vt:lpstr>Software Virtualization</vt:lpstr>
      <vt:lpstr>Software Virtualization :Subtypes</vt:lpstr>
      <vt:lpstr>Memory Virtualization</vt:lpstr>
      <vt:lpstr>Memory Virtualization: Subtypes</vt:lpstr>
      <vt:lpstr>Storage Virtualization</vt:lpstr>
      <vt:lpstr>Storage Virtualization: Subtypes</vt:lpstr>
      <vt:lpstr>Storage Virtualization: Subtypes</vt:lpstr>
      <vt:lpstr>Data Virtualization</vt:lpstr>
      <vt:lpstr>Network Virtualization</vt:lpstr>
      <vt:lpstr>Network Virtualization :Subtypes</vt:lpstr>
      <vt:lpstr>Desktop Virtualization</vt:lpstr>
      <vt:lpstr>Types of Virtualization: At a</vt:lpstr>
      <vt:lpstr>Benefits of Virtualization</vt:lpstr>
      <vt:lpstr>.</vt:lpstr>
      <vt:lpst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pds</dc:title>
  <dc:creator>pds</dc:creator>
  <cp:lastModifiedBy>user</cp:lastModifiedBy>
  <cp:revision>50</cp:revision>
  <dcterms:created xsi:type="dcterms:W3CDTF">2018-11-06T08:18:00Z</dcterms:created>
  <dcterms:modified xsi:type="dcterms:W3CDTF">2026-09-14T02:17:10Z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2018-09-11T22:00:00Z</vt:filetime>
  </property>
  <property fmtid="{D5CDD505-2E9C-101B-9397-08002B2CF9AE}" pid="3" name="LastSaved">
    <vt:filetime>2018-11-06T22:00:00Z</vt:filetime>
  </property>
  <property fmtid="{D5CDD505-2E9C-101B-9397-08002B2CF9AE}" pid="4" name="KSOProductBuildVer">
    <vt:lpwstr>1033-11.2.0.11440</vt:lpwstr>
  </property>
  <property fmtid="{D5CDD505-2E9C-101B-9397-08002B2CF9AE}" pid="5" name="ICV">
    <vt:lpwstr>9EB96D6A5EE04315A1EA0CAB20E9226F</vt:lpwstr>
  </property>
</Properties>
</file>