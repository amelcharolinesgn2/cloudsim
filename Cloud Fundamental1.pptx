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5"/>
  </p:notesMasterIdLst>
  <p:sldIdLst>
    <p:sldId id="498" r:id="rId2"/>
    <p:sldId id="256" r:id="rId3"/>
    <p:sldId id="257" r:id="rId4"/>
    <p:sldId id="281" r:id="rId5"/>
    <p:sldId id="268" r:id="rId6"/>
    <p:sldId id="258" r:id="rId7"/>
    <p:sldId id="282" r:id="rId8"/>
    <p:sldId id="279" r:id="rId9"/>
    <p:sldId id="259" r:id="rId10"/>
    <p:sldId id="260" r:id="rId11"/>
    <p:sldId id="261" r:id="rId12"/>
    <p:sldId id="262" r:id="rId13"/>
    <p:sldId id="263" r:id="rId14"/>
    <p:sldId id="264" r:id="rId15"/>
    <p:sldId id="265" r:id="rId16"/>
    <p:sldId id="393" r:id="rId17"/>
    <p:sldId id="394" r:id="rId18"/>
    <p:sldId id="396" r:id="rId19"/>
    <p:sldId id="397" r:id="rId20"/>
    <p:sldId id="398" r:id="rId21"/>
    <p:sldId id="395" r:id="rId22"/>
    <p:sldId id="297" r:id="rId23"/>
    <p:sldId id="266" r:id="rId24"/>
    <p:sldId id="267" r:id="rId25"/>
    <p:sldId id="298" r:id="rId26"/>
    <p:sldId id="450" r:id="rId27"/>
    <p:sldId id="300" r:id="rId28"/>
    <p:sldId id="299" r:id="rId29"/>
    <p:sldId id="301" r:id="rId30"/>
    <p:sldId id="306" r:id="rId31"/>
    <p:sldId id="307" r:id="rId32"/>
    <p:sldId id="308" r:id="rId33"/>
    <p:sldId id="309" r:id="rId34"/>
    <p:sldId id="310" r:id="rId35"/>
    <p:sldId id="311" r:id="rId36"/>
    <p:sldId id="312" r:id="rId37"/>
    <p:sldId id="313" r:id="rId38"/>
    <p:sldId id="314" r:id="rId39"/>
    <p:sldId id="315" r:id="rId40"/>
    <p:sldId id="320" r:id="rId41"/>
    <p:sldId id="321" r:id="rId42"/>
    <p:sldId id="330" r:id="rId43"/>
    <p:sldId id="340" r:id="rId44"/>
    <p:sldId id="346" r:id="rId45"/>
    <p:sldId id="322" r:id="rId46"/>
    <p:sldId id="324" r:id="rId47"/>
    <p:sldId id="329" r:id="rId48"/>
    <p:sldId id="497" r:id="rId49"/>
    <p:sldId id="325" r:id="rId50"/>
    <p:sldId id="326" r:id="rId51"/>
    <p:sldId id="327" r:id="rId52"/>
    <p:sldId id="342" r:id="rId53"/>
    <p:sldId id="343" r:id="rId54"/>
    <p:sldId id="344" r:id="rId55"/>
    <p:sldId id="347" r:id="rId56"/>
    <p:sldId id="345" r:id="rId57"/>
    <p:sldId id="348" r:id="rId58"/>
    <p:sldId id="349" r:id="rId59"/>
    <p:sldId id="350" r:id="rId60"/>
    <p:sldId id="353" r:id="rId61"/>
    <p:sldId id="351" r:id="rId62"/>
    <p:sldId id="354" r:id="rId63"/>
    <p:sldId id="355" r:id="rId64"/>
    <p:sldId id="356" r:id="rId65"/>
    <p:sldId id="357" r:id="rId66"/>
    <p:sldId id="358" r:id="rId67"/>
    <p:sldId id="359" r:id="rId68"/>
    <p:sldId id="360" r:id="rId69"/>
    <p:sldId id="370" r:id="rId70"/>
    <p:sldId id="371" r:id="rId71"/>
    <p:sldId id="400" r:id="rId72"/>
    <p:sldId id="372" r:id="rId73"/>
    <p:sldId id="399" r:id="rId7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0">
          <p15:clr>
            <a:srgbClr val="A4A3A4"/>
          </p15:clr>
        </p15:guide>
        <p15:guide id="2" pos="283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0" d="100"/>
          <a:sy n="80" d="100"/>
        </p:scale>
        <p:origin x="84" y="414"/>
      </p:cViewPr>
      <p:guideLst>
        <p:guide orient="horz" pos="2150"/>
        <p:guide pos="2832"/>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ink/ink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1084 261,'35'370,"-35"-317,-18 53,1-35,17-1,0 18,-18 142,18-142,-17-18,-1 107,0 87,18-140,-35 193,0-70,17-141,-17 0,17 105,-17-34,17-89,-17 141,35-158,-17-18,-1-1,71 1,17-35,-17 0,18-1,105 19,106 16</inkml:trace>
</inkml:ink>
</file>

<file path=ppt/ink/ink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975 463,'-70'300,"52"-230,-17 213,17-107,1-53,17-17,-18 123,1-123,17 106,-18 141,18-283,0 54,0 158,0-176,0-53,0 0,18-1,-1 1,1 0,70-17,546 16</inkml:trace>
</inkml:ink>
</file>

<file path=ppt/ink/ink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5751 1596,'-159'-265,"89"195,17 17,-53 17,-264-122,211 87,0 18,1-17,-266-89,266 141,-160-17,159 35,-299 0,334 18,-17-1,18 1,17 0,-265 87,266-69,-19 17,18 17,-17 18,-89 89,-229 264,247-194,106-124,35-17,-70 123,87-123,1 0,-18 105,18-17,35-88,0 0,0 123,35 300,36-123,17-141,194 246,-17-17,-177-371,106 89,229 158,-317-317,0 18,0-18,282 70,-282-105,229 35,-71-36,-123-17,230-53,-248 18,71-18,-88 18,0 0,106-36,-124 36,0-18,18 0,-18 0,159-141,-194 106,35 17,-17 1,-19-18,1 0,-17-1,34 1,-17-18,18-105,-1 87,18-123,-52 106,-1 18,0-1,-17-34,17-125,-17 125,-1-319,-17 319,0-19,0 19,0-1,-17 0,-54-370,-52 176</inkml:trace>
</inkml:ink>
</file>

<file path=ppt/ink/ink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724 878,'247'159,"-89"-71,1 17,17 19,159 105,-177-106,-34-35,-18 18</inkml:trace>
</inkml:ink>
</file>

<file path=ppt/ink/ink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1335 905,'-106'335,"36"-106,-230 617,177-546</inkml:trace>
</inkml:ink>
</file>

<file path=ppt/ink/ink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401 266,'35'335,"-17"-229,-1 35,-17 124,0-107,18 371,-18-299,0 17,18 17,-1 18,19 300,-19-282,18 0,-35-18,18 18,-36 511,1-564,17 194,0-265,17 1,36 175,0-158</inkml:trace>
</inkml:ink>
</file>

<file path=ppt/ink/ink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973 2873,'35'458,"-35"-370,177-246,87-72,124-105,106-53,53-52,546-354,-264 212,-547 406,-105 70,-71 35,-54 36,-104 53,-54-1,-53 19,0-1</inkml:trace>
</inkml:ink>
</file>

<file path=ppt/ink/ink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1207 2135,'194'247,"-141"-124,-53 19,18-19,-18-17,17-18,-17-17,18-19,70-69,441-212,-17-1,175-52,1518-794,-1623 741,-106 53,-158 70,-142 71,-141 53,-70 0</inkml:trace>
</inkml:ink>
</file>

<file path=ppt/ink/ink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94 60,'0'423,"34"-265,-17-34,-17 334,0-370,0-35,-51-53</inkml:trace>
</inkml:ink>
</file>

<file path=ppt/ink/ink1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831 59,'-264'300,"176"-212,-1-18,-104 106,140-123,0 18,176 87,-52-87,140 70,-88-71,1 1,69 34,-122-87,-18 0,0-18</inkml:trace>
</inkml:ink>
</file>

<file path=ppt/ink/ink1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148 69,'52'405,"-34"-246,-1-36,-17 0,18 71,-18-124,0-17,0 18</inkml:trace>
</inkml:ink>
</file>

<file path=ppt/ink/ink1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184 57,'18'335,"-18"-159,-18 0,36-35,-18 0,0-18,17-52,1-1,34 36,-17-53</inkml:trace>
</inkml:ink>
</file>

<file path=ppt/ink/ink1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205 213,'352'18,"19"-71,-178 18,-16 18,-19-18,160 0,-354 87,-52 1</inkml:trace>
</inkml:ink>
</file>

<file path=ppt/ink/ink1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243 65,'17'352,"-17"-193,0 0,17-1,-17-34,17 105</inkml:trace>
</inkml:ink>
</file>

<file path=ppt/ink/ink1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2137 82,'-318'-35,"213"70,-1 0,-17 1,-71 52,123-35,-52 35,176-18,35-35,0 1,159 34,-36 18,-70 18,-106 35,-158-106,35 0,-229 18,123-35,124-18,-1 0,1-18,52-35</inkml:trace>
</inkml:ink>
</file>

<file path=ppt/ink/ink1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1445 50,'-158'317,"123"-194,17-17,-17 17,-35 106,70-176,-53-35</inkml:trace>
</inkml:ink>
</file>

<file path=ppt/ink/ink1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1086 47,'299'106,"-176"105,18 18,-70-141,105 194</inkml:trace>
</inkml:ink>
</file>

<file path=ppt/ink/ink1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1081 637,'317'-53,"-70"18,-141 17,87-70,-52-35,-52-89,-89 142,0 246,17-88,1 18,-1 0,19 17,-19-17,36 105,-35-123,-1-17,1-19,0 89,-71-105,17-107</inkml:trace>
</inkml:ink>
</file>

<file path=ppt/ink/ink1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1142 85,'440'-53,"-264"123,-35 1,-88-36,-35 176,-177-52,36-71,-212 35</inkml:trace>
</inkml:ink>
</file>

<file path=ppt/ink/ink2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2763 911,'-300'-159,"124"106,-71 0,106 53,-371 53,160 71,210-36,-334 300,406-194,52-106,36-18,35 71,17-105,106 34,-87-52,34-18,106-18,18-88,-106 18,-88 70,89 18,-19 177,-70-89,88 88,-35-123,0 0,-36 0,142-36,0-87,-107 17,1 0,-35 0,140-105,-158 122,36 54,-19 17,1 1,17-1,0 0,177 0,-177-52,176-89,-105-17,-88 52,-1-88,-87 71,-72 35,1 18,106 88,388 106,-160-159,-140-18,106-123,-159 70,17-123,-70 106,-17-17,-71-125,-1 89,-140-70,53 123,-159-36,176 107,-176 34,247 1,17 17,-17 71,-89-229,54 87,-300 1,281 53,-87 70,141-18,35 18,0 71,53-18,0-88,247 18,-141-89</inkml:trace>
</inkml:ink>
</file>

<file path=ppt/ink/ink2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3986 1011,'-406'-335,"265"300,-18-36,-17 36,-230-18,195 53,-19 0,-193 106,211-36,36 36,35 35,0 0,53 36,-18-1,53-17,0 123,53-158,123 17,-52-141,17-36,0-17,1 1,-37-1,19 17,-53 107,-54 105,19-70,87 212,89-142,-35-141,17 0,194-70,-159-18,283-194,-336 194,-35 1,-17 16,-18 19,106 17,-36 70,-52 1,17-18,106 52,-71-69,18-19,18-17,-18 0,18-35,0-18,352-264,-458 264,-18-18,18 71,247 194,-194-176,141-18,-141-53,194-176,-230 123,1-70,-71 87,0 36,-18-17,-17 17,-1 0,-69-35,193 176,-35-88,0 0,0-18,52-123,-105 53,-70-141,-1 88,-370-265,247 300,0 18,0 35,-158 18,16 70,107 89,159-71,17 17,17 54,36-71,106 17,18-52,-36-142,-123 36,-18 35,-265-17,212 87,18 19,0 16,17 37,19 87</inkml:trace>
</inkml:ink>
</file>

<file path=ppt/ink/ink2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919 223,'18'317,"-1"-176,1 18,17-1,-18 1,18-18,18 229,-18-176,-35-141</inkml:trace>
</inkml:ink>
</file>

<file path=ppt/ink/ink2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910 370,'282'-141,"-194"141,53 18,0 17,-88 18,35 105,-88-88,-36-17,1 0,-141 88,123-124,-88 1,88-18,1-18</inkml:trace>
</inkml:ink>
</file>

<file path=ppt/ink/ink2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962 230,'106'352,"-71"-246,0-36,141-123,-140-17,34-36,-35 1,53 140,1 88,-54-53,106 1,-88-89</inkml:trace>
</inkml:ink>
</file>

<file path=ppt/ink/ink2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1014 195,'141'335,"-53"0,-53-177,18 195,-71-300,18 0,-53-159,53 53,0-88,0 70,106-34,-53 87,0 0,17 18,0 0,-17 36,0-19,0 19,-35 16,17 54,-88-53,0-18,-17-17,-177 0,106-36,71-17</inkml:trace>
</inkml:ink>
</file>

<file path=ppt/ink/ink2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1063 190,'53'370,"-53"-229,0-18,18 18,17 35,141-105,-88-124,-35 18,0-18,-35-18,17 18,0 1,0-19,-35 1,36 140,-1 53,18-52,53 52,-36-88,53-123,-87 35,69-87,-52 69,0 18,53-88,-159 124,-158 211,193-124,-17-17,35 0,88 70,-18-105,195-107,-159 19</inkml:trace>
</inkml:ink>
</file>

<file path=ppt/ink/ink2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1116 198,'34'0</inkml:trace>
</inkml:ink>
</file>

<file path=ppt/ink/ink2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451 680,'194'-247,"-159"194,-52-53,-36 89,-35-1,35 18,0 18,18 70,35 0,0 18,0-1,35 389,-17-318,35 317,-36-369,-17 70,-17-53</inkml:trace>
</inkml:ink>
</file>

<file path=ppt/ink/ink2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466 701,'176'-264,"-105"193,17 18,35-17,71 105,-141 0,-36 18,19 0,-142 123,53-105,-176 87,141-123,0-17,-71-36,36-17</inkml:trace>
</inkml:ink>
</file>

<file path=ppt/ink/ink3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414 244,'282'158,"-229"-87,-1-1,-34-17,0 123,-18-123,35-177,-17 36,52 1,-17 16,-18-17,18 35,0-17,35 70,0 211,-71-140,-17 87,0-88,18-17,0 0</inkml:trace>
</inkml:ink>
</file>

<file path=ppt/ink/ink3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452 229,'34'0</inkml:trace>
</inkml:ink>
</file>

<file path=ppt/ink/ink3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453 229,'458'475,"-387"-422,52 53,-70-124,0-52,-18-18,53-36,18 72,-18 34,89-17,-107 17,106-17,-405 123,123-35,18 0,0-18,18 18,-18 105,140-52,1-106,88 0,-88-35,18-1,17-140,-88 88,-35 0,35 194,70-53,-17 0,0-1,106-34</inkml:trace>
</inkml:ink>
</file>

<file path=ppt/ink/ink3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537 189,'88'352,"-88"-228,18 17,-1 105,1-122,0 210,17-263,0 35,141-177,-87-87,-37 52,37-70,-160 246,53 18,54 18,281-53,-211-71,158-105,-193 35</inkml:trace>
</inkml:ink>
</file>

<file path=ppt/ink/ink3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545 602,'405'-211,"-211"140,-36 18,89-17,-194 70</inkml:trace>
</inkml:ink>
</file>

<file path=ppt/ink/ink3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51 543,'317'53,"-175"-53,52 0,35 0,18-35,282-71,229-35,-564 88,-18 36,36-54,-89 36</inkml:trace>
</inkml:ink>
</file>

<file path=ppt/ink/ink3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998 243,'317'0,"-123"18,18-1,35-17,35 18,371-36,-36-17,-35-17,-353 34,177-17,-142 18,-405 52,0 0</inkml:trace>
</inkml:ink>
</file>

<file path=ppt/ink/ink3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452 792,'211'282,"-175"-229,17 0,-1-35,54-36,70-88,-52 1,34-1,1-17,211-212,-282 229,-17 18,-18 53,0-18</inkml:trace>
</inkml:ink>
</file>

<file path=ppt/ink/ink3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1153 753,'211'211,"-158"-140,18-71,-1-18,300-141,-193 54,-19-1,142-88,-159 106,88-53,-141 88,0 36,1-1</inkml:trace>
</inkml:ink>
</file>

<file path=ppt/ink/ink3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26 345,'176'352,"-18"-140,-70-106,176 281,-211-281,-35-53,-18 18</inkml:trace>
</inkml:ink>
</file>

<file path=ppt/ink/ink4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46 334,'229'300,"176"228,-334-440,-18-17,0-18,35 53</inkml:trace>
</inkml:ink>
</file>

<file path=ppt/ink/ink4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49 2306,'159'-264,"-124"211,0 0,36-71,-36 54,18 70,-18 53,89 141,17-106,-53-229,-88 53,0 0,-36-89,19 107,-1-19,53 142,1 0,52 53,0 0,0 53,247 458,-211-405,-19-18,-34-18,-54-35,-122 141,34-246,-35-1,18-18,0-17,-141-88,194 18,17-283,106 0,0 142,-17 17,70-247,-88-265,-194 459,35 124,-211-195,140 177,124 106,1-18,175 247,-17-88,123 141,176 282,-334-370,-53-89,-107-140,1-71,53 52,-18-193,71 212,-18 17,35 0,35 0,54-18,-36 54,-17 34,105 36,-106-18,-17 36,-35-18,0 0,-18 0,-36 17,1 1,-36-18,-17 0,0 0,0-18,-124-17,142-54,52-34,1-1</inkml:trace>
</inkml:ink>
</file>

<file path=ppt/ink/ink4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135 606,'370'106,"-264"-18,-36-35,0 35,-122-88,-19-35,36-18,-53-141,53 106,35 0,-18 0,36-35,52 123,1 88,52 53,-53-53,142 123</inkml:trace>
</inkml:ink>
</file>

<file path=ppt/ink/ink4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103 242,'34'0</inkml:trace>
</inkml:ink>
</file>

<file path=ppt/ink/ink4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840 1315,'-282'-159,"246"230,1 52,18-35,52 141,-18-158,89 17,17-70,1-177,-124 88,35-193,-70 158,0-35,-18 36,-212-336,107 265,87 105,-52-52,141 176,17 17,0 18,159 124,-88-106,70 158,-70-141,-18-17,105 123,-104-141,87-193,-141 16,-17 1</inkml:trace>
</inkml:ink>
</file>

<file path=ppt/ink/ink4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340 454,'229'211,"-176"-176,-1-17,37-53,-54-36,-35-70,-71-105,-34 246,16 35,-228 317,194-211</inkml:trace>
</inkml:ink>
</file>

<file path=ppt/ink/ink4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8 4284,'300'-194,"-88"89,-89-1,0 0,19-35,193-177,-141 107,194-230,-194 211,247-246,-230 212,389-389,-318 336,-176 175,123-175,-299 440</inkml:trace>
</inkml:ink>
</file>

<file path=ppt/ink/ink4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60 3996,'229'-246,"-123"122,17-35,54-17,17-53,17-18,1 0,247-318,-195 283,247-247,-299 300,335-371,-441 512,-54 106</inkml:trace>
</inkml:ink>
</file>

<file path=ppt/ink/ink4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251 923,'-158'317,"105"-88,35 18,36-141,87 193,-16-263,-37-54,178-141,-160 71,-17 18,-18-1,-17 1,0-18,-71 70,17 88,89 107,0-124,141-71,-141-35,35-70,-70 70,-1 0,-17-18,-70 1,-36 70,53 0,0 0,0 18,-35-1,124-70,-1-17,18-1,17 18,71-105,36 105,-125 123,-16-17,87 159,-141-71,-34-229,52 17,-36-176,36 159,0-35,88 88,18 140,-53-69,53 69,-71-193,-35-35,0 52,18-87,-1 105,124 106,-88 0,-17 0,52 52,17-17</inkml:trace>
</inkml:ink>
</file>

<file path=ppt/ink/ink4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133 1861,'265'159,"-248"-106,-70-124,53 18,-17-35,17 0,17-18,1-52,52 69,-17 89,53 53,-53 0,-18 18,71 70,-106-88,0-1,-18 1,-34-53,-1-123,53 70,0-17,0-1,17 18,-17 0,53 0,0 1,18 16,-1 36,-17 18,0 35,70 70,-87-52,-19-124,1-18,-36 18,1-88,-1 89,18-37,88 160,0-18,36-53,-36-212,-88 142,0-1,18 1,-18-1,35 124,-18 0,72 88,-36-141,52-194,-87 124,17 17,-17 0,70 18,-17 88,34-36,19-70,-71 36,246-89</inkml:trace>
</inkml:ink>
</file>

<file path=ppt/ink/ink5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243 481,'34'0</inkml:trace>
</inkml:ink>
</file>

<file path=ppt/ink/ink5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244 398,'53'300,"-18"-177,36 0,105 318,-53-195,-88-158,71 142</inkml:trace>
</inkml:ink>
</file>

<file path=ppt/ink/ink5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270 514,'282'194,"-230"-194,-34-123,-18-18,53 141,17 70,-17 19,0 34,0 18,35 193,-88-175,-35 88,-18-159,-159 53,36-177</inkml:trace>
</inkml:ink>
</file>

<file path=ppt/ink/ink5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247 1044,'176'-264,"-53"175,-17 1,17 18,106-71</inkml:trace>
</inkml:ink>
</file>

<file path=ppt/ink/ink5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20 4982,'317'-176,"-228"123,17-35,35 0,317-265,-281 194,34 0,1-35,264-211,247-230,-282 247,-247 194,441-318,-264 177,-195 176,265-193,-335 281,35-52,-71 52,-175 177</inkml:trace>
</inkml:ink>
</file>

<file path=ppt/ink/ink5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37 4942,'282'-141,"-88"0,-70 53,-19-18,213-141,-159 106,599-476,-387 317,-177 124,352-283,124-70,-511 405,-18 1,0-1,-17 1,140-124,-158 106,106-53,-106 88,-36 18,1 0,-1 35,72-53,-90 177</inkml:trace>
</inkml:ink>
</file>

<file path=ppt/ink/ink5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442 571,'-17'388,"17"-124,0-141,17 1,-17-18,17 193,-17-211,0 71,0-106,17 53</inkml:trace>
</inkml:ink>
</file>

<file path=ppt/ink/ink5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418 732,'352'0,"-211"0,0-35,-35 0,105-18,-140 18,52 17,-70 36,-18 35,1 105,16 283,-52-318,18 1,0-19,17 178,-35-213,18 36,-18-53,0 0,-36 35,-157-35,104-18,-16-18,-142 54,124-53,-54 17,125-35,-36 18</inkml:trace>
</inkml:ink>
</file>

<file path=ppt/ink/ink5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604 545,'70'335,"-52"-194,17 0,18 159,0-36,-36-141,1-34,17 69,-17-87,-1-18</inkml:trace>
</inkml:ink>
</file>

<file path=ppt/ink/ink5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697 766,'423'-35,"-282"0,0-1,-35 1,-18 17,141-34,-124 34,-52 18,0 35,-18 18,-17 35,35 282,-35-35,-36-159,0-35,1 71,-1-142,0-17,-158 18,106-71,-36 0,18 0,-53 17,-264 19,264-19,-88 54,176-54,0 19</inkml:trace>
</inkml:ink>
</file>

<file path=ppt/ink/ink6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290 720,'-35'317,"53"-35,-1-123,54 140,-19-140,36 70,-53-123,-17-36,35 1,17-89,-17-17</inkml:trace>
</inkml:ink>
</file>

<file path=ppt/ink/ink6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261 963,'299'-35,"-158"17,-17-35,-1 18,194-53,-246 70,-1 18,53 35,-70 18,0 106,-18-18,-17 317,0-282,-18 106,-18-158,0 52,-35-141,1-35,-1-17,-35 17,0-18,-18 18,-17 0,17 0,-17 0,-89 35,124 1,-18 17</inkml:trace>
</inkml:ink>
</file>

<file path=ppt/ink/ink6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410 729,'70'317,"-17"-88,-35-105,-1-1,1-17,52 176,-52-230,-18 1,17 18,-17-18</inkml:trace>
</inkml:ink>
</file>

<file path=ppt/ink/ink6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412 987,'282'-53,"-176"53,17-35,265-53,-265 53,71-18,-106 35,53 18,-123 53,0 0,-1 0,-17 17,0 1,0 52,18 18,-18 0,17 18,1-18,0 0,-1 0,1-35,0-1,-18-34,-53 70,-53-106,18-17,-106-1,-35 1,0 0,52 17,125-35,-1 18</inkml:trace>
</inkml:ink>
</file>

<file path=ppt/ink/ink6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618 707,'88'370,"-17"-53,-54-140,54 140,-54-176,-17-18,0 53,0-87</inkml:trace>
</inkml:ink>
</file>

<file path=ppt/ink/ink6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609 1064,'405'-88,"-264"70,159-52,-35-1,-124 36,-36 0,89 0,-123 17,-18 18,35 0,-18 35,1 230,-54-177,19 123,-36-105,35 141,-17-89,-18-69,0 140,-18-159,18 1,-18-18,1-1,-19 1,-87 35,35-52,-18-1,0 0,-17-17,-141 17,122-17,1 17,-105 0,158-17,-1-1,37-17</inkml:trace>
</inkml:ink>
</file>

<file path=ppt/ink/ink6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565 322,'247'194,"-177"-141,18 0,1 0,16 17,-17-17,18 17,-18 19,1-1,-1-18,17 1,160 175,-124-122,-71-89,19 36,-213-107</inkml:trace>
</inkml:ink>
</file>

<file path=ppt/ink/ink6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552 326,'88'334,"17"-175,-87-107,0 1,34-35</inkml:trace>
</inkml:ink>
</file>

<file path=ppt/ink/ink6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551 362,'317'-35,"-141"70,36 0,-107 0,160-35,-212-18</inkml:trace>
</inkml:ink>
</file>

<file path=ppt/ink/ink6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778 360,'-247'176,"458"-141,-158-17,0 17,17 18,-17 35,-35-35,-36 17,-87 89,52-124,-70 35,70-52,-53-18,18-18,36-35,34-105,36 87</inkml:trace>
</inkml:ink>
</file>

<file path=ppt/ink/ink7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621 891,'247'-211,"-212"105,-35 36,-35 17,-36 18,0 17,19 36,-1 17,0 0,-71 159,107-106,-1 0,36 0,-1 71,89-36,-53-105,18-36,105-70,0-88,-88 88,1-18,-1 0,0 18,71-70,-106 140,-1 53,-69-87,-36 34,-53 18,0 53,53 17,-70 265,105-265,54 71,52-35,-18-106,89-70,-71-1,-17 1,17-1,-35-17,-18 18,0 17,1 0,-1-17,0 158,-17-18,-18 18,17-17,1 17,-18-36,0 1,18 0,52-106,-34 0,16-35,37 18,-19 35,-17 70,18 53,-1-53,1 18,-1-35,-17-54,0-34,-35 17,-1-70,-34 0,-19 52,283 106,-176 1,-1-1,-34 18,-19 0,-52 158,-36-70,19-53,122-176,124-141,-141 176,0-53,0 71,-88 106,-1 175,54-140,17-53,194-36</inkml:trace>
</inkml:ink>
</file>

<file path=ppt/ink/ink7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826 330,'-106'388,"71"-247,0 18,0-1,17 89,18-159,141 71,-18-106,-35-18,141 336,-264-248,-71 71,36-106,17-17,-18-19,1-69,0-18</inkml:trace>
</inkml:ink>
</file>

<file path=ppt/ink/ink7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632 416,'299'-51,"-211"51</inkml:trace>
</inkml:ink>
</file>

<file path=ppt/ink/ink7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546 350,'317'87</inkml:trace>
</inkml:ink>
</file>

<file path=ppt/ink/ink7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774 1781,'353'-89,"88"-34,88-53,70-36,-316 107,34-1,442-141,-389 124,-229 70,35-17,-193 17,-36 0,-18 0</inkml:trace>
</inkml:ink>
</file>

<file path=ppt/ink/ink7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983 294,'299'159,"-229"-124,-17 18,-53 0,-18 17,-34 36,17-1,-176 336,158-282</inkml:trace>
</inkml:ink>
</file>

<file path=ppt/ink/ink7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837 399,'141'370,"-123"18,-1-283,-17 36,141-70,-88-89,176-158,-88 0,-88 88,35-89,-123 107,-35 88,17-1,-88 177,123-106,18-17,18-1,-1 18,72 0,-37-70,89-106,-70 0,35-124,-53 107,105-160,-69 160,-37 87,19 0,-18 18,35 53,-53 18,-17-19,-1 19,-87 176,52-177,-70 1,-35-89,-18-70,194 70,35 18,-35-17,35-1,-35-17,0 17,17-52,1-36,-18-35,17 53,-17 88,35 18,18 105,-89-70,-17 17,-52 89,16-89,1-17,-18 18</inkml:trace>
</inkml:ink>
</file>

<file path=ppt/ink/ink7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1027 777,'-35'317,"53"-211,52-88,-17-36,18-17,-1-18,1-35,87-106,-105 106,-35 158,-18 71,17-88,54 71,87-195,-87-17,-53 35,-18 0,-18-52,-70 69,17 19,18-1,1 18,-1 0,0-53,88 0,18 18,17-18,19 18,69-18,-17 18,-88 53,-35 34,-36 1,18 35,53-35,35 0,18 0,-53-35,53 52,-106 1,-36-19,-17-16,-17-1,17 0,0-17,0-1,-17-17</inkml:trace>
</inkml:ink>
</file>

<file path=ppt/ink/ink7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1079 324,'35'405,"-35"-299,0 17,0 18,18-35,17-18,0 0,18 1,0-19,0-35,17 1,1-36,17-36,0-17</inkml:trace>
</inkml:ink>
</file>

<file path=ppt/ink/ink7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1077 629,'581'-281</inkml:trace>
</inkml:ink>
</file>

<file path=ppt/ink/ink8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5954 1318,'-229'-229,"159"176,-107-70,-87 17,140 71,-17 0,-141-18,35 53,141 0,-211 105,211-34,-70 70,-1 35,54-17,70-71,17 0,1-17,18 0,-1-19,-17 54,-36-53,18-88,-106-18,-176 0,194 35,-17 18,16 0,1 18,-264 106,281-72,-87 90,105-37,-35 125,88-107,-35 124,70-124,18 71,0-88,53 141,-18-194,36 70,-36-52,53 17,53 53,-88-88,0 35,35 53,-35-70,0 17,35-17,0 17,18-35,124 52,140-122,-247-36,89-123,-124 87,106-122,-123 105,-18 53,-18 106,88 88,-52-70,-1-1,19 1,387 176,-212-212,-140-53,440-246,-352 70,-106 88,-18 0,71-53,-54 36,-34 70,-18 53,35 71,-35-36,18 18,246 141,-35-141,-141-18,18-35,317-88,-194-18,-141 35,-35 18,0-35,-18-18,-35 1,0-125,-53 125,-18-1,1 18,-54-89,124 213,18-19,193-105,-105-53,-88 35,-19-17,1-89,-53 89,-17 17,-1 0,-17 0,-71-123,53 141,-35-18,-177-106,71 142,-70 52,176 53,-1-17,19 35,17 0,0 0,0 53,53 35,53-106,35-70,0-54,-70 37,0-72,-18 71,-36 0,1-17,-35-1,-1 1,-105-18,-36 35,106 35,18 18,-71 53,89-18,-1 36,18-18,0 17,18 1,18-18,-19 17,19 89,17-89,0-17</inkml:trace>
</inkml:ink>
</file>

<file path=ppt/ink/ink8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4502 2357,'-370'-159,"141"71,-18-18,123 36,-246-159,88 35,158 106,-17-1,-176-51,158 69,-352-123,352 141,18 0,18 1,-1 16,18 1,36 0,-1 17,1-17,70 105,0 36,17-35,-17 17,-17 70,-1-69,18 69,0-105,0 0</inkml:trace>
</inkml:ink>
</file>

<file path=ppt/ink/ink8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742 616,'353'87,"-195"-87,159 0,-176-18,-17 18,-1-17,106 0,-176 17,0 0,0 34,18 18</inkml:trace>
</inkml:ink>
</file>

<file path=ppt/ink/ink8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3271 905,'-317'35,"176"-53,-18 1,18 17,-388-53,177 53,175-17,1 17,-106 17,158 1,54-18,17 0,176-105</inkml:trace>
</inkml:ink>
</file>

<file path=ppt/ink/ink8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1521 742,'-247'211,"159"-140,18-18,-177 141,194-142,-17 19,52-1,71 18,17-17,159 17,-123-35,229 0,-229-36,70 1,-123 0</inkml:trace>
</inkml:ink>
</file>

<file path=ppt/ink/ink8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7113 1785,'-370'18,"264"-36,-17 0,-1-17,-34 0,-19 0,18 17,-17-17,-36 17,1-17,-601-53,530 53,-282-18,264 18,-35-18,-230-53,283 54,18-19,17 18,53 0,17 1,-87-1,-36 53,212 17,35 19,0-142</inkml:trace>
</inkml:ink>
</file>

<file path=ppt/ink/ink8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517 791,'106'388,"-89"-265,54 317,-53-369,-1-18,18 0</inkml:trace>
</inkml:ink>
</file>

<file path=ppt/ink/ink8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525 919,'335'-52,"-159"35,0 0,1-1,16 1,-34 17,0 0</inkml:trace>
</inkml:ink>
</file>

<file path=ppt/ink/ink8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7714 3394,'-194'-229,"89"159,-142-107,88 89,-335-212,318 212,-195-88,160 88,-248-106,212 106,-264-89,246 71,0 18,-546-159,247 89,317 87,-18 1,1-1,17 18,0 0,-88-17,176 34,-35-34,35 17,177 106,-1 70,-17 36,18-53,-18-18,53 53,-18-53,53 53</inkml:trace>
</inkml:ink>
</file>

<file path=ppt/ink/ink8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523 604,'317'35,"-176"-35,71 0,457-70,-457 70,176 17</inkml:trace>
</inkml:ink>
</file>

<file path=ppt/ink/ink9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9710 1517,'-352'35,"228"-35,-334-35,281 17,-458-17,141 18,212-1,-670-17,616 35,-34-18,17-17,1 17,-760-87,760 69,-283-52,317 53,-246-53,299 70,-370-70,494 88,-212-35,265 35,141 211,-35-105,17 17,0 1,0-1,-17-35,88 53,-89-88,1 0,-106 0</inkml:trace>
</inkml:ink>
</file>

<file path=ppt/ink/ink9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359 888,'370'35,"-211"-35,35 0,387-70,-510 70,-18-17</inkml:trace>
</inkml:ink>
</file>

<file path=ppt/ink/ink9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332 647,'-104'335,"87"-124,17-123,0 71,17-19,18-34,17-35</inkml:trace>
</inkml:ink>
</file>

<file path=ppt/ink/ink9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208 642,'282'300,"-194"-212,17 17,54 72,-107-89,19 53,-71-88</inkml:trace>
</inkml:ink>
</file>

<file path=ppt/ink/ink9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201 1229,'317'-123,"-193"70,528-352</inkml:trace>
</inkml:ink>
</file>

<file path=ppt/ink/ink9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339 588,'123'370,"-17"-159,-71-105,0-36,-35-17</inkml:trace>
</inkml:ink>
</file>

<file path=ppt/ink/ink9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343 996,'194'-247,"-53"141,-53 71,0 18,-18 17,-17-18,0 71,-70 0,-107 105,54-70,-142 142,159-178,177-69,-36-36,35 18,-17-1,-18 19,88 17,-105 17,-18 72,-194 245,-18-140,71-106,-71 89</inkml:trace>
</inkml:ink>
</file>

<file path=ppt/ink/ink9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625 514,'-70'387,"52"-281,18-18,0-35,35 0,459-141,-107-18,-228 71,-54 17,-16 18</inkml:trace>
</inkml:ink>
</file>

<file path=ppt/ink/ink9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515 699,'141'317,"-89"-212,-16 1,16 0,1-18</inkml:trace>
</inkml:ink>
</file>

<file path=ppt/ink/ink9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510 808,'335'-88,"-247"70,0 36,35 105,-105 35,-53-70,-1 18,-52 88,53-124,-53 36</inkml:trace>
</inkml:ink>
</file>

<file path=ppt/ink/ink10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597 676,'70'317,"-17"-265,-1 1,-16 0</inkml:trace>
</inkml:ink>
</file>

<file path=ppt/ink/ink10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593 1001,'352'-229,"-281"194,-1 0,-17-18</inkml:trace>
</inkml:ink>
</file>

<file path=ppt/ink/ink10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608 918,'299'-192,"-228"157,-1 17</inkml:trace>
</inkml:ink>
</file>

<file path=ppt/ink/ink10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600 1151,'247'-194,"87"36,-122 52</inkml:trace>
</inkml:ink>
</file>

<file path=ppt/ink/ink10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1533 1096,'-52'-282,"-19"247,18 35,0 0,-87 35,87 0,0 18,0-17,18 34,-18 89,53-107,35 36,18-35,141 18,-18-89,-70 1,17-19</inkml:trace>
</inkml:ink>
</file>

<file path=ppt/ink/ink10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1355 880,'-265'158,"248"-88,-36-17,0 53,141-1,-35-87,17-18,19 0,122-71,-176 19,0-36,-35 35,-35-35,-35 35,-1 53,1-17,123-36,17 35,-17-17,53 0,-1 35,-34 35,-18 123,-36-35,-17-52,0-18,0 35,-17-141,34-53,36 1,-35 52,105-141,-70 177,0 17,0 88,-53-35,17-1,1 1,17 53,-17-36,0-123,-1-70,1 53,-1-1,19 19,-1-1,35 0,1 53,-54 53,1 0,17 105,-17-105,0 52</inkml:trace>
</inkml:ink>
</file>

<file path=ppt/ink/ink10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1073 1139,'247'211,"-247"-140,-18-142,18 19,53-72,53-16,-35 87,-19 88,-16 35,-1 1,0 34,36-157,52-107,-70 106,53-35,-35 71,-19 122,-16-17,-19-17,1-18,17 35,36-18,52-211,-87 88,-19 1,-17-19,18 18,-18-35,0 176,0-17,35-1,18-35,18-35,87-176,-140 71,0 17,-1 35,54 141,-54-18,1-17,0 18,-1-19,1 1,0 0,-1-123,19-54,-1 72,35-89,-17 106,71 87,-89 1,36 53,-36-53,53 17,0-88,-17-70,-18-52,-36 87,1 0,0 123,-1-17,1 0,17 0,53 70,0-105</inkml:trace>
</inkml:ink>
</file>

<file path=ppt/ink/ink10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1222 728,'34'0</inkml:trace>
</inkml:ink>
</file>

<file path=ppt/ink/ink10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1253 696,'53'317,"-36"-211,19 35,-19 18,1 17,17-17,18 88,-18-159,71-70,-36-142,-35 36,1 0,-1-88,-17 88,-1 35,54 35,-19 71,19 53,17 17,-18 54,54 493,-160-406,-34-34,-18-1,17-35,-140 0,-18-124,141-70,-141-141</inkml:trace>
</inkml:ink>
</file>

<file path=ppt/ink/ink10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1272 1506,'211'-229,"124"70,88-34,-141 34,-194 106,-17 18,-142 70,1-17</inkml:trace>
</inkml:ink>
</file>

<file path=ppt/ink/ink11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872 1441,'335'-36,"71"-34,-159 17,687-193,-563 175,370-105,-389 106,-34-1,229-52,-177 70,-282 36,0-1,-176 124</inkml:trace>
</inkml:ink>
</file>

<file path=ppt/ink/ink11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4947 2004,'-194'-247,"71"141,-18-35,0 18,-194-159,123 158,-17 1,-265-106,-35 70,212 89,-724-106,653 123,247 35,18-17,17 17,53 1,0-1,53 71,53 105,0 36,-36-88,72 229,-54-247,0 35,18-35,-53-193</inkml:trace>
</inkml:ink>
</file>

<file path=ppt/ink/ink11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320 516,'423'-106,"-229"54,0-1,0-17,-18 17,124-35,-212 53,35 17,-52 71,-18-18</inkml:trace>
</inkml:ink>
</file>

<file path=ppt/ink/ink11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616 1496,'247'141,"-194"-105,300-89,-177-35,53-36,18-34,564-336,-581 335,-37 54,-51 34,104-17,-175 88,52 0</inkml:trace>
</inkml:ink>
</file>

<file path=ppt/ink/ink11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80 1485,'265'212,"-195"-142,71 71,-106-53,36 0,88 71,-36-141,-35-36,53-53,53-70,388-246,-229 140,0 0,-36 18,159-105,-211 175,-124 177,-124 123,-69-18</inkml:trace>
</inkml:ink>
</file>

<file path=ppt/ink/ink11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46 1152,'88'282,"-53"-141,-17-88,105 0,-34-106,334-300,-265 195,213-142,175 124,-422 211</inkml:trace>
</inkml:ink>
</file>

<file path=ppt/ink/ink11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435 1304,'282'105,"106"-87,-53-53,-158 17,422-52,-404 52,316-17,-246 35,-54-18,36 1,-18-1,18 1,18 17,-18-18,282 0,-264 1,-1 17,1-18,17 18,-17-17,-1-1,283 18,-265-35,-17 35,-1-18,1 1,0 17,-1 0,-17 0,0 0,-18 0,247 0,-87-18,-213 18,406-35,-423 35,264-18,-211 18,-142 0,71 0,-176-70</inkml:trace>
</inkml:ink>
</file>

<file path=ppt/ink/ink11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519 801,'-17'370,"-1"-264,1 53,-18 281,35-299,17-17,-17-36,18 0,-18-35,17 0</inkml:trace>
</inkml:ink>
</file>

<file path=ppt/ink/ink11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430 905,'299'-36,"-193"19,88-1,-106 1,70-1,-158 106,-18-35,-52 299,52-228,18 17,0-18,0 0,0 159,0-176,0 88,0-141,0 35,71-88,-18 18</inkml:trace>
</inkml:ink>
</file>

<file path=ppt/ink/ink11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653 645,'18'370,"-1"-140,-17-89,35 212,18 246,-35-405,17 230,-17-213,-18-17,17 318,-17-389,0 1,0-36,0 88,0-123,0 18,18-18,0 17,-18 19,35-37,-17-140,-1 35</inkml:trace>
</inkml:ink>
</file>

<file path=ppt/ink/ink12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634 848,'335'17,"-212"-34,142-36,-124 17,-36-16,125-19,-195 142,-35 52,0-35,17 18,1 141,-18-71,35 212,-17-159,0 18,34 265,-16-265,-1-1,-17-16,87 316,-69-387,-1-18,18 36,-36-125,-17 1,36 18,-36-1,-71-122</inkml:trace>
</inkml:ink>
</file>

<file path=ppt/ink/ink12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419 661,'34'0</inkml:trace>
</inkml:ink>
</file>

<file path=ppt/ink/ink12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603 1193,'-194'88,"265"-71,-19-17,54 18,318-36,-72 1,-140-1,-18 0,18 1,-1 17,512-53,89 0,-565 35,264-17,-246 35,-1 0,265-17,-264-1,299 0,-246 1,264-36,-265 35,1 1,-1-1,-17 1,18-1,-1 18,-35-18,18 1,476-1,-511 18,211-18,-229 18,194-17,-247-1,194 1,-229 17,264-53,-106 18,-123 17,-388 124</inkml:trace>
</inkml:ink>
</file>

<file path=ppt/ink/ink12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841 729,'70'370,"-52"-35,-18-176,35 317,-17-317,17 159,0-177,35 211,-52-210,0-90,-1-104</inkml:trace>
</inkml:ink>
</file>

<file path=ppt/ink/ink12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855 849,'564'-70,"-441"52,-17 1,88-1,-177 141,-17 107,0-54,35 794,18-494,-17-264,-1-54,18 72,-36-178,36-52,18-52</inkml:trace>
</inkml:ink>
</file>

<file path=ppt/ink/ink12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1044 774,'0'335,"0"-53,35 35,0-70,-17-141,52 158,-53-211,1 53,-1-53,1-106,-71-124</inkml:trace>
</inkml:ink>
</file>

<file path=ppt/ink/ink12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1045 856,'388'-18,"-283"1,-34-1,17 1,158-1,-158 18,-17 53,35 264,-71-17,-17-142,-36 248,18-283,0 53,-18-87,18-19,18 1,-18-19,0 1,53-17,-18-89,-17-35</inkml:trace>
</inkml:ink>
</file>

<file path=ppt/ink/ink12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1158 638,'52'370,"-17"-35,-35-141,18 53,-18-17,0 34,17 424,-17-494,0-18,0-17,0 0,0-18,0 88,0-88,18-88,-1 35,1-140</inkml:trace>
</inkml:ink>
</file>

<file path=ppt/ink/ink12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13977 736,'370'53,"212"-88,-405 0,158-53,-282 88,0-18,-53 124,-18-53,0 0,1 17,-1 71,1-35,17 441,0 0,0-248,17 513,1-583,-1 141,1-229,0 124,-1-195,-17 54,0-71,0 17,-17-17,17 18,-18 17,0-35,-34-53,-72 17,71-17,0 0,0 18,0 0,-17-18,-1 17,-17 1,-141 0,141-18,-195 35,89 0,89-35,-1 18,-106-1,106 1,-229-18,212 18,-1-18,1 0,-248 0,248 0,-124 0,-282 17,405 1,-17-36,0 18,18 0,-124-17,123 17,-123 0,124-18,-1 18,-140 0,140-18,1 18,-18 0,-371 18,406-18,-35 0,18 0,-283 18,247-18,-105 17,140-34,-299 34,300-17,-195 18,177-18,-318-18,160 18,158 0,-1 0,-281 0,123 18,159-18,-123 18,-36-18,-71 17,213-17,-248 18,265 0,17-18,-17 17,-300 1,300-1,-141 1,123 0,-17-18,-142 53,1-18,176-17,-283 34,372-52,-1 0,35-105</inkml:trace>
</inkml:ink>
</file>

<file path=ppt/ink/ink12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660 1286,'335'-176,"-36"35,-193 105,17 1,-106 88,1 17,0 160,-18 104,-18-157,0-19,1 19,-1-36,-87 70,34-140,1-18,-159-53,106-89,52 19,53-36,18 0,36 18,52 0,229-18,-141 106</inkml:trace>
</inkml:ink>
</file>

<file path=ppt/ink/ink13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1167 925,'0'564,"0"-423,0-18,34 71,-68-265</inkml:trace>
</inkml:ink>
</file>

<file path=ppt/ink/ink13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1144 1024,'317'-106,"-52"124,-124 17,-18 35,124 177,-194-71,-71-70,-158 176,88-194,-230 106,160-124,-1 19</inkml:trace>
</inkml:ink>
</file>

<file path=ppt/ink/ink13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339 1204,'300'18,"-177"-18,-52 0,-18 0,17 0,36 0,-35 0,87-18,-52 1,141-18,-71 17,-87 0,157-17,-140 35,71-17,211-1,-283 0,-16 18,-1-17,18 17,123-35,-141 35,18 0,88-36,-106 19,0 17,0-18,36 18,17 0,-35-17,229 17,-265-18,36 18,-18 0,-35 0,0-18,88 1,0 17,-88 0,35 0,-35-18,18 18,-18 0,0-17,0 17,52-18</inkml:trace>
</inkml:ink>
</file>

<file path=ppt/ink/ink13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732 769,'370'53,"-264"-53,352 35,-229-18,-105-17,-1 0,106 18,-140-18,87 17,71 1,-195-18</inkml:trace>
</inkml:ink>
</file>

<file path=ppt/ink/ink13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924 1151,'300'0,"-106"-18,-106 18,36 0,122-35,-104 18,298-19,-281 19,141-1,300 1,-459 17,194 0,-194-18,300-17,-141 17,-18 0,-35-17,-106 18,-35-1,0 18,141-18,-194 1,-1 17,-157-53</inkml:trace>
</inkml:ink>
</file>

<file path=ppt/ink/ink13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366 1187,'159'282,"211"-282,18-124,-141 54,635-177,-547 142,-53-1,-35 18,18 18,-36-1,-17 36,-18-18,88 0,-194 36,53-1</inkml:trace>
</inkml:ink>
</file>

<file path=ppt/ink/ink13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1547 1776,'106'-318,"-53"195,0-1,-18 1,18-142,-35 142,-1 0,-34-89,-1 141,-17 19,17-1,-193 35,105 71,-106 123,142-52,-124 422,194-405,18 0,17 1,18-37,123 89,-35-106,123 54,-105-72,-36-17,1-18,-36 18,18 159,-124-124,-53 0,-52 0,-159 106,141-141,-18 0,18-35,-193-54,228-69,71 34,17-123,36 106,17 17,35 1,1 70,17 17,0 36,53 36,-18 16,142 160,52-54,-229-246</inkml:trace>
</inkml:ink>
</file>

<file path=ppt/ink/ink13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1186 154,'0'335,"0"-194,-18 36,18 16,-18 425,-35-195,36-229,-54 229,54-317,-1 17,265-175,-71-1,265-36,-211 54,-19 0,212-18,-246 35,87 36,-175-18,-37 0</inkml:trace>
</inkml:ink>
</file>

<file path=ppt/ink/ink13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1660 148,'-106'406,"71"-248,-53 178,53-178,-18 1,-70 405,70-193,18-212,17-18,-17 88,35-106,53-140</inkml:trace>
</inkml:ink>
</file>

<file path=ppt/ink/ink13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1108 127,'123'300,"-70"-194,18 17,52 159,-70-123,-1 17,72 159,-71-158,17-19,71 142,-88-194,0 0,17 53,-52-89,-142-35,1-35</inkml:trace>
</inkml:ink>
</file>

<file path=ppt/ink/ink14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1090 337,'405'-17,"-229"0,1-1,-19 1,124-18,-158 18,-160 69</inkml:trace>
</inkml:ink>
</file>

<file path=ppt/ink/ink14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1-02-22T17:37:29"/>
    </inkml:context>
    <inkml:brush xml:id="br0">
      <inkml:brushProperty name="width" value="0.09701" units="cm"/>
      <inkml:brushProperty name="height" value="0.09701" units="cm"/>
      <inkml:brushProperty name="color" value="#FF0000"/>
    </inkml:brush>
  </inkml:definitions>
  <inkml:trace contextRef="#ctx0" brushRef="#br0">861 1239,'441'88,"-124"-88,107-71,52-17,670-141,-581 88,1145-176,-845 176,-548 124,-70-1,-71 36,-52-18,-54 0,-246 88</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7A4CEE-B5AB-497B-B8D9-BF07C607D745}" type="datetimeFigureOut">
              <a:rPr lang="en-US" smtClean="0"/>
              <a:t>9/11/2026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B8FCB1-8CBA-4051-877A-B3FBBACD6033}" type="slidenum">
              <a:rPr lang="en-US" smtClean="0"/>
              <a:t>‹#›</a:t>
            </a:fld>
            <a:endParaRPr lang="en-US"/>
          </a:p>
        </p:txBody>
      </p:sp>
    </p:spTree>
    <p:extLst>
      <p:ext uri="{BB962C8B-B14F-4D97-AF65-F5344CB8AC3E}">
        <p14:creationId xmlns:p14="http://schemas.microsoft.com/office/powerpoint/2010/main" val="21469196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8" Type="http://schemas.openxmlformats.org/officeDocument/2006/relationships/hyperlink" Target="https://github.com/Arikatakur" TargetMode="External"/><Relationship Id="rId3" Type="http://schemas.openxmlformats.org/officeDocument/2006/relationships/hyperlink" Target="https://github.com/yetanalytics/datasim" TargetMode="External"/><Relationship Id="rId7" Type="http://schemas.openxmlformats.org/officeDocument/2006/relationships/hyperlink" Target="https://github.com/ShubhankarKulkarni/MIL-STD-1553-Simulator/blob/master/Remote_Terminal/RT_Simulator.py" TargetMode="External"/><Relationship Id="rId2" Type="http://schemas.openxmlformats.org/officeDocument/2006/relationships/slide" Target="../slides/slide1.xml"/><Relationship Id="rId1" Type="http://schemas.openxmlformats.org/officeDocument/2006/relationships/notesMaster" Target="../notesMasters/notesMaster1.xml"/><Relationship Id="rId6" Type="http://schemas.openxmlformats.org/officeDocument/2006/relationships/hyperlink" Target="https://github.com/ShubhankarKulkarni/MIL-STD-1553-Simulator/blob/master/Bus_Controller/BC_Simulator.py" TargetMode="External"/><Relationship Id="rId11" Type="http://schemas.openxmlformats.org/officeDocument/2006/relationships/hyperlink" Target="https://www.wireshark.org/" TargetMode="External"/><Relationship Id="rId5" Type="http://schemas.openxmlformats.org/officeDocument/2006/relationships/hyperlink" Target="https://www.altadt.com/download/mil-std-1553-tutorial-and-reference/" TargetMode="External"/><Relationship Id="rId10" Type="http://schemas.openxmlformats.org/officeDocument/2006/relationships/hyperlink" Target="https://iperf.fr/" TargetMode="External"/><Relationship Id="rId4" Type="http://schemas.openxmlformats.org/officeDocument/2006/relationships/hyperlink" Target="https://github.com/Slygriyrsk/quantum-communication-simulator" TargetMode="External"/><Relationship Id="rId9" Type="http://schemas.openxmlformats.org/officeDocument/2006/relationships/hyperlink" Target="https://github.com/Arikatakur/Network-Transmission-Simulator"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smtClean="0">
                <a:solidFill>
                  <a:schemeClr val="tx1"/>
                </a:solidFill>
                <a:effectLst/>
                <a:latin typeface="+mn-lt"/>
                <a:ea typeface="+mn-ea"/>
                <a:cs typeface="+mn-cs"/>
              </a:rPr>
              <a:t>data communication simulator</a:t>
            </a:r>
          </a:p>
          <a:p>
            <a:r>
              <a:rPr lang="en-US" sz="1200" kern="1200" dirty="0" smtClean="0">
                <a:solidFill>
                  <a:schemeClr val="tx1"/>
                </a:solidFill>
                <a:effectLst/>
                <a:latin typeface="+mn-lt"/>
                <a:ea typeface="+mn-ea"/>
                <a:cs typeface="+mn-cs"/>
              </a:rPr>
              <a:t> </a:t>
            </a:r>
          </a:p>
          <a:p>
            <a:r>
              <a:rPr lang="en-US" sz="1200" u="sng" kern="1200" dirty="0" smtClean="0">
                <a:solidFill>
                  <a:schemeClr val="tx1"/>
                </a:solidFill>
                <a:effectLst/>
                <a:latin typeface="+mn-lt"/>
                <a:ea typeface="+mn-ea"/>
                <a:cs typeface="+mn-cs"/>
                <a:hlinkClick r:id="rId3"/>
              </a:rPr>
              <a:t>https://github.com/yetanalytics/datasim</a:t>
            </a:r>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 </a:t>
            </a:r>
          </a:p>
          <a:p>
            <a:r>
              <a:rPr lang="en-US" sz="1200" b="1" kern="1200" dirty="0" smtClean="0">
                <a:solidFill>
                  <a:schemeClr val="tx1"/>
                </a:solidFill>
                <a:effectLst/>
                <a:latin typeface="+mn-lt"/>
                <a:ea typeface="+mn-ea"/>
                <a:cs typeface="+mn-cs"/>
              </a:rPr>
              <a:t>Quantum Communication Simulator</a:t>
            </a:r>
          </a:p>
          <a:p>
            <a:r>
              <a:rPr lang="en-US" sz="1200" u="sng" kern="1200" dirty="0" smtClean="0">
                <a:solidFill>
                  <a:schemeClr val="tx1"/>
                </a:solidFill>
                <a:effectLst/>
                <a:latin typeface="+mn-lt"/>
                <a:ea typeface="+mn-ea"/>
                <a:cs typeface="+mn-cs"/>
                <a:hlinkClick r:id="rId4"/>
              </a:rPr>
              <a:t>https://github.com/Slygriyrsk/quantum-communication-simulator</a:t>
            </a:r>
            <a:endParaRPr lang="en-US" sz="1200" kern="1200" dirty="0" smtClean="0">
              <a:solidFill>
                <a:schemeClr val="tx1"/>
              </a:solidFill>
              <a:effectLst/>
              <a:latin typeface="+mn-lt"/>
              <a:ea typeface="+mn-ea"/>
              <a:cs typeface="+mn-cs"/>
            </a:endParaRPr>
          </a:p>
          <a:p>
            <a:r>
              <a:rPr lang="en-US" sz="1200" b="1" kern="1200" dirty="0" smtClean="0">
                <a:solidFill>
                  <a:schemeClr val="tx1"/>
                </a:solidFill>
                <a:effectLst/>
                <a:latin typeface="+mn-lt"/>
                <a:ea typeface="+mn-ea"/>
                <a:cs typeface="+mn-cs"/>
              </a:rPr>
              <a:t>MIL-STD-1553-Simulator</a:t>
            </a:r>
          </a:p>
          <a:p>
            <a:r>
              <a:rPr lang="en-US" sz="1200" kern="1200" dirty="0" smtClean="0">
                <a:solidFill>
                  <a:schemeClr val="tx1"/>
                </a:solidFill>
                <a:effectLst/>
                <a:latin typeface="+mn-lt"/>
                <a:ea typeface="+mn-ea"/>
                <a:cs typeface="+mn-cs"/>
              </a:rPr>
              <a:t>MIL-STD-1553 is a serial communication protocol that is used in </a:t>
            </a:r>
            <a:r>
              <a:rPr lang="en-US" sz="1200" kern="1200" dirty="0" err="1" smtClean="0">
                <a:solidFill>
                  <a:schemeClr val="tx1"/>
                </a:solidFill>
                <a:effectLst/>
                <a:latin typeface="+mn-lt"/>
                <a:ea typeface="+mn-ea"/>
                <a:cs typeface="+mn-cs"/>
              </a:rPr>
              <a:t>spacecrafts</a:t>
            </a:r>
            <a:r>
              <a:rPr lang="en-US" sz="1200" kern="1200" dirty="0" smtClean="0">
                <a:solidFill>
                  <a:schemeClr val="tx1"/>
                </a:solidFill>
                <a:effectLst/>
                <a:latin typeface="+mn-lt"/>
                <a:ea typeface="+mn-ea"/>
                <a:cs typeface="+mn-cs"/>
              </a:rPr>
              <a:t> for internal communication. A spacecraft consists of various components like main computer, star tracker, fly wheel, temperature sensor, cameras (also called as Remote Terminals) etc. The main computer needs to communicate with all the other peripherals to get the data and send it to ground station for further processing. This internal communication is done by a serial bus called MIL-STD-1553. This repository contains a simulation for this protocol. It can be used to create any space applications by importing the simulator into your code.</a:t>
            </a:r>
          </a:p>
          <a:p>
            <a:r>
              <a:rPr lang="en-US" sz="1200" kern="1200" dirty="0" smtClean="0">
                <a:solidFill>
                  <a:schemeClr val="tx1"/>
                </a:solidFill>
                <a:effectLst/>
                <a:latin typeface="+mn-lt"/>
                <a:ea typeface="+mn-ea"/>
                <a:cs typeface="+mn-cs"/>
              </a:rPr>
              <a:t>MIL-STD-1553 has Bus Controller that orchestrates the transmission and reception of data on the serial bus. It always initiates the communication and commands Remote Terminal for sending or receiving data. Only one node or Remote Terminal can send data on the bus at a given moment when ordered by the Bus Controller. The details of the protocol can be found in </a:t>
            </a:r>
            <a:r>
              <a:rPr lang="en-US" sz="1200" u="sng" kern="1200" dirty="0" smtClean="0">
                <a:solidFill>
                  <a:schemeClr val="tx1"/>
                </a:solidFill>
                <a:effectLst/>
                <a:latin typeface="+mn-lt"/>
                <a:ea typeface="+mn-ea"/>
                <a:cs typeface="+mn-cs"/>
                <a:hlinkClick r:id="rId5"/>
              </a:rPr>
              <a:t>MIL-STD-1553 Tutorial and Reference</a:t>
            </a:r>
            <a:r>
              <a:rPr lang="en-US" sz="1200" kern="1200" dirty="0" smtClean="0">
                <a:solidFill>
                  <a:schemeClr val="tx1"/>
                </a:solidFill>
                <a:effectLst/>
                <a:latin typeface="+mn-lt"/>
                <a:ea typeface="+mn-ea"/>
                <a:cs typeface="+mn-cs"/>
              </a:rPr>
              <a:t> document by Alta </a:t>
            </a:r>
            <a:r>
              <a:rPr lang="en-US" sz="1200" kern="1200" dirty="0" err="1" smtClean="0">
                <a:solidFill>
                  <a:schemeClr val="tx1"/>
                </a:solidFill>
                <a:effectLst/>
                <a:latin typeface="+mn-lt"/>
                <a:ea typeface="+mn-ea"/>
                <a:cs typeface="+mn-cs"/>
              </a:rPr>
              <a:t>dt.</a:t>
            </a:r>
            <a:endParaRPr lang="en-US" sz="1200" kern="1200" dirty="0" smtClean="0">
              <a:solidFill>
                <a:schemeClr val="tx1"/>
              </a:solidFill>
              <a:effectLst/>
              <a:latin typeface="+mn-lt"/>
              <a:ea typeface="+mn-ea"/>
              <a:cs typeface="+mn-cs"/>
            </a:endParaRPr>
          </a:p>
          <a:p>
            <a:r>
              <a:rPr lang="en-US" sz="1200" b="1" kern="1200" dirty="0" smtClean="0">
                <a:solidFill>
                  <a:schemeClr val="tx1"/>
                </a:solidFill>
                <a:effectLst/>
                <a:latin typeface="+mn-lt"/>
                <a:ea typeface="+mn-ea"/>
                <a:cs typeface="+mn-cs"/>
              </a:rPr>
              <a:t>About This Repository:</a:t>
            </a:r>
          </a:p>
          <a:p>
            <a:r>
              <a:rPr lang="en-US" sz="1200" kern="1200" dirty="0" smtClean="0">
                <a:solidFill>
                  <a:schemeClr val="tx1"/>
                </a:solidFill>
                <a:effectLst/>
                <a:latin typeface="+mn-lt"/>
                <a:ea typeface="+mn-ea"/>
                <a:cs typeface="+mn-cs"/>
              </a:rPr>
              <a:t>This repository segregated based on various components that are described in the MIL-STD-1553 standard. Two of the most important components are Bus Controller and Remote Terminals. For a small network, one serial bus can handle up to 31 remote terminals and one bus controller. This repository is divided into two parts. Bus Controller Simulator and Remote Terminal Simulator. Both the components have separate set of functionalities.</a:t>
            </a:r>
          </a:p>
          <a:p>
            <a:pPr lvl="0"/>
            <a:r>
              <a:rPr lang="en-US" sz="1200" u="sng" kern="1200" dirty="0" smtClean="0">
                <a:solidFill>
                  <a:schemeClr val="tx1"/>
                </a:solidFill>
                <a:effectLst/>
                <a:latin typeface="+mn-lt"/>
                <a:ea typeface="+mn-ea"/>
                <a:cs typeface="+mn-cs"/>
                <a:hlinkClick r:id="rId6"/>
              </a:rPr>
              <a:t>Bus Controller Simulator</a:t>
            </a:r>
            <a:r>
              <a:rPr lang="en-US" sz="1200" kern="1200" dirty="0" smtClean="0">
                <a:solidFill>
                  <a:schemeClr val="tx1"/>
                </a:solidFill>
                <a:effectLst/>
                <a:latin typeface="+mn-lt"/>
                <a:ea typeface="+mn-ea"/>
                <a:cs typeface="+mn-cs"/>
              </a:rPr>
              <a:t> : This simulator is responsible to understand the requirements from the Flight Software or Spacecraft computer and send commands and data to Remote Terminal.</a:t>
            </a:r>
          </a:p>
          <a:p>
            <a:pPr lvl="0"/>
            <a:r>
              <a:rPr lang="en-US" sz="1200" u="sng" kern="1200" dirty="0" smtClean="0">
                <a:solidFill>
                  <a:schemeClr val="tx1"/>
                </a:solidFill>
                <a:effectLst/>
                <a:latin typeface="+mn-lt"/>
                <a:ea typeface="+mn-ea"/>
                <a:cs typeface="+mn-cs"/>
                <a:hlinkClick r:id="rId7"/>
              </a:rPr>
              <a:t>Remote Terminal Simulator</a:t>
            </a:r>
            <a:r>
              <a:rPr lang="en-US" sz="1200" kern="1200" dirty="0" smtClean="0">
                <a:solidFill>
                  <a:schemeClr val="tx1"/>
                </a:solidFill>
                <a:effectLst/>
                <a:latin typeface="+mn-lt"/>
                <a:ea typeface="+mn-ea"/>
                <a:cs typeface="+mn-cs"/>
              </a:rPr>
              <a:t> : This simulator is responsible for understanding the commands or data </a:t>
            </a:r>
            <a:r>
              <a:rPr lang="en-US" sz="1200" kern="1200" dirty="0" err="1" smtClean="0">
                <a:solidFill>
                  <a:schemeClr val="tx1"/>
                </a:solidFill>
                <a:effectLst/>
                <a:latin typeface="+mn-lt"/>
                <a:ea typeface="+mn-ea"/>
                <a:cs typeface="+mn-cs"/>
              </a:rPr>
              <a:t>comming</a:t>
            </a:r>
            <a:r>
              <a:rPr lang="en-US" sz="1200" kern="1200" dirty="0" smtClean="0">
                <a:solidFill>
                  <a:schemeClr val="tx1"/>
                </a:solidFill>
                <a:effectLst/>
                <a:latin typeface="+mn-lt"/>
                <a:ea typeface="+mn-ea"/>
                <a:cs typeface="+mn-cs"/>
              </a:rPr>
              <a:t> from the Bus Controller and send status and data based on the requirements sent by the Bus Controller.</a:t>
            </a:r>
          </a:p>
          <a:p>
            <a:r>
              <a:rPr lang="en-US" sz="1200" b="1" kern="1200" dirty="0" smtClean="0">
                <a:solidFill>
                  <a:schemeClr val="tx1"/>
                </a:solidFill>
                <a:effectLst/>
                <a:latin typeface="+mn-lt"/>
                <a:ea typeface="+mn-ea"/>
                <a:cs typeface="+mn-cs"/>
              </a:rPr>
              <a:t>How To Use This Simulator</a:t>
            </a:r>
          </a:p>
          <a:p>
            <a:r>
              <a:rPr lang="en-US" sz="1200" kern="1200" dirty="0" smtClean="0">
                <a:solidFill>
                  <a:schemeClr val="tx1"/>
                </a:solidFill>
                <a:effectLst/>
                <a:latin typeface="+mn-lt"/>
                <a:ea typeface="+mn-ea"/>
                <a:cs typeface="+mn-cs"/>
              </a:rPr>
              <a:t>https://github.com/ShubhankarKulkarni/MIL-STD-1553-Simulator</a:t>
            </a:r>
          </a:p>
          <a:p>
            <a:r>
              <a:rPr lang="en-US" sz="1200" kern="1200" dirty="0" smtClean="0">
                <a:solidFill>
                  <a:schemeClr val="tx1"/>
                </a:solidFill>
                <a:effectLst/>
                <a:latin typeface="+mn-lt"/>
                <a:ea typeface="+mn-ea"/>
                <a:cs typeface="+mn-cs"/>
              </a:rPr>
              <a:t>This simulator uses </a:t>
            </a:r>
            <a:r>
              <a:rPr lang="en-US" sz="1200" kern="1200" dirty="0" err="1" smtClean="0">
                <a:solidFill>
                  <a:schemeClr val="tx1"/>
                </a:solidFill>
                <a:effectLst/>
                <a:latin typeface="+mn-lt"/>
                <a:ea typeface="+mn-ea"/>
                <a:cs typeface="+mn-cs"/>
              </a:rPr>
              <a:t>ethernet</a:t>
            </a:r>
            <a:r>
              <a:rPr lang="en-US" sz="1200" kern="1200" dirty="0" smtClean="0">
                <a:solidFill>
                  <a:schemeClr val="tx1"/>
                </a:solidFill>
                <a:effectLst/>
                <a:latin typeface="+mn-lt"/>
                <a:ea typeface="+mn-ea"/>
                <a:cs typeface="+mn-cs"/>
              </a:rPr>
              <a:t> communication instead of the actual physical communication that is mentioned in the </a:t>
            </a:r>
            <a:r>
              <a:rPr lang="en-US" sz="1200" kern="1200" dirty="0" err="1" smtClean="0">
                <a:solidFill>
                  <a:schemeClr val="tx1"/>
                </a:solidFill>
                <a:effectLst/>
                <a:latin typeface="+mn-lt"/>
                <a:ea typeface="+mn-ea"/>
                <a:cs typeface="+mn-cs"/>
              </a:rPr>
              <a:t>standars</a:t>
            </a:r>
            <a:r>
              <a:rPr lang="en-US" sz="1200" kern="1200" dirty="0" smtClean="0">
                <a:solidFill>
                  <a:schemeClr val="tx1"/>
                </a:solidFill>
                <a:effectLst/>
                <a:latin typeface="+mn-lt"/>
                <a:ea typeface="+mn-ea"/>
                <a:cs typeface="+mn-cs"/>
              </a:rPr>
              <a:t>. The standard is developed taking harsh and noisy conditions into account. The simulator majorly focuses on data layer of the standard. Based on this, you can either deploy both the simulators on the same machine and test it over the local loopback or you can deploy separate simulators on separate machines in a single subnet or same network.</a:t>
            </a:r>
          </a:p>
          <a:p>
            <a:r>
              <a:rPr lang="en-US" sz="1200" kern="1200" dirty="0" smtClean="0">
                <a:solidFill>
                  <a:schemeClr val="tx1"/>
                </a:solidFill>
                <a:effectLst/>
                <a:latin typeface="+mn-lt"/>
                <a:ea typeface="+mn-ea"/>
                <a:cs typeface="+mn-cs"/>
              </a:rPr>
              <a:t>You can run the following commands to run the simulators</a:t>
            </a:r>
          </a:p>
          <a:p>
            <a:pPr lvl="0"/>
            <a:r>
              <a:rPr lang="en-US" sz="1200" kern="1200" dirty="0" smtClean="0">
                <a:solidFill>
                  <a:schemeClr val="tx1"/>
                </a:solidFill>
                <a:effectLst/>
                <a:latin typeface="+mn-lt"/>
                <a:ea typeface="+mn-ea"/>
                <a:cs typeface="+mn-cs"/>
              </a:rPr>
              <a:t>python BC_Simulator.py</a:t>
            </a:r>
          </a:p>
          <a:p>
            <a:pPr lvl="0"/>
            <a:r>
              <a:rPr lang="en-US" sz="1200" kern="1200" dirty="0" smtClean="0">
                <a:solidFill>
                  <a:schemeClr val="tx1"/>
                </a:solidFill>
                <a:effectLst/>
                <a:latin typeface="+mn-lt"/>
                <a:ea typeface="+mn-ea"/>
                <a:cs typeface="+mn-cs"/>
              </a:rPr>
              <a:t>python RT_Simulator.py</a:t>
            </a:r>
          </a:p>
          <a:p>
            <a:pPr lvl="0"/>
            <a:r>
              <a:rPr lang="en-US" sz="1200" kern="1200" dirty="0" smtClean="0">
                <a:solidFill>
                  <a:schemeClr val="tx1"/>
                </a:solidFill>
                <a:effectLst/>
                <a:latin typeface="+mn-lt"/>
                <a:ea typeface="+mn-ea"/>
                <a:cs typeface="+mn-cs"/>
              </a:rPr>
              <a:t>python Simulator.py</a:t>
            </a:r>
          </a:p>
          <a:p>
            <a:r>
              <a:rPr lang="en-US" sz="1200" kern="1200" dirty="0" smtClean="0">
                <a:solidFill>
                  <a:schemeClr val="tx1"/>
                </a:solidFill>
                <a:effectLst/>
                <a:latin typeface="+mn-lt"/>
                <a:ea typeface="+mn-ea"/>
                <a:cs typeface="+mn-cs"/>
              </a:rPr>
              <a:t>Or you can uncomment a section of code in Simulator.py that creates threads for Bus Controller Simulator and Remote Terminal Simulator and then run the following command</a:t>
            </a:r>
          </a:p>
          <a:p>
            <a:pPr lvl="0"/>
            <a:r>
              <a:rPr lang="en-US" sz="1200" kern="1200" dirty="0" smtClean="0">
                <a:solidFill>
                  <a:schemeClr val="tx1"/>
                </a:solidFill>
                <a:effectLst/>
                <a:latin typeface="+mn-lt"/>
                <a:ea typeface="+mn-ea"/>
                <a:cs typeface="+mn-cs"/>
              </a:rPr>
              <a:t>python Simulator.py</a:t>
            </a:r>
          </a:p>
          <a:p>
            <a:r>
              <a:rPr lang="en-US" sz="1200" kern="1200" dirty="0" smtClean="0">
                <a:solidFill>
                  <a:schemeClr val="tx1"/>
                </a:solidFill>
                <a:effectLst/>
                <a:latin typeface="+mn-lt"/>
                <a:ea typeface="+mn-ea"/>
                <a:cs typeface="+mn-cs"/>
              </a:rPr>
              <a:t>Simulator.py only provides an example of how you can use BC and RT simulators. You can replace Simulator.py by any space application that needs to transfer any data using MIL-STD-1553. Apart from that, this whole repository is developed as a module. So, you can simply clone the repository into your application and can import it.</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 </a:t>
            </a:r>
          </a:p>
          <a:p>
            <a:r>
              <a:rPr lang="en-US" sz="1200" u="none" strike="noStrike" kern="1200" dirty="0" err="1" smtClean="0">
                <a:solidFill>
                  <a:schemeClr val="tx1"/>
                </a:solidFill>
                <a:effectLst/>
                <a:latin typeface="+mn-lt"/>
                <a:ea typeface="+mn-ea"/>
                <a:cs typeface="+mn-cs"/>
                <a:hlinkClick r:id="rId8"/>
              </a:rPr>
              <a:t>Arikatakur</a:t>
            </a:r>
            <a:r>
              <a:rPr lang="en-US" sz="1200" kern="1200" dirty="0" smtClean="0">
                <a:solidFill>
                  <a:schemeClr val="tx1"/>
                </a:solidFill>
                <a:effectLst/>
                <a:latin typeface="+mn-lt"/>
                <a:ea typeface="+mn-ea"/>
                <a:cs typeface="+mn-cs"/>
              </a:rPr>
              <a:t>/</a:t>
            </a:r>
            <a:r>
              <a:rPr lang="en-US" sz="1200" b="1" u="none" strike="noStrike" kern="1200" dirty="0" smtClean="0">
                <a:solidFill>
                  <a:schemeClr val="tx1"/>
                </a:solidFill>
                <a:effectLst/>
                <a:latin typeface="+mn-lt"/>
                <a:ea typeface="+mn-ea"/>
                <a:cs typeface="+mn-cs"/>
                <a:hlinkClick r:id="rId9"/>
              </a:rPr>
              <a:t>Network-Transmission-Simulator</a:t>
            </a:r>
            <a:endParaRPr lang="en-US" sz="14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	https://github.com/Arikatakur/Network-Transmission-Simulator</a:t>
            </a:r>
            <a:endParaRPr lang="en-US" sz="1400" kern="1200" dirty="0" smtClean="0">
              <a:solidFill>
                <a:schemeClr val="tx1"/>
              </a:solidFill>
              <a:effectLst/>
              <a:latin typeface="+mn-lt"/>
              <a:ea typeface="+mn-ea"/>
              <a:cs typeface="+mn-cs"/>
            </a:endParaRPr>
          </a:p>
          <a:p>
            <a:r>
              <a:rPr lang="en-US" sz="1200" kern="1200" dirty="0" err="1" smtClean="0">
                <a:solidFill>
                  <a:schemeClr val="tx1"/>
                </a:solidFill>
                <a:effectLst/>
                <a:latin typeface="+mn-lt"/>
                <a:ea typeface="+mn-ea"/>
                <a:cs typeface="+mn-cs"/>
              </a:rPr>
              <a:t>imulates</a:t>
            </a:r>
            <a:r>
              <a:rPr lang="en-US" sz="1200" kern="1200" dirty="0" smtClean="0">
                <a:solidFill>
                  <a:schemeClr val="tx1"/>
                </a:solidFill>
                <a:effectLst/>
                <a:latin typeface="+mn-lt"/>
                <a:ea typeface="+mn-ea"/>
                <a:cs typeface="+mn-cs"/>
              </a:rPr>
              <a:t> network data transmission using the Stop-and-Wait protocol with acknowledgment packets. It includes:</a:t>
            </a:r>
          </a:p>
          <a:p>
            <a:pPr lvl="0"/>
            <a:r>
              <a:rPr lang="en-US" sz="1200" b="1" kern="1200" dirty="0" smtClean="0">
                <a:solidFill>
                  <a:schemeClr val="tx1"/>
                </a:solidFill>
                <a:effectLst/>
                <a:latin typeface="+mn-lt"/>
                <a:ea typeface="+mn-ea"/>
                <a:cs typeface="+mn-cs"/>
              </a:rPr>
              <a:t>Theoretical Calculator</a:t>
            </a:r>
            <a:r>
              <a:rPr lang="en-US" sz="1200" kern="1200" dirty="0" smtClean="0">
                <a:solidFill>
                  <a:schemeClr val="tx1"/>
                </a:solidFill>
                <a:effectLst/>
                <a:latin typeface="+mn-lt"/>
                <a:ea typeface="+mn-ea"/>
                <a:cs typeface="+mn-cs"/>
              </a:rPr>
              <a:t>: Computes the time required to send a file under ideal conditions.</a:t>
            </a:r>
          </a:p>
          <a:p>
            <a:pPr lvl="0"/>
            <a:r>
              <a:rPr lang="en-US" sz="1200" b="1" kern="1200" dirty="0" smtClean="0">
                <a:solidFill>
                  <a:schemeClr val="tx1"/>
                </a:solidFill>
                <a:effectLst/>
                <a:latin typeface="+mn-lt"/>
                <a:ea typeface="+mn-ea"/>
                <a:cs typeface="+mn-cs"/>
              </a:rPr>
              <a:t>UDP File Transfer Tools</a:t>
            </a:r>
            <a:r>
              <a:rPr lang="en-US" sz="1200" kern="1200" dirty="0" smtClean="0">
                <a:solidFill>
                  <a:schemeClr val="tx1"/>
                </a:solidFill>
                <a:effectLst/>
                <a:latin typeface="+mn-lt"/>
                <a:ea typeface="+mn-ea"/>
                <a:cs typeface="+mn-cs"/>
              </a:rPr>
              <a:t>: Sends files over a network using UDP and logs transmission details.</a:t>
            </a:r>
          </a:p>
          <a:p>
            <a:pPr lvl="0"/>
            <a:r>
              <a:rPr lang="en-US" sz="1200" b="1" kern="1200" dirty="0" smtClean="0">
                <a:solidFill>
                  <a:schemeClr val="tx1"/>
                </a:solidFill>
                <a:effectLst/>
                <a:latin typeface="+mn-lt"/>
                <a:ea typeface="+mn-ea"/>
                <a:cs typeface="+mn-cs"/>
              </a:rPr>
              <a:t>Experimentation Framework</a:t>
            </a:r>
            <a:r>
              <a:rPr lang="en-US" sz="1200" kern="1200" dirty="0" smtClean="0">
                <a:solidFill>
                  <a:schemeClr val="tx1"/>
                </a:solidFill>
                <a:effectLst/>
                <a:latin typeface="+mn-lt"/>
                <a:ea typeface="+mn-ea"/>
                <a:cs typeface="+mn-cs"/>
              </a:rPr>
              <a:t>: Measures and compares theoretical vs. actual transmission times.</a:t>
            </a:r>
          </a:p>
          <a:p>
            <a:r>
              <a:rPr lang="en-US" sz="1200" b="1" kern="1200" dirty="0" smtClean="0">
                <a:solidFill>
                  <a:schemeClr val="tx1"/>
                </a:solidFill>
                <a:effectLst/>
                <a:latin typeface="+mn-lt"/>
                <a:ea typeface="+mn-ea"/>
                <a:cs typeface="+mn-cs"/>
              </a:rPr>
              <a:t>Features</a:t>
            </a:r>
          </a:p>
          <a:p>
            <a:pPr lvl="0"/>
            <a:r>
              <a:rPr lang="en-US" sz="1200" kern="1200" dirty="0" smtClean="0">
                <a:solidFill>
                  <a:schemeClr val="tx1"/>
                </a:solidFill>
                <a:effectLst/>
                <a:latin typeface="+mn-lt"/>
                <a:ea typeface="+mn-ea"/>
                <a:cs typeface="+mn-cs"/>
              </a:rPr>
              <a:t>Command-line interface for both theoretical calculations and actual file transmission.</a:t>
            </a:r>
          </a:p>
          <a:p>
            <a:pPr lvl="0"/>
            <a:r>
              <a:rPr lang="en-US" sz="1200" kern="1200" dirty="0" smtClean="0">
                <a:solidFill>
                  <a:schemeClr val="tx1"/>
                </a:solidFill>
                <a:effectLst/>
                <a:latin typeface="+mn-lt"/>
                <a:ea typeface="+mn-ea"/>
                <a:cs typeface="+mn-cs"/>
              </a:rPr>
              <a:t>Logs packet transmission details, acknowledgments, and final results.</a:t>
            </a:r>
          </a:p>
          <a:p>
            <a:pPr lvl="0"/>
            <a:r>
              <a:rPr lang="en-US" sz="1200" kern="1200" dirty="0" smtClean="0">
                <a:solidFill>
                  <a:schemeClr val="tx1"/>
                </a:solidFill>
                <a:effectLst/>
                <a:latin typeface="+mn-lt"/>
                <a:ea typeface="+mn-ea"/>
                <a:cs typeface="+mn-cs"/>
              </a:rPr>
              <a:t>Javadoc documentation for all classes and methods.</a:t>
            </a:r>
          </a:p>
          <a:p>
            <a:pPr lvl="0"/>
            <a:r>
              <a:rPr lang="en-US" sz="1200" kern="1200" dirty="0" smtClean="0">
                <a:solidFill>
                  <a:schemeClr val="tx1"/>
                </a:solidFill>
                <a:effectLst/>
                <a:latin typeface="+mn-lt"/>
                <a:ea typeface="+mn-ea"/>
                <a:cs typeface="+mn-cs"/>
              </a:rPr>
              <a:t>Test cases for robust verification.</a:t>
            </a:r>
          </a:p>
          <a:p>
            <a:r>
              <a:rPr lang="en-US" sz="1200" b="1" kern="1200" dirty="0" smtClean="0">
                <a:solidFill>
                  <a:schemeClr val="tx1"/>
                </a:solidFill>
                <a:effectLst/>
                <a:latin typeface="+mn-lt"/>
                <a:ea typeface="+mn-ea"/>
                <a:cs typeface="+mn-cs"/>
              </a:rPr>
              <a:t>Requirements</a:t>
            </a:r>
          </a:p>
          <a:p>
            <a:pPr lvl="0"/>
            <a:r>
              <a:rPr lang="en-US" sz="1200" b="1" kern="1200" dirty="0" smtClean="0">
                <a:solidFill>
                  <a:schemeClr val="tx1"/>
                </a:solidFill>
                <a:effectLst/>
                <a:latin typeface="+mn-lt"/>
                <a:ea typeface="+mn-ea"/>
                <a:cs typeface="+mn-cs"/>
              </a:rPr>
              <a:t>Java Development Kit (JDK)</a:t>
            </a:r>
            <a:r>
              <a:rPr lang="en-US" sz="1200" kern="1200" dirty="0" smtClean="0">
                <a:solidFill>
                  <a:schemeClr val="tx1"/>
                </a:solidFill>
                <a:effectLst/>
                <a:latin typeface="+mn-lt"/>
                <a:ea typeface="+mn-ea"/>
                <a:cs typeface="+mn-cs"/>
              </a:rPr>
              <a:t> version 8 or higher.</a:t>
            </a:r>
          </a:p>
          <a:p>
            <a:pPr lvl="0"/>
            <a:r>
              <a:rPr lang="en-US" sz="1200" kern="1200" dirty="0" smtClean="0">
                <a:solidFill>
                  <a:schemeClr val="tx1"/>
                </a:solidFill>
                <a:effectLst/>
                <a:latin typeface="+mn-lt"/>
                <a:ea typeface="+mn-ea"/>
                <a:cs typeface="+mn-cs"/>
              </a:rPr>
              <a:t>Two computers on the same network for experimentation.</a:t>
            </a:r>
          </a:p>
          <a:p>
            <a:pPr lvl="0"/>
            <a:r>
              <a:rPr lang="en-US" sz="1200" kern="1200" dirty="0" smtClean="0">
                <a:solidFill>
                  <a:schemeClr val="tx1"/>
                </a:solidFill>
                <a:effectLst/>
                <a:latin typeface="+mn-lt"/>
                <a:ea typeface="+mn-ea"/>
                <a:cs typeface="+mn-cs"/>
              </a:rPr>
              <a:t>Tools:</a:t>
            </a:r>
          </a:p>
          <a:p>
            <a:pPr lvl="1"/>
            <a:r>
              <a:rPr lang="en-US" sz="1200" u="sng" kern="1200" dirty="0" err="1" smtClean="0">
                <a:solidFill>
                  <a:schemeClr val="tx1"/>
                </a:solidFill>
                <a:effectLst/>
                <a:latin typeface="+mn-lt"/>
                <a:ea typeface="+mn-ea"/>
                <a:cs typeface="+mn-cs"/>
                <a:hlinkClick r:id="rId10"/>
              </a:rPr>
              <a:t>iperf</a:t>
            </a:r>
            <a:r>
              <a:rPr lang="en-US" sz="1200" kern="1200" dirty="0" smtClean="0">
                <a:solidFill>
                  <a:schemeClr val="tx1"/>
                </a:solidFill>
                <a:effectLst/>
                <a:latin typeface="+mn-lt"/>
                <a:ea typeface="+mn-ea"/>
                <a:cs typeface="+mn-cs"/>
              </a:rPr>
              <a:t> for bandwidth measurement.</a:t>
            </a:r>
          </a:p>
          <a:p>
            <a:pPr lvl="1"/>
            <a:r>
              <a:rPr lang="en-US" sz="1200" u="sng" kern="1200" dirty="0" smtClean="0">
                <a:solidFill>
                  <a:schemeClr val="tx1"/>
                </a:solidFill>
                <a:effectLst/>
                <a:latin typeface="+mn-lt"/>
                <a:ea typeface="+mn-ea"/>
                <a:cs typeface="+mn-cs"/>
                <a:hlinkClick r:id="rId11"/>
              </a:rPr>
              <a:t>Wireshark</a:t>
            </a:r>
            <a:r>
              <a:rPr lang="en-US" sz="1200" kern="1200" dirty="0" smtClean="0">
                <a:solidFill>
                  <a:schemeClr val="tx1"/>
                </a:solidFill>
                <a:effectLst/>
                <a:latin typeface="+mn-lt"/>
                <a:ea typeface="+mn-ea"/>
                <a:cs typeface="+mn-cs"/>
              </a:rPr>
              <a:t> for packet analysis.</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 </a:t>
            </a:r>
          </a:p>
          <a:p>
            <a:r>
              <a:rPr lang="en-US" sz="1200" b="1" kern="1200" dirty="0" smtClean="0">
                <a:solidFill>
                  <a:schemeClr val="tx1"/>
                </a:solidFill>
                <a:effectLst/>
                <a:latin typeface="+mn-lt"/>
                <a:ea typeface="+mn-ea"/>
                <a:cs typeface="+mn-cs"/>
              </a:rPr>
              <a:t>Design of data communication networks using simulation techniques</a:t>
            </a:r>
          </a:p>
          <a:p>
            <a:r>
              <a:rPr lang="en-US" sz="1200" kern="1200" dirty="0" smtClean="0">
                <a:solidFill>
                  <a:schemeClr val="tx1"/>
                </a:solidFill>
                <a:effectLst/>
                <a:latin typeface="+mn-lt"/>
                <a:ea typeface="+mn-ea"/>
                <a:cs typeface="+mn-cs"/>
              </a:rPr>
              <a:t> </a:t>
            </a:r>
          </a:p>
          <a:p>
            <a:r>
              <a:rPr lang="en-US" sz="1200" b="1" kern="1200" dirty="0" smtClean="0">
                <a:solidFill>
                  <a:schemeClr val="tx1"/>
                </a:solidFill>
                <a:effectLst/>
                <a:latin typeface="+mn-lt"/>
                <a:ea typeface="+mn-ea"/>
                <a:cs typeface="+mn-cs"/>
              </a:rPr>
              <a:t>A Simulator for FANETs Using 5G Vehicle-to-Everything Communications and Named-Data Networking</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https://arxiv.org/html/2510.13823v1</a:t>
            </a:r>
          </a:p>
          <a:p>
            <a:endParaRPr lang="en-US" dirty="0"/>
          </a:p>
        </p:txBody>
      </p:sp>
      <p:sp>
        <p:nvSpPr>
          <p:cNvPr id="4" name="Slide Number Placeholder 3"/>
          <p:cNvSpPr>
            <a:spLocks noGrp="1"/>
          </p:cNvSpPr>
          <p:nvPr>
            <p:ph type="sldNum" sz="quarter" idx="10"/>
          </p:nvPr>
        </p:nvSpPr>
        <p:spPr/>
        <p:txBody>
          <a:bodyPr/>
          <a:lstStyle/>
          <a:p>
            <a:fld id="{A6B232A1-099D-4B50-B749-7C373A0D848E}" type="slidenum">
              <a:rPr lang="en-US" smtClean="0"/>
              <a:t>1</a:t>
            </a:fld>
            <a:endParaRPr lang="en-US"/>
          </a:p>
        </p:txBody>
      </p:sp>
    </p:spTree>
    <p:extLst>
      <p:ext uri="{BB962C8B-B14F-4D97-AF65-F5344CB8AC3E}">
        <p14:creationId xmlns:p14="http://schemas.microsoft.com/office/powerpoint/2010/main" val="21389657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175F163-6F54-44DA-9072-73AF3377320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ED20F2-7CA4-481D-A986-1DC5F181E5AA}"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175F163-6F54-44DA-9072-73AF3377320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ED20F2-7CA4-481D-A986-1DC5F181E5AA}"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175F163-6F54-44DA-9072-73AF3377320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ED20F2-7CA4-481D-A986-1DC5F181E5AA}"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175F163-6F54-44DA-9072-73AF3377320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ED20F2-7CA4-481D-A986-1DC5F181E5AA}"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175F163-6F54-44DA-9072-73AF33773204}" type="datetimeFigureOut">
              <a:rPr lang="en-US" smtClean="0"/>
              <a:t>9/11/2026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CED20F2-7CA4-481D-A986-1DC5F181E5AA}"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175F163-6F54-44DA-9072-73AF33773204}" type="datetimeFigureOut">
              <a:rPr lang="en-US" smtClean="0"/>
              <a:t>9/11/2026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CED20F2-7CA4-481D-A986-1DC5F181E5AA}"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75F163-6F54-44DA-9072-73AF33773204}" type="datetimeFigureOut">
              <a:rPr lang="en-US" smtClean="0"/>
              <a:t>9/11/2026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CED20F2-7CA4-481D-A986-1DC5F181E5AA}"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175F163-6F54-44DA-9072-73AF3377320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ED20F2-7CA4-481D-A986-1DC5F181E5AA}"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175F163-6F54-44DA-9072-73AF3377320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ED20F2-7CA4-481D-A986-1DC5F181E5AA}"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175F163-6F54-44DA-9072-73AF3377320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ED20F2-7CA4-481D-A986-1DC5F181E5AA}"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175F163-6F54-44DA-9072-73AF3377320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ED20F2-7CA4-481D-A986-1DC5F181E5AA}"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75F163-6F54-44DA-9072-73AF33773204}" type="datetimeFigureOut">
              <a:rPr lang="en-US" smtClean="0"/>
              <a:t>9/11/2026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ED20F2-7CA4-481D-A986-1DC5F181E5AA}"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hyperlink" Target="https://github.com/amelcharolinesgn2/CCNA1" TargetMode="External"/><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hyperlink" Target="http://www.aberdeen.com/research/9311/rr-smb-cloud-backup/content.aspx" TargetMode="Externa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customXml" Target="../ink/ink6.xml"/><Relationship Id="rId18" Type="http://schemas.openxmlformats.org/officeDocument/2006/relationships/image" Target="../media/image24.png"/><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image" Target="../media/image210.png"/><Relationship Id="rId17" Type="http://schemas.openxmlformats.org/officeDocument/2006/relationships/customXml" Target="../ink/ink8.xml"/><Relationship Id="rId2" Type="http://schemas.openxmlformats.org/officeDocument/2006/relationships/image" Target="../media/image23.png"/><Relationship Id="rId16" Type="http://schemas.openxmlformats.org/officeDocument/2006/relationships/image" Target="../media/image230.png"/><Relationship Id="rId1" Type="http://schemas.openxmlformats.org/officeDocument/2006/relationships/slideLayout" Target="../slideLayouts/slideLayout2.xml"/><Relationship Id="rId6" Type="http://schemas.openxmlformats.org/officeDocument/2006/relationships/image" Target="../media/image180.png"/><Relationship Id="rId11" Type="http://schemas.openxmlformats.org/officeDocument/2006/relationships/customXml" Target="../ink/ink5.xml"/><Relationship Id="rId5" Type="http://schemas.openxmlformats.org/officeDocument/2006/relationships/customXml" Target="../ink/ink2.xml"/><Relationship Id="rId15" Type="http://schemas.openxmlformats.org/officeDocument/2006/relationships/customXml" Target="../ink/ink7.xml"/><Relationship Id="rId10" Type="http://schemas.openxmlformats.org/officeDocument/2006/relationships/image" Target="../media/image200.png"/><Relationship Id="rId4" Type="http://schemas.openxmlformats.org/officeDocument/2006/relationships/image" Target="../media/image170.png"/><Relationship Id="rId9" Type="http://schemas.openxmlformats.org/officeDocument/2006/relationships/customXml" Target="../ink/ink4.xml"/><Relationship Id="rId14" Type="http://schemas.openxmlformats.org/officeDocument/2006/relationships/image" Target="../media/image2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17" Type="http://schemas.openxmlformats.org/officeDocument/2006/relationships/customXml" Target="../ink/ink68.xml"/><Relationship Id="rId21" Type="http://schemas.openxmlformats.org/officeDocument/2006/relationships/image" Target="../media/image38.png"/><Relationship Id="rId42" Type="http://schemas.openxmlformats.org/officeDocument/2006/relationships/customXml" Target="../ink/ink29.xml"/><Relationship Id="rId63" Type="http://schemas.openxmlformats.org/officeDocument/2006/relationships/customXml" Target="../ink/ink40.xml"/><Relationship Id="rId84" Type="http://schemas.openxmlformats.org/officeDocument/2006/relationships/image" Target="../media/image68.png"/><Relationship Id="rId138" Type="http://schemas.openxmlformats.org/officeDocument/2006/relationships/image" Target="../media/image95.png"/><Relationship Id="rId159" Type="http://schemas.openxmlformats.org/officeDocument/2006/relationships/customXml" Target="../ink/ink89.xml"/><Relationship Id="rId170" Type="http://schemas.openxmlformats.org/officeDocument/2006/relationships/image" Target="../media/image111.png"/><Relationship Id="rId191" Type="http://schemas.openxmlformats.org/officeDocument/2006/relationships/customXml" Target="../ink/ink105.xml"/><Relationship Id="rId205" Type="http://schemas.openxmlformats.org/officeDocument/2006/relationships/image" Target="../media/image128.png"/><Relationship Id="rId16" Type="http://schemas.openxmlformats.org/officeDocument/2006/relationships/customXml" Target="../ink/ink16.xml"/><Relationship Id="rId107" Type="http://schemas.openxmlformats.org/officeDocument/2006/relationships/customXml" Target="../ink/ink63.xml"/><Relationship Id="rId11" Type="http://schemas.openxmlformats.org/officeDocument/2006/relationships/image" Target="../media/image33.png"/><Relationship Id="rId32" Type="http://schemas.openxmlformats.org/officeDocument/2006/relationships/customXml" Target="../ink/ink24.xml"/><Relationship Id="rId37" Type="http://schemas.openxmlformats.org/officeDocument/2006/relationships/image" Target="../media/image46.png"/><Relationship Id="rId53" Type="http://schemas.openxmlformats.org/officeDocument/2006/relationships/customXml" Target="../ink/ink35.xml"/><Relationship Id="rId58" Type="http://schemas.openxmlformats.org/officeDocument/2006/relationships/image" Target="../media/image56.png"/><Relationship Id="rId74" Type="http://schemas.openxmlformats.org/officeDocument/2006/relationships/customXml" Target="../ink/ink46.xml"/><Relationship Id="rId79" Type="http://schemas.openxmlformats.org/officeDocument/2006/relationships/image" Target="../media/image66.png"/><Relationship Id="rId102" Type="http://schemas.openxmlformats.org/officeDocument/2006/relationships/image" Target="../media/image77.png"/><Relationship Id="rId123" Type="http://schemas.openxmlformats.org/officeDocument/2006/relationships/customXml" Target="../ink/ink71.xml"/><Relationship Id="rId128" Type="http://schemas.openxmlformats.org/officeDocument/2006/relationships/image" Target="../media/image90.png"/><Relationship Id="rId144" Type="http://schemas.openxmlformats.org/officeDocument/2006/relationships/image" Target="../media/image98.png"/><Relationship Id="rId149" Type="http://schemas.openxmlformats.org/officeDocument/2006/relationships/customXml" Target="../ink/ink84.xml"/><Relationship Id="rId5" Type="http://schemas.openxmlformats.org/officeDocument/2006/relationships/image" Target="../media/image30.png"/><Relationship Id="rId90" Type="http://schemas.openxmlformats.org/officeDocument/2006/relationships/image" Target="../media/image71.png"/><Relationship Id="rId95" Type="http://schemas.openxmlformats.org/officeDocument/2006/relationships/customXml" Target="../ink/ink57.xml"/><Relationship Id="rId160" Type="http://schemas.openxmlformats.org/officeDocument/2006/relationships/image" Target="../media/image106.png"/><Relationship Id="rId165" Type="http://schemas.openxmlformats.org/officeDocument/2006/relationships/customXml" Target="../ink/ink92.xml"/><Relationship Id="rId181" Type="http://schemas.openxmlformats.org/officeDocument/2006/relationships/customXml" Target="../ink/ink100.xml"/><Relationship Id="rId186" Type="http://schemas.openxmlformats.org/officeDocument/2006/relationships/image" Target="../media/image119.png"/><Relationship Id="rId22" Type="http://schemas.openxmlformats.org/officeDocument/2006/relationships/customXml" Target="../ink/ink19.xml"/><Relationship Id="rId27" Type="http://schemas.openxmlformats.org/officeDocument/2006/relationships/image" Target="../media/image41.png"/><Relationship Id="rId43" Type="http://schemas.openxmlformats.org/officeDocument/2006/relationships/image" Target="../media/image49.png"/><Relationship Id="rId48" Type="http://schemas.openxmlformats.org/officeDocument/2006/relationships/image" Target="../media/image51.png"/><Relationship Id="rId64" Type="http://schemas.openxmlformats.org/officeDocument/2006/relationships/image" Target="../media/image59.png"/><Relationship Id="rId69" Type="http://schemas.openxmlformats.org/officeDocument/2006/relationships/customXml" Target="../ink/ink43.xml"/><Relationship Id="rId113" Type="http://schemas.openxmlformats.org/officeDocument/2006/relationships/customXml" Target="../ink/ink66.xml"/><Relationship Id="rId118" Type="http://schemas.openxmlformats.org/officeDocument/2006/relationships/image" Target="../media/image85.png"/><Relationship Id="rId134" Type="http://schemas.openxmlformats.org/officeDocument/2006/relationships/image" Target="../media/image93.png"/><Relationship Id="rId139" Type="http://schemas.openxmlformats.org/officeDocument/2006/relationships/customXml" Target="../ink/ink79.xml"/><Relationship Id="rId80" Type="http://schemas.openxmlformats.org/officeDocument/2006/relationships/customXml" Target="../ink/ink49.xml"/><Relationship Id="rId85" Type="http://schemas.openxmlformats.org/officeDocument/2006/relationships/customXml" Target="../ink/ink52.xml"/><Relationship Id="rId150" Type="http://schemas.openxmlformats.org/officeDocument/2006/relationships/image" Target="../media/image101.png"/><Relationship Id="rId155" Type="http://schemas.openxmlformats.org/officeDocument/2006/relationships/customXml" Target="../ink/ink87.xml"/><Relationship Id="rId171" Type="http://schemas.openxmlformats.org/officeDocument/2006/relationships/customXml" Target="../ink/ink95.xml"/><Relationship Id="rId176" Type="http://schemas.openxmlformats.org/officeDocument/2006/relationships/image" Target="../media/image114.png"/><Relationship Id="rId192" Type="http://schemas.openxmlformats.org/officeDocument/2006/relationships/image" Target="../media/image122.png"/><Relationship Id="rId197" Type="http://schemas.openxmlformats.org/officeDocument/2006/relationships/image" Target="../media/image124.png"/><Relationship Id="rId201" Type="http://schemas.openxmlformats.org/officeDocument/2006/relationships/image" Target="../media/image126.png"/><Relationship Id="rId12" Type="http://schemas.openxmlformats.org/officeDocument/2006/relationships/customXml" Target="../ink/ink14.xml"/><Relationship Id="rId17" Type="http://schemas.openxmlformats.org/officeDocument/2006/relationships/image" Target="../media/image36.png"/><Relationship Id="rId33" Type="http://schemas.openxmlformats.org/officeDocument/2006/relationships/image" Target="../media/image44.png"/><Relationship Id="rId38" Type="http://schemas.openxmlformats.org/officeDocument/2006/relationships/customXml" Target="../ink/ink27.xml"/><Relationship Id="rId59" Type="http://schemas.openxmlformats.org/officeDocument/2006/relationships/customXml" Target="../ink/ink38.xml"/><Relationship Id="rId103" Type="http://schemas.openxmlformats.org/officeDocument/2006/relationships/customXml" Target="../ink/ink61.xml"/><Relationship Id="rId108" Type="http://schemas.openxmlformats.org/officeDocument/2006/relationships/image" Target="../media/image80.png"/><Relationship Id="rId124" Type="http://schemas.openxmlformats.org/officeDocument/2006/relationships/image" Target="../media/image88.png"/><Relationship Id="rId129" Type="http://schemas.openxmlformats.org/officeDocument/2006/relationships/customXml" Target="../ink/ink74.xml"/><Relationship Id="rId54" Type="http://schemas.openxmlformats.org/officeDocument/2006/relationships/image" Target="../media/image54.png"/><Relationship Id="rId70" Type="http://schemas.openxmlformats.org/officeDocument/2006/relationships/customXml" Target="../ink/ink44.xml"/><Relationship Id="rId75" Type="http://schemas.openxmlformats.org/officeDocument/2006/relationships/image" Target="../media/image64.png"/><Relationship Id="rId91" Type="http://schemas.openxmlformats.org/officeDocument/2006/relationships/customXml" Target="../ink/ink55.xml"/><Relationship Id="rId96" Type="http://schemas.openxmlformats.org/officeDocument/2006/relationships/image" Target="../media/image74.png"/><Relationship Id="rId140" Type="http://schemas.openxmlformats.org/officeDocument/2006/relationships/image" Target="../media/image96.png"/><Relationship Id="rId145" Type="http://schemas.openxmlformats.org/officeDocument/2006/relationships/customXml" Target="../ink/ink82.xml"/><Relationship Id="rId161" Type="http://schemas.openxmlformats.org/officeDocument/2006/relationships/customXml" Target="../ink/ink90.xml"/><Relationship Id="rId166" Type="http://schemas.openxmlformats.org/officeDocument/2006/relationships/image" Target="../media/image109.png"/><Relationship Id="rId182" Type="http://schemas.openxmlformats.org/officeDocument/2006/relationships/image" Target="../media/image117.png"/><Relationship Id="rId187" Type="http://schemas.openxmlformats.org/officeDocument/2006/relationships/customXml" Target="../ink/ink103.xml"/><Relationship Id="rId1" Type="http://schemas.openxmlformats.org/officeDocument/2006/relationships/slideLayout" Target="../slideLayouts/slideLayout2.xml"/><Relationship Id="rId6" Type="http://schemas.openxmlformats.org/officeDocument/2006/relationships/customXml" Target="../ink/ink11.xml"/><Relationship Id="rId23" Type="http://schemas.openxmlformats.org/officeDocument/2006/relationships/image" Target="../media/image39.png"/><Relationship Id="rId28" Type="http://schemas.openxmlformats.org/officeDocument/2006/relationships/customXml" Target="../ink/ink22.xml"/><Relationship Id="rId49" Type="http://schemas.openxmlformats.org/officeDocument/2006/relationships/customXml" Target="../ink/ink33.xml"/><Relationship Id="rId114" Type="http://schemas.openxmlformats.org/officeDocument/2006/relationships/image" Target="../media/image83.png"/><Relationship Id="rId119" Type="http://schemas.openxmlformats.org/officeDocument/2006/relationships/customXml" Target="../ink/ink69.xml"/><Relationship Id="rId44" Type="http://schemas.openxmlformats.org/officeDocument/2006/relationships/customXml" Target="../ink/ink30.xml"/><Relationship Id="rId60" Type="http://schemas.openxmlformats.org/officeDocument/2006/relationships/image" Target="../media/image57.png"/><Relationship Id="rId65" Type="http://schemas.openxmlformats.org/officeDocument/2006/relationships/customXml" Target="../ink/ink41.xml"/><Relationship Id="rId81" Type="http://schemas.openxmlformats.org/officeDocument/2006/relationships/image" Target="../media/image67.png"/><Relationship Id="rId86" Type="http://schemas.openxmlformats.org/officeDocument/2006/relationships/image" Target="../media/image69.png"/><Relationship Id="rId130" Type="http://schemas.openxmlformats.org/officeDocument/2006/relationships/image" Target="../media/image91.png"/><Relationship Id="rId135" Type="http://schemas.openxmlformats.org/officeDocument/2006/relationships/customXml" Target="../ink/ink77.xml"/><Relationship Id="rId151" Type="http://schemas.openxmlformats.org/officeDocument/2006/relationships/customXml" Target="../ink/ink85.xml"/><Relationship Id="rId156" Type="http://schemas.openxmlformats.org/officeDocument/2006/relationships/image" Target="../media/image104.png"/><Relationship Id="rId177" Type="http://schemas.openxmlformats.org/officeDocument/2006/relationships/customXml" Target="../ink/ink98.xml"/><Relationship Id="rId198" Type="http://schemas.openxmlformats.org/officeDocument/2006/relationships/customXml" Target="../ink/ink109.xml"/><Relationship Id="rId172" Type="http://schemas.openxmlformats.org/officeDocument/2006/relationships/image" Target="../media/image112.png"/><Relationship Id="rId193" Type="http://schemas.openxmlformats.org/officeDocument/2006/relationships/customXml" Target="../ink/ink106.xml"/><Relationship Id="rId202" Type="http://schemas.openxmlformats.org/officeDocument/2006/relationships/customXml" Target="../ink/ink111.xml"/><Relationship Id="rId13" Type="http://schemas.openxmlformats.org/officeDocument/2006/relationships/image" Target="../media/image34.png"/><Relationship Id="rId18" Type="http://schemas.openxmlformats.org/officeDocument/2006/relationships/customXml" Target="../ink/ink17.xml"/><Relationship Id="rId39" Type="http://schemas.openxmlformats.org/officeDocument/2006/relationships/image" Target="../media/image47.png"/><Relationship Id="rId109" Type="http://schemas.openxmlformats.org/officeDocument/2006/relationships/customXml" Target="../ink/ink64.xml"/><Relationship Id="rId34" Type="http://schemas.openxmlformats.org/officeDocument/2006/relationships/customXml" Target="../ink/ink25.xml"/><Relationship Id="rId50" Type="http://schemas.openxmlformats.org/officeDocument/2006/relationships/image" Target="../media/image52.png"/><Relationship Id="rId55" Type="http://schemas.openxmlformats.org/officeDocument/2006/relationships/customXml" Target="../ink/ink36.xml"/><Relationship Id="rId76" Type="http://schemas.openxmlformats.org/officeDocument/2006/relationships/customXml" Target="../ink/ink47.xml"/><Relationship Id="rId97" Type="http://schemas.openxmlformats.org/officeDocument/2006/relationships/customXml" Target="../ink/ink58.xml"/><Relationship Id="rId104" Type="http://schemas.openxmlformats.org/officeDocument/2006/relationships/image" Target="../media/image78.png"/><Relationship Id="rId120" Type="http://schemas.openxmlformats.org/officeDocument/2006/relationships/image" Target="../media/image86.png"/><Relationship Id="rId125" Type="http://schemas.openxmlformats.org/officeDocument/2006/relationships/customXml" Target="../ink/ink72.xml"/><Relationship Id="rId141" Type="http://schemas.openxmlformats.org/officeDocument/2006/relationships/customXml" Target="../ink/ink80.xml"/><Relationship Id="rId146" Type="http://schemas.openxmlformats.org/officeDocument/2006/relationships/image" Target="../media/image99.png"/><Relationship Id="rId167" Type="http://schemas.openxmlformats.org/officeDocument/2006/relationships/customXml" Target="../ink/ink93.xml"/><Relationship Id="rId188" Type="http://schemas.openxmlformats.org/officeDocument/2006/relationships/image" Target="../media/image120.png"/><Relationship Id="rId7" Type="http://schemas.openxmlformats.org/officeDocument/2006/relationships/image" Target="../media/image31.png"/><Relationship Id="rId71" Type="http://schemas.openxmlformats.org/officeDocument/2006/relationships/image" Target="../media/image62.png"/><Relationship Id="rId92" Type="http://schemas.openxmlformats.org/officeDocument/2006/relationships/image" Target="../media/image72.png"/><Relationship Id="rId162" Type="http://schemas.openxmlformats.org/officeDocument/2006/relationships/image" Target="../media/image107.png"/><Relationship Id="rId183" Type="http://schemas.openxmlformats.org/officeDocument/2006/relationships/customXml" Target="../ink/ink101.xml"/><Relationship Id="rId2" Type="http://schemas.openxmlformats.org/officeDocument/2006/relationships/customXml" Target="../ink/ink9.xml"/><Relationship Id="rId29" Type="http://schemas.openxmlformats.org/officeDocument/2006/relationships/image" Target="../media/image42.png"/><Relationship Id="rId24" Type="http://schemas.openxmlformats.org/officeDocument/2006/relationships/customXml" Target="../ink/ink20.xml"/><Relationship Id="rId40" Type="http://schemas.openxmlformats.org/officeDocument/2006/relationships/customXml" Target="../ink/ink28.xml"/><Relationship Id="rId45" Type="http://schemas.openxmlformats.org/officeDocument/2006/relationships/image" Target="../media/image50.png"/><Relationship Id="rId66" Type="http://schemas.openxmlformats.org/officeDocument/2006/relationships/image" Target="../media/image60.png"/><Relationship Id="rId87" Type="http://schemas.openxmlformats.org/officeDocument/2006/relationships/customXml" Target="../ink/ink53.xml"/><Relationship Id="rId110" Type="http://schemas.openxmlformats.org/officeDocument/2006/relationships/image" Target="../media/image81.png"/><Relationship Id="rId115" Type="http://schemas.openxmlformats.org/officeDocument/2006/relationships/customXml" Target="../ink/ink67.xml"/><Relationship Id="rId131" Type="http://schemas.openxmlformats.org/officeDocument/2006/relationships/customXml" Target="../ink/ink75.xml"/><Relationship Id="rId136" Type="http://schemas.openxmlformats.org/officeDocument/2006/relationships/image" Target="../media/image94.png"/><Relationship Id="rId157" Type="http://schemas.openxmlformats.org/officeDocument/2006/relationships/customXml" Target="../ink/ink88.xml"/><Relationship Id="rId178" Type="http://schemas.openxmlformats.org/officeDocument/2006/relationships/image" Target="../media/image115.png"/><Relationship Id="rId61" Type="http://schemas.openxmlformats.org/officeDocument/2006/relationships/customXml" Target="../ink/ink39.xml"/><Relationship Id="rId82" Type="http://schemas.openxmlformats.org/officeDocument/2006/relationships/customXml" Target="../ink/ink50.xml"/><Relationship Id="rId152" Type="http://schemas.openxmlformats.org/officeDocument/2006/relationships/image" Target="../media/image102.png"/><Relationship Id="rId173" Type="http://schemas.openxmlformats.org/officeDocument/2006/relationships/customXml" Target="../ink/ink96.xml"/><Relationship Id="rId194" Type="http://schemas.openxmlformats.org/officeDocument/2006/relationships/image" Target="../media/image123.png"/><Relationship Id="rId199" Type="http://schemas.openxmlformats.org/officeDocument/2006/relationships/image" Target="../media/image125.png"/><Relationship Id="rId203" Type="http://schemas.openxmlformats.org/officeDocument/2006/relationships/image" Target="../media/image127.png"/><Relationship Id="rId19" Type="http://schemas.openxmlformats.org/officeDocument/2006/relationships/image" Target="../media/image37.png"/><Relationship Id="rId14" Type="http://schemas.openxmlformats.org/officeDocument/2006/relationships/customXml" Target="../ink/ink15.xml"/><Relationship Id="rId30" Type="http://schemas.openxmlformats.org/officeDocument/2006/relationships/customXml" Target="../ink/ink23.xml"/><Relationship Id="rId35" Type="http://schemas.openxmlformats.org/officeDocument/2006/relationships/image" Target="../media/image45.png"/><Relationship Id="rId56" Type="http://schemas.openxmlformats.org/officeDocument/2006/relationships/image" Target="../media/image55.png"/><Relationship Id="rId77" Type="http://schemas.openxmlformats.org/officeDocument/2006/relationships/image" Target="../media/image65.png"/><Relationship Id="rId100" Type="http://schemas.openxmlformats.org/officeDocument/2006/relationships/image" Target="../media/image76.png"/><Relationship Id="rId105" Type="http://schemas.openxmlformats.org/officeDocument/2006/relationships/customXml" Target="../ink/ink62.xml"/><Relationship Id="rId126" Type="http://schemas.openxmlformats.org/officeDocument/2006/relationships/image" Target="../media/image89.png"/><Relationship Id="rId147" Type="http://schemas.openxmlformats.org/officeDocument/2006/relationships/customXml" Target="../ink/ink83.xml"/><Relationship Id="rId168" Type="http://schemas.openxmlformats.org/officeDocument/2006/relationships/image" Target="../media/image110.png"/><Relationship Id="rId8" Type="http://schemas.openxmlformats.org/officeDocument/2006/relationships/customXml" Target="../ink/ink12.xml"/><Relationship Id="rId51" Type="http://schemas.openxmlformats.org/officeDocument/2006/relationships/customXml" Target="../ink/ink34.xml"/><Relationship Id="rId72" Type="http://schemas.openxmlformats.org/officeDocument/2006/relationships/customXml" Target="../ink/ink45.xml"/><Relationship Id="rId93" Type="http://schemas.openxmlformats.org/officeDocument/2006/relationships/customXml" Target="../ink/ink56.xml"/><Relationship Id="rId98" Type="http://schemas.openxmlformats.org/officeDocument/2006/relationships/image" Target="../media/image75.png"/><Relationship Id="rId121" Type="http://schemas.openxmlformats.org/officeDocument/2006/relationships/customXml" Target="../ink/ink70.xml"/><Relationship Id="rId142" Type="http://schemas.openxmlformats.org/officeDocument/2006/relationships/image" Target="../media/image97.png"/><Relationship Id="rId163" Type="http://schemas.openxmlformats.org/officeDocument/2006/relationships/customXml" Target="../ink/ink91.xml"/><Relationship Id="rId184" Type="http://schemas.openxmlformats.org/officeDocument/2006/relationships/image" Target="../media/image118.png"/><Relationship Id="rId189" Type="http://schemas.openxmlformats.org/officeDocument/2006/relationships/customXml" Target="../ink/ink104.xml"/><Relationship Id="rId3" Type="http://schemas.openxmlformats.org/officeDocument/2006/relationships/image" Target="../media/image29.png"/><Relationship Id="rId25" Type="http://schemas.openxmlformats.org/officeDocument/2006/relationships/image" Target="../media/image40.png"/><Relationship Id="rId46" Type="http://schemas.openxmlformats.org/officeDocument/2006/relationships/customXml" Target="../ink/ink31.xml"/><Relationship Id="rId67" Type="http://schemas.openxmlformats.org/officeDocument/2006/relationships/customXml" Target="../ink/ink42.xml"/><Relationship Id="rId116" Type="http://schemas.openxmlformats.org/officeDocument/2006/relationships/image" Target="../media/image84.png"/><Relationship Id="rId137" Type="http://schemas.openxmlformats.org/officeDocument/2006/relationships/customXml" Target="../ink/ink78.xml"/><Relationship Id="rId158" Type="http://schemas.openxmlformats.org/officeDocument/2006/relationships/image" Target="../media/image105.png"/><Relationship Id="rId20" Type="http://schemas.openxmlformats.org/officeDocument/2006/relationships/customXml" Target="../ink/ink18.xml"/><Relationship Id="rId41" Type="http://schemas.openxmlformats.org/officeDocument/2006/relationships/image" Target="../media/image48.png"/><Relationship Id="rId62" Type="http://schemas.openxmlformats.org/officeDocument/2006/relationships/image" Target="../media/image58.png"/><Relationship Id="rId83" Type="http://schemas.openxmlformats.org/officeDocument/2006/relationships/customXml" Target="../ink/ink51.xml"/><Relationship Id="rId88" Type="http://schemas.openxmlformats.org/officeDocument/2006/relationships/image" Target="../media/image70.png"/><Relationship Id="rId111" Type="http://schemas.openxmlformats.org/officeDocument/2006/relationships/customXml" Target="../ink/ink65.xml"/><Relationship Id="rId132" Type="http://schemas.openxmlformats.org/officeDocument/2006/relationships/image" Target="../media/image92.png"/><Relationship Id="rId153" Type="http://schemas.openxmlformats.org/officeDocument/2006/relationships/customXml" Target="../ink/ink86.xml"/><Relationship Id="rId174" Type="http://schemas.openxmlformats.org/officeDocument/2006/relationships/image" Target="../media/image113.png"/><Relationship Id="rId179" Type="http://schemas.openxmlformats.org/officeDocument/2006/relationships/customXml" Target="../ink/ink99.xml"/><Relationship Id="rId195" Type="http://schemas.openxmlformats.org/officeDocument/2006/relationships/customXml" Target="../ink/ink107.xml"/><Relationship Id="rId190" Type="http://schemas.openxmlformats.org/officeDocument/2006/relationships/image" Target="../media/image121.png"/><Relationship Id="rId204" Type="http://schemas.openxmlformats.org/officeDocument/2006/relationships/customXml" Target="../ink/ink112.xml"/><Relationship Id="rId15" Type="http://schemas.openxmlformats.org/officeDocument/2006/relationships/image" Target="../media/image35.png"/><Relationship Id="rId36" Type="http://schemas.openxmlformats.org/officeDocument/2006/relationships/customXml" Target="../ink/ink26.xml"/><Relationship Id="rId57" Type="http://schemas.openxmlformats.org/officeDocument/2006/relationships/customXml" Target="../ink/ink37.xml"/><Relationship Id="rId106" Type="http://schemas.openxmlformats.org/officeDocument/2006/relationships/image" Target="../media/image79.png"/><Relationship Id="rId127" Type="http://schemas.openxmlformats.org/officeDocument/2006/relationships/customXml" Target="../ink/ink73.xml"/><Relationship Id="rId10" Type="http://schemas.openxmlformats.org/officeDocument/2006/relationships/customXml" Target="../ink/ink13.xml"/><Relationship Id="rId31" Type="http://schemas.openxmlformats.org/officeDocument/2006/relationships/image" Target="../media/image43.png"/><Relationship Id="rId52" Type="http://schemas.openxmlformats.org/officeDocument/2006/relationships/image" Target="../media/image53.png"/><Relationship Id="rId73" Type="http://schemas.openxmlformats.org/officeDocument/2006/relationships/image" Target="../media/image63.png"/><Relationship Id="rId78" Type="http://schemas.openxmlformats.org/officeDocument/2006/relationships/customXml" Target="../ink/ink48.xml"/><Relationship Id="rId94" Type="http://schemas.openxmlformats.org/officeDocument/2006/relationships/image" Target="../media/image73.png"/><Relationship Id="rId99" Type="http://schemas.openxmlformats.org/officeDocument/2006/relationships/customXml" Target="../ink/ink59.xml"/><Relationship Id="rId101" Type="http://schemas.openxmlformats.org/officeDocument/2006/relationships/customXml" Target="../ink/ink60.xml"/><Relationship Id="rId122" Type="http://schemas.openxmlformats.org/officeDocument/2006/relationships/image" Target="../media/image87.png"/><Relationship Id="rId143" Type="http://schemas.openxmlformats.org/officeDocument/2006/relationships/customXml" Target="../ink/ink81.xml"/><Relationship Id="rId148" Type="http://schemas.openxmlformats.org/officeDocument/2006/relationships/image" Target="../media/image100.png"/><Relationship Id="rId164" Type="http://schemas.openxmlformats.org/officeDocument/2006/relationships/image" Target="../media/image108.png"/><Relationship Id="rId169" Type="http://schemas.openxmlformats.org/officeDocument/2006/relationships/customXml" Target="../ink/ink94.xml"/><Relationship Id="rId185" Type="http://schemas.openxmlformats.org/officeDocument/2006/relationships/customXml" Target="../ink/ink102.xml"/><Relationship Id="rId4" Type="http://schemas.openxmlformats.org/officeDocument/2006/relationships/customXml" Target="../ink/ink10.xml"/><Relationship Id="rId9" Type="http://schemas.openxmlformats.org/officeDocument/2006/relationships/image" Target="../media/image32.png"/><Relationship Id="rId180" Type="http://schemas.openxmlformats.org/officeDocument/2006/relationships/image" Target="../media/image116.png"/><Relationship Id="rId26" Type="http://schemas.openxmlformats.org/officeDocument/2006/relationships/customXml" Target="../ink/ink21.xml"/><Relationship Id="rId47" Type="http://schemas.openxmlformats.org/officeDocument/2006/relationships/customXml" Target="../ink/ink32.xml"/><Relationship Id="rId68" Type="http://schemas.openxmlformats.org/officeDocument/2006/relationships/image" Target="../media/image61.png"/><Relationship Id="rId89" Type="http://schemas.openxmlformats.org/officeDocument/2006/relationships/customXml" Target="../ink/ink54.xml"/><Relationship Id="rId112" Type="http://schemas.openxmlformats.org/officeDocument/2006/relationships/image" Target="../media/image82.png"/><Relationship Id="rId133" Type="http://schemas.openxmlformats.org/officeDocument/2006/relationships/customXml" Target="../ink/ink76.xml"/><Relationship Id="rId154" Type="http://schemas.openxmlformats.org/officeDocument/2006/relationships/image" Target="../media/image103.png"/><Relationship Id="rId175" Type="http://schemas.openxmlformats.org/officeDocument/2006/relationships/customXml" Target="../ink/ink97.xml"/><Relationship Id="rId196" Type="http://schemas.openxmlformats.org/officeDocument/2006/relationships/customXml" Target="../ink/ink108.xml"/><Relationship Id="rId200" Type="http://schemas.openxmlformats.org/officeDocument/2006/relationships/customXml" Target="../ink/ink11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29.png"/><Relationship Id="rId7" Type="http://schemas.openxmlformats.org/officeDocument/2006/relationships/image" Target="../media/image131.png"/><Relationship Id="rId2" Type="http://schemas.openxmlformats.org/officeDocument/2006/relationships/customXml" Target="../ink/ink113.xml"/><Relationship Id="rId1" Type="http://schemas.openxmlformats.org/officeDocument/2006/relationships/slideLayout" Target="../slideLayouts/slideLayout2.xml"/><Relationship Id="rId6" Type="http://schemas.openxmlformats.org/officeDocument/2006/relationships/customXml" Target="../ink/ink115.xml"/><Relationship Id="rId5" Type="http://schemas.openxmlformats.org/officeDocument/2006/relationships/image" Target="../media/image130.png"/><Relationship Id="rId4" Type="http://schemas.openxmlformats.org/officeDocument/2006/relationships/customXml" Target="../ink/ink114.xml"/></Relationships>
</file>

<file path=ppt/slides/_rels/slide51.xml.rels><?xml version="1.0" encoding="UTF-8" standalone="yes"?>
<Relationships xmlns="http://schemas.openxmlformats.org/package/2006/relationships"><Relationship Id="rId13" Type="http://schemas.openxmlformats.org/officeDocument/2006/relationships/image" Target="../media/image47.png"/><Relationship Id="rId18" Type="http://schemas.openxmlformats.org/officeDocument/2006/relationships/customXml" Target="../ink/ink124.xml"/><Relationship Id="rId26" Type="http://schemas.openxmlformats.org/officeDocument/2006/relationships/customXml" Target="../ink/ink128.xml"/><Relationship Id="rId39" Type="http://schemas.openxmlformats.org/officeDocument/2006/relationships/image" Target="../media/image149.png"/><Relationship Id="rId3" Type="http://schemas.openxmlformats.org/officeDocument/2006/relationships/image" Target="../media/image132.png"/><Relationship Id="rId21" Type="http://schemas.openxmlformats.org/officeDocument/2006/relationships/image" Target="../media/image140.png"/><Relationship Id="rId34" Type="http://schemas.openxmlformats.org/officeDocument/2006/relationships/customXml" Target="../ink/ink132.xml"/><Relationship Id="rId42" Type="http://schemas.openxmlformats.org/officeDocument/2006/relationships/customXml" Target="../ink/ink136.xml"/><Relationship Id="rId47" Type="http://schemas.openxmlformats.org/officeDocument/2006/relationships/image" Target="../media/image153.png"/><Relationship Id="rId50" Type="http://schemas.openxmlformats.org/officeDocument/2006/relationships/customXml" Target="../ink/ink140.xml"/><Relationship Id="rId7" Type="http://schemas.openxmlformats.org/officeDocument/2006/relationships/image" Target="../media/image134.png"/><Relationship Id="rId12" Type="http://schemas.openxmlformats.org/officeDocument/2006/relationships/customXml" Target="../ink/ink121.xml"/><Relationship Id="rId17" Type="http://schemas.openxmlformats.org/officeDocument/2006/relationships/image" Target="../media/image138.png"/><Relationship Id="rId25" Type="http://schemas.openxmlformats.org/officeDocument/2006/relationships/image" Target="../media/image142.png"/><Relationship Id="rId33" Type="http://schemas.openxmlformats.org/officeDocument/2006/relationships/image" Target="../media/image146.png"/><Relationship Id="rId38" Type="http://schemas.openxmlformats.org/officeDocument/2006/relationships/customXml" Target="../ink/ink134.xml"/><Relationship Id="rId46" Type="http://schemas.openxmlformats.org/officeDocument/2006/relationships/customXml" Target="../ink/ink138.xml"/><Relationship Id="rId2" Type="http://schemas.openxmlformats.org/officeDocument/2006/relationships/customXml" Target="../ink/ink116.xml"/><Relationship Id="rId16" Type="http://schemas.openxmlformats.org/officeDocument/2006/relationships/customXml" Target="../ink/ink123.xml"/><Relationship Id="rId20" Type="http://schemas.openxmlformats.org/officeDocument/2006/relationships/customXml" Target="../ink/ink125.xml"/><Relationship Id="rId29" Type="http://schemas.openxmlformats.org/officeDocument/2006/relationships/image" Target="../media/image144.png"/><Relationship Id="rId41" Type="http://schemas.openxmlformats.org/officeDocument/2006/relationships/image" Target="../media/image150.png"/><Relationship Id="rId1" Type="http://schemas.openxmlformats.org/officeDocument/2006/relationships/slideLayout" Target="../slideLayouts/slideLayout2.xml"/><Relationship Id="rId6" Type="http://schemas.openxmlformats.org/officeDocument/2006/relationships/customXml" Target="../ink/ink118.xml"/><Relationship Id="rId11" Type="http://schemas.openxmlformats.org/officeDocument/2006/relationships/image" Target="../media/image136.png"/><Relationship Id="rId24" Type="http://schemas.openxmlformats.org/officeDocument/2006/relationships/customXml" Target="../ink/ink127.xml"/><Relationship Id="rId32" Type="http://schemas.openxmlformats.org/officeDocument/2006/relationships/customXml" Target="../ink/ink131.xml"/><Relationship Id="rId37" Type="http://schemas.openxmlformats.org/officeDocument/2006/relationships/image" Target="../media/image148.png"/><Relationship Id="rId40" Type="http://schemas.openxmlformats.org/officeDocument/2006/relationships/customXml" Target="../ink/ink135.xml"/><Relationship Id="rId45" Type="http://schemas.openxmlformats.org/officeDocument/2006/relationships/image" Target="../media/image152.png"/><Relationship Id="rId53" Type="http://schemas.openxmlformats.org/officeDocument/2006/relationships/image" Target="../media/image156.png"/><Relationship Id="rId5" Type="http://schemas.openxmlformats.org/officeDocument/2006/relationships/image" Target="../media/image133.png"/><Relationship Id="rId15" Type="http://schemas.openxmlformats.org/officeDocument/2006/relationships/image" Target="../media/image137.png"/><Relationship Id="rId23" Type="http://schemas.openxmlformats.org/officeDocument/2006/relationships/image" Target="../media/image141.png"/><Relationship Id="rId28" Type="http://schemas.openxmlformats.org/officeDocument/2006/relationships/customXml" Target="../ink/ink129.xml"/><Relationship Id="rId36" Type="http://schemas.openxmlformats.org/officeDocument/2006/relationships/customXml" Target="../ink/ink133.xml"/><Relationship Id="rId49" Type="http://schemas.openxmlformats.org/officeDocument/2006/relationships/image" Target="../media/image154.png"/><Relationship Id="rId10" Type="http://schemas.openxmlformats.org/officeDocument/2006/relationships/customXml" Target="../ink/ink120.xml"/><Relationship Id="rId19" Type="http://schemas.openxmlformats.org/officeDocument/2006/relationships/image" Target="../media/image139.png"/><Relationship Id="rId31" Type="http://schemas.openxmlformats.org/officeDocument/2006/relationships/image" Target="../media/image145.png"/><Relationship Id="rId44" Type="http://schemas.openxmlformats.org/officeDocument/2006/relationships/customXml" Target="../ink/ink137.xml"/><Relationship Id="rId52" Type="http://schemas.openxmlformats.org/officeDocument/2006/relationships/customXml" Target="../ink/ink141.xml"/><Relationship Id="rId4" Type="http://schemas.openxmlformats.org/officeDocument/2006/relationships/customXml" Target="../ink/ink117.xml"/><Relationship Id="rId9" Type="http://schemas.openxmlformats.org/officeDocument/2006/relationships/image" Target="../media/image135.png"/><Relationship Id="rId14" Type="http://schemas.openxmlformats.org/officeDocument/2006/relationships/customXml" Target="../ink/ink122.xml"/><Relationship Id="rId22" Type="http://schemas.openxmlformats.org/officeDocument/2006/relationships/customXml" Target="../ink/ink126.xml"/><Relationship Id="rId27" Type="http://schemas.openxmlformats.org/officeDocument/2006/relationships/image" Target="../media/image143.png"/><Relationship Id="rId30" Type="http://schemas.openxmlformats.org/officeDocument/2006/relationships/customXml" Target="../ink/ink130.xml"/><Relationship Id="rId35" Type="http://schemas.openxmlformats.org/officeDocument/2006/relationships/image" Target="../media/image147.png"/><Relationship Id="rId43" Type="http://schemas.openxmlformats.org/officeDocument/2006/relationships/image" Target="../media/image151.png"/><Relationship Id="rId48" Type="http://schemas.openxmlformats.org/officeDocument/2006/relationships/customXml" Target="../ink/ink139.xml"/><Relationship Id="rId8" Type="http://schemas.openxmlformats.org/officeDocument/2006/relationships/customXml" Target="../ink/ink119.xml"/><Relationship Id="rId51" Type="http://schemas.openxmlformats.org/officeDocument/2006/relationships/image" Target="../media/image15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5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5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5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6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62.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63.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64.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65.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7"/>
          <p:cNvPicPr>
            <a:picLocks noGrp="1" noChangeAspect="1"/>
          </p:cNvPicPr>
          <p:nvPr>
            <p:ph idx="1"/>
          </p:nvPr>
        </p:nvPicPr>
        <p:blipFill>
          <a:blip r:embed="rId3"/>
          <a:stretch>
            <a:fillRect/>
          </a:stretch>
        </p:blipFill>
        <p:spPr>
          <a:xfrm>
            <a:off x="34717" y="1269125"/>
            <a:ext cx="1485476" cy="946757"/>
          </a:xfrm>
          <a:prstGeom prst="rect">
            <a:avLst/>
          </a:prstGeom>
        </p:spPr>
      </p:pic>
      <p:pic>
        <p:nvPicPr>
          <p:cNvPr id="30" name="Picture 29"/>
          <p:cNvPicPr>
            <a:picLocks noChangeAspect="1"/>
          </p:cNvPicPr>
          <p:nvPr/>
        </p:nvPicPr>
        <p:blipFill rotWithShape="1">
          <a:blip r:embed="rId4"/>
          <a:srcRect l="8646" t="12924" r="16013" b="9596"/>
          <a:stretch/>
        </p:blipFill>
        <p:spPr>
          <a:xfrm>
            <a:off x="261669" y="2565858"/>
            <a:ext cx="907401" cy="933163"/>
          </a:xfrm>
          <a:prstGeom prst="rect">
            <a:avLst/>
          </a:prstGeom>
          <a:ln>
            <a:noFill/>
          </a:ln>
          <a:effectLst>
            <a:softEdge rad="112500"/>
          </a:effectLst>
        </p:spPr>
      </p:pic>
      <p:pic>
        <p:nvPicPr>
          <p:cNvPr id="31" name="Picture 30"/>
          <p:cNvPicPr>
            <a:picLocks noChangeAspect="1"/>
          </p:cNvPicPr>
          <p:nvPr/>
        </p:nvPicPr>
        <p:blipFill rotWithShape="1">
          <a:blip r:embed="rId5"/>
          <a:srcRect t="31519" b="32047"/>
          <a:stretch/>
        </p:blipFill>
        <p:spPr>
          <a:xfrm>
            <a:off x="358741" y="3035586"/>
            <a:ext cx="764069" cy="242958"/>
          </a:xfrm>
          <a:prstGeom prst="rect">
            <a:avLst/>
          </a:prstGeom>
          <a:ln>
            <a:noFill/>
          </a:ln>
          <a:effectLst>
            <a:softEdge rad="112500"/>
          </a:effectLst>
        </p:spPr>
      </p:pic>
      <p:pic>
        <p:nvPicPr>
          <p:cNvPr id="6" name="Picture 5"/>
          <p:cNvPicPr>
            <a:picLocks noChangeAspect="1"/>
          </p:cNvPicPr>
          <p:nvPr/>
        </p:nvPicPr>
        <p:blipFill>
          <a:blip r:embed="rId6"/>
          <a:stretch>
            <a:fillRect/>
          </a:stretch>
        </p:blipFill>
        <p:spPr>
          <a:xfrm>
            <a:off x="229553" y="2054958"/>
            <a:ext cx="1422052" cy="159992"/>
          </a:xfrm>
          <a:prstGeom prst="rect">
            <a:avLst/>
          </a:prstGeom>
        </p:spPr>
      </p:pic>
      <p:grpSp>
        <p:nvGrpSpPr>
          <p:cNvPr id="8" name="Group 7">
            <a:extLst>
              <a:ext uri="{FF2B5EF4-FFF2-40B4-BE49-F238E27FC236}">
                <a16:creationId xmlns:a16="http://schemas.microsoft.com/office/drawing/2014/main" id="{2AABCB87-2ECC-4C03-B5BB-6EE11C8A4485}"/>
              </a:ext>
            </a:extLst>
          </p:cNvPr>
          <p:cNvGrpSpPr/>
          <p:nvPr/>
        </p:nvGrpSpPr>
        <p:grpSpPr>
          <a:xfrm>
            <a:off x="358126" y="1795701"/>
            <a:ext cx="732725" cy="276964"/>
            <a:chOff x="4853562" y="1589418"/>
            <a:chExt cx="2609520" cy="1291565"/>
          </a:xfrm>
        </p:grpSpPr>
        <p:sp>
          <p:nvSpPr>
            <p:cNvPr id="13" name="Freeform 12">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1280" tIns="40640" rIns="81280" bIns="40640" numCol="1" spcCol="0" rtlCol="0" fromWordArt="0" anchor="ctr" anchorCtr="0" forceAA="0" compatLnSpc="1">
              <a:prstTxWarp prst="textNoShape">
                <a:avLst/>
              </a:prstTxWarp>
              <a:noAutofit/>
            </a:bodyPr>
            <a:lstStyle/>
            <a:p>
              <a:pPr algn="ctr"/>
              <a:endParaRPr lang="ko-KR" altLang="en-US" sz="2401">
                <a:solidFill>
                  <a:schemeClr val="tx1"/>
                </a:solidFill>
              </a:endParaRPr>
            </a:p>
          </p:txBody>
        </p:sp>
        <p:sp>
          <p:nvSpPr>
            <p:cNvPr id="14" name="Freeform 13">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1280" tIns="40640" rIns="81280" bIns="40640" numCol="1" spcCol="0" rtlCol="0" fromWordArt="0" anchor="ctr" anchorCtr="0" forceAA="0" compatLnSpc="1">
              <a:prstTxWarp prst="textNoShape">
                <a:avLst/>
              </a:prstTxWarp>
              <a:noAutofit/>
            </a:bodyPr>
            <a:lstStyle/>
            <a:p>
              <a:pPr algn="ctr"/>
              <a:endParaRPr lang="ko-KR" altLang="en-US" sz="2401" dirty="0">
                <a:solidFill>
                  <a:schemeClr val="tx1"/>
                </a:solidFill>
              </a:endParaRPr>
            </a:p>
          </p:txBody>
        </p:sp>
      </p:grpSp>
      <p:grpSp>
        <p:nvGrpSpPr>
          <p:cNvPr id="9" name="Group 8">
            <a:extLst>
              <a:ext uri="{FF2B5EF4-FFF2-40B4-BE49-F238E27FC236}">
                <a16:creationId xmlns:a16="http://schemas.microsoft.com/office/drawing/2014/main" id="{AB8BC7BC-BF58-402E-9A69-AA9226DE7CAA}"/>
              </a:ext>
            </a:extLst>
          </p:cNvPr>
          <p:cNvGrpSpPr/>
          <p:nvPr/>
        </p:nvGrpSpPr>
        <p:grpSpPr>
          <a:xfrm>
            <a:off x="323409" y="1776645"/>
            <a:ext cx="252370" cy="128636"/>
            <a:chOff x="7439031" y="1585639"/>
            <a:chExt cx="2143740" cy="996849"/>
          </a:xfrm>
          <a:solidFill>
            <a:schemeClr val="accent6"/>
          </a:solidFill>
        </p:grpSpPr>
        <p:sp>
          <p:nvSpPr>
            <p:cNvPr id="11" name="Freeform: Shape 66">
              <a:extLst>
                <a:ext uri="{FF2B5EF4-FFF2-40B4-BE49-F238E27FC236}">
                  <a16:creationId xmlns:a16="http://schemas.microsoft.com/office/drawing/2014/main" id="{2A081543-B9FF-49B1-8EEF-ABDF5438EDCD}"/>
                </a:ext>
              </a:extLst>
            </p:cNvPr>
            <p:cNvSpPr/>
            <p:nvPr/>
          </p:nvSpPr>
          <p:spPr>
            <a:xfrm>
              <a:off x="7439031" y="1585639"/>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dirty="0"/>
            </a:p>
          </p:txBody>
        </p:sp>
        <p:sp>
          <p:nvSpPr>
            <p:cNvPr id="12" name="Freeform: Shape 67">
              <a:extLst>
                <a:ext uri="{FF2B5EF4-FFF2-40B4-BE49-F238E27FC236}">
                  <a16:creationId xmlns:a16="http://schemas.microsoft.com/office/drawing/2014/main" id="{275D1FAA-C13F-4A6B-BA37-7704CFB7ADCD}"/>
                </a:ext>
              </a:extLst>
            </p:cNvPr>
            <p:cNvSpPr/>
            <p:nvPr/>
          </p:nvSpPr>
          <p:spPr>
            <a:xfrm>
              <a:off x="8174174" y="1963600"/>
              <a:ext cx="443936" cy="326799"/>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grpSp>
      <p:sp>
        <p:nvSpPr>
          <p:cNvPr id="10" name="Subtitle 2">
            <a:extLst>
              <a:ext uri="{FF2B5EF4-FFF2-40B4-BE49-F238E27FC236}">
                <a16:creationId xmlns:a16="http://schemas.microsoft.com/office/drawing/2014/main" id="{53858C97-DA2F-8866-47CC-CDF4077BBF9D}"/>
              </a:ext>
            </a:extLst>
          </p:cNvPr>
          <p:cNvSpPr txBox="1">
            <a:spLocks/>
          </p:cNvSpPr>
          <p:nvPr/>
        </p:nvSpPr>
        <p:spPr>
          <a:xfrm>
            <a:off x="352482" y="1799547"/>
            <a:ext cx="274351" cy="93913"/>
          </a:xfrm>
          <a:prstGeom prst="rect">
            <a:avLst/>
          </a:prstGeom>
        </p:spPr>
        <p:txBody>
          <a:bodyPr vert="horz" lIns="60960" tIns="30480" rIns="60960" bIns="30480" rtlCol="0">
            <a:normAutofit fontScale="3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67" dirty="0">
                <a:solidFill>
                  <a:srgbClr val="7030A0"/>
                </a:solidFill>
              </a:rPr>
              <a:t>PDS</a:t>
            </a:r>
          </a:p>
        </p:txBody>
      </p:sp>
      <p:pic>
        <p:nvPicPr>
          <p:cNvPr id="18" name="Picture 17"/>
          <p:cNvPicPr>
            <a:picLocks noChangeAspect="1"/>
          </p:cNvPicPr>
          <p:nvPr/>
        </p:nvPicPr>
        <p:blipFill>
          <a:blip r:embed="rId7"/>
          <a:stretch>
            <a:fillRect/>
          </a:stretch>
        </p:blipFill>
        <p:spPr>
          <a:xfrm>
            <a:off x="1117269" y="1883940"/>
            <a:ext cx="146662" cy="209056"/>
          </a:xfrm>
          <a:prstGeom prst="rect">
            <a:avLst/>
          </a:prstGeom>
        </p:spPr>
      </p:pic>
      <p:pic>
        <p:nvPicPr>
          <p:cNvPr id="19" name="Picture 18"/>
          <p:cNvPicPr>
            <a:picLocks noChangeAspect="1"/>
          </p:cNvPicPr>
          <p:nvPr/>
        </p:nvPicPr>
        <p:blipFill>
          <a:blip r:embed="rId8"/>
          <a:stretch>
            <a:fillRect/>
          </a:stretch>
        </p:blipFill>
        <p:spPr>
          <a:xfrm>
            <a:off x="696723" y="1867589"/>
            <a:ext cx="201668" cy="191584"/>
          </a:xfrm>
          <a:prstGeom prst="rect">
            <a:avLst/>
          </a:prstGeom>
        </p:spPr>
      </p:pic>
      <p:pic>
        <p:nvPicPr>
          <p:cNvPr id="20" name="Picture 19"/>
          <p:cNvPicPr>
            <a:picLocks noChangeAspect="1"/>
          </p:cNvPicPr>
          <p:nvPr/>
        </p:nvPicPr>
        <p:blipFill>
          <a:blip r:embed="rId9"/>
          <a:stretch>
            <a:fillRect/>
          </a:stretch>
        </p:blipFill>
        <p:spPr>
          <a:xfrm>
            <a:off x="501437" y="1892307"/>
            <a:ext cx="197154" cy="189886"/>
          </a:xfrm>
          <a:prstGeom prst="rect">
            <a:avLst/>
          </a:prstGeom>
        </p:spPr>
      </p:pic>
      <p:sp>
        <p:nvSpPr>
          <p:cNvPr id="7" name="Title 4">
            <a:extLst>
              <a:ext uri="{FF2B5EF4-FFF2-40B4-BE49-F238E27FC236}">
                <a16:creationId xmlns:a16="http://schemas.microsoft.com/office/drawing/2014/main" id="{27228BAE-048B-681E-DD8D-BD96B22560E0}"/>
              </a:ext>
            </a:extLst>
          </p:cNvPr>
          <p:cNvSpPr txBox="1">
            <a:spLocks/>
          </p:cNvSpPr>
          <p:nvPr/>
        </p:nvSpPr>
        <p:spPr>
          <a:xfrm>
            <a:off x="193710" y="1949643"/>
            <a:ext cx="1378085" cy="195838"/>
          </a:xfrm>
          <a:prstGeom prst="rect">
            <a:avLst/>
          </a:prstGeom>
        </p:spPr>
        <p:txBody>
          <a:bodyPr vert="horz" lIns="60960" tIns="30480" rIns="60960" bIns="30480" rtlCol="0" anchor="b">
            <a:normAutofit fontScale="8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1400" dirty="0">
                <a:solidFill>
                  <a:schemeClr val="accent1">
                    <a:lumMod val="75000"/>
                  </a:schemeClr>
                </a:solidFill>
              </a:rPr>
              <a:t>Computer </a:t>
            </a:r>
            <a:r>
              <a:rPr lang="en-US" sz="1400" dirty="0">
                <a:solidFill>
                  <a:srgbClr val="00B0F0"/>
                </a:solidFill>
              </a:rPr>
              <a:t>Vision</a:t>
            </a:r>
          </a:p>
        </p:txBody>
      </p:sp>
      <p:sp>
        <p:nvSpPr>
          <p:cNvPr id="28" name="Title 1"/>
          <p:cNvSpPr txBox="1">
            <a:spLocks/>
          </p:cNvSpPr>
          <p:nvPr/>
        </p:nvSpPr>
        <p:spPr>
          <a:xfrm>
            <a:off x="-637105" y="3352086"/>
            <a:ext cx="2869324" cy="338401"/>
          </a:xfrm>
          <a:prstGeom prst="rect">
            <a:avLst/>
          </a:prstGeom>
        </p:spPr>
        <p:txBody>
          <a:bodyPr vert="horz" lIns="60960" tIns="30480" rIns="60960" bIns="3048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1600" b="1" dirty="0">
                <a:solidFill>
                  <a:schemeClr val="bg1">
                    <a:lumMod val="75000"/>
                  </a:schemeClr>
                </a:solidFill>
              </a:rPr>
              <a:t>@ P. </a:t>
            </a:r>
            <a:r>
              <a:rPr lang="en-US" sz="1600" b="1" dirty="0" err="1">
                <a:solidFill>
                  <a:schemeClr val="bg1">
                    <a:lumMod val="75000"/>
                  </a:schemeClr>
                </a:solidFill>
              </a:rPr>
              <a:t>Siagian</a:t>
            </a:r>
            <a:endParaRPr lang="en-US" sz="1600" b="1" dirty="0">
              <a:solidFill>
                <a:schemeClr val="bg1">
                  <a:lumMod val="75000"/>
                </a:schemeClr>
              </a:solidFill>
            </a:endParaRPr>
          </a:p>
        </p:txBody>
      </p:sp>
      <p:sp>
        <p:nvSpPr>
          <p:cNvPr id="23" name="Title 1"/>
          <p:cNvSpPr txBox="1">
            <a:spLocks/>
          </p:cNvSpPr>
          <p:nvPr/>
        </p:nvSpPr>
        <p:spPr>
          <a:xfrm>
            <a:off x="2711008" y="3120479"/>
            <a:ext cx="7010400" cy="578784"/>
          </a:xfrm>
          <a:prstGeom prst="rect">
            <a:avLst/>
          </a:prstGeom>
        </p:spPr>
        <p:txBody>
          <a:bodyPr vert="horz" lIns="60960" tIns="30480" rIns="60960" bIns="30480" rtlCol="0" anchor="b">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9525" algn="just">
              <a:lnSpc>
                <a:spcPct val="100000"/>
              </a:lnSpc>
            </a:pPr>
            <a:r>
              <a:rPr lang="en-US" sz="4500" b="1">
                <a:solidFill>
                  <a:srgbClr val="0070C0"/>
                </a:solidFill>
                <a:latin typeface="Cambria" panose="02040503050406030204"/>
                <a:cs typeface="Cambria" panose="02040503050406030204"/>
              </a:rPr>
              <a:t>C</a:t>
            </a:r>
            <a:r>
              <a:rPr lang="en-US" sz="4500" b="1" spc="-8">
                <a:solidFill>
                  <a:srgbClr val="0070C0"/>
                </a:solidFill>
                <a:latin typeface="Cambria" panose="02040503050406030204"/>
                <a:cs typeface="Cambria" panose="02040503050406030204"/>
              </a:rPr>
              <a:t>l</a:t>
            </a:r>
            <a:r>
              <a:rPr lang="en-US" sz="4500" b="1" spc="-4">
                <a:solidFill>
                  <a:srgbClr val="0070C0"/>
                </a:solidFill>
                <a:latin typeface="Cambria" panose="02040503050406030204"/>
                <a:cs typeface="Cambria" panose="02040503050406030204"/>
              </a:rPr>
              <a:t>o</a:t>
            </a:r>
            <a:r>
              <a:rPr lang="en-US" sz="4500" b="1">
                <a:solidFill>
                  <a:srgbClr val="0070C0"/>
                </a:solidFill>
                <a:latin typeface="Cambria" panose="02040503050406030204"/>
                <a:cs typeface="Cambria" panose="02040503050406030204"/>
              </a:rPr>
              <a:t>u</a:t>
            </a:r>
            <a:r>
              <a:rPr lang="en-US" sz="4500" b="1" spc="-4">
                <a:solidFill>
                  <a:srgbClr val="0070C0"/>
                </a:solidFill>
                <a:latin typeface="Cambria" panose="02040503050406030204"/>
                <a:cs typeface="Cambria" panose="02040503050406030204"/>
              </a:rPr>
              <a:t>d</a:t>
            </a:r>
            <a:r>
              <a:rPr lang="en-US" sz="4500" b="1" spc="4">
                <a:solidFill>
                  <a:srgbClr val="0070C0"/>
                </a:solidFill>
                <a:latin typeface="Cambria" panose="02040503050406030204"/>
                <a:cs typeface="Cambria" panose="02040503050406030204"/>
              </a:rPr>
              <a:t> </a:t>
            </a:r>
            <a:r>
              <a:rPr lang="en-US" sz="4500" b="1" spc="-23" smtClean="0">
                <a:solidFill>
                  <a:srgbClr val="0070C0"/>
                </a:solidFill>
                <a:latin typeface="Cambria" panose="02040503050406030204"/>
                <a:cs typeface="Cambria" panose="02040503050406030204"/>
              </a:rPr>
              <a:t>Fundamental1</a:t>
            </a:r>
            <a:endParaRPr lang="en-US" sz="4500" dirty="0">
              <a:solidFill>
                <a:srgbClr val="0070C0"/>
              </a:solidFill>
              <a:latin typeface="Cambria" panose="02040503050406030204"/>
              <a:cs typeface="Cambria" panose="02040503050406030204"/>
            </a:endParaRPr>
          </a:p>
        </p:txBody>
      </p:sp>
      <p:sp>
        <p:nvSpPr>
          <p:cNvPr id="26" name="Rectangle 25"/>
          <p:cNvSpPr/>
          <p:nvPr/>
        </p:nvSpPr>
        <p:spPr>
          <a:xfrm>
            <a:off x="7198917" y="5140486"/>
            <a:ext cx="1865873" cy="184666"/>
          </a:xfrm>
          <a:prstGeom prst="rect">
            <a:avLst/>
          </a:prstGeom>
        </p:spPr>
        <p:txBody>
          <a:bodyPr wrap="square">
            <a:spAutoFit/>
          </a:bodyPr>
          <a:lstStyle/>
          <a:p>
            <a:r>
              <a:rPr lang="en-US" sz="600" dirty="0"/>
              <a:t>https://www.youtube.com/@AmelOline/videos</a:t>
            </a:r>
          </a:p>
        </p:txBody>
      </p:sp>
      <p:sp>
        <p:nvSpPr>
          <p:cNvPr id="27" name="Rectangle 26"/>
          <p:cNvSpPr/>
          <p:nvPr/>
        </p:nvSpPr>
        <p:spPr>
          <a:xfrm>
            <a:off x="7790813" y="5036611"/>
            <a:ext cx="1158923" cy="184666"/>
          </a:xfrm>
          <a:prstGeom prst="rect">
            <a:avLst/>
          </a:prstGeom>
        </p:spPr>
        <p:txBody>
          <a:bodyPr wrap="square">
            <a:spAutoFit/>
          </a:bodyPr>
          <a:lstStyle/>
          <a:p>
            <a:r>
              <a:rPr lang="en-US" sz="600" dirty="0"/>
              <a:t>https://github.com/siagianp</a:t>
            </a:r>
          </a:p>
        </p:txBody>
      </p:sp>
      <p:sp>
        <p:nvSpPr>
          <p:cNvPr id="29" name="Rectangle 28"/>
          <p:cNvSpPr/>
          <p:nvPr/>
        </p:nvSpPr>
        <p:spPr>
          <a:xfrm>
            <a:off x="6504687" y="5244361"/>
            <a:ext cx="2617882" cy="184666"/>
          </a:xfrm>
          <a:prstGeom prst="rect">
            <a:avLst/>
          </a:prstGeom>
        </p:spPr>
        <p:txBody>
          <a:bodyPr wrap="square">
            <a:spAutoFit/>
          </a:bodyPr>
          <a:lstStyle/>
          <a:p>
            <a:r>
              <a:rPr lang="en-US" sz="600" dirty="0"/>
              <a:t>https://github.com/amelcharolinesgn2/IoT_simulator-mqtt-NodeRed</a:t>
            </a:r>
          </a:p>
        </p:txBody>
      </p:sp>
      <p:sp>
        <p:nvSpPr>
          <p:cNvPr id="32" name="Rectangle 31"/>
          <p:cNvSpPr/>
          <p:nvPr/>
        </p:nvSpPr>
        <p:spPr>
          <a:xfrm>
            <a:off x="6810717" y="5348235"/>
            <a:ext cx="2060019" cy="276999"/>
          </a:xfrm>
          <a:prstGeom prst="rect">
            <a:avLst/>
          </a:prstGeom>
        </p:spPr>
        <p:txBody>
          <a:bodyPr wrap="square">
            <a:spAutoFit/>
          </a:bodyPr>
          <a:lstStyle/>
          <a:p>
            <a:r>
              <a:rPr lang="en-US" sz="600" dirty="0"/>
              <a:t>https://github.com/amelcharolinesgn2/Cloud-Infrastructures</a:t>
            </a:r>
          </a:p>
        </p:txBody>
      </p:sp>
      <p:sp>
        <p:nvSpPr>
          <p:cNvPr id="33" name="Rectangle 32"/>
          <p:cNvSpPr/>
          <p:nvPr/>
        </p:nvSpPr>
        <p:spPr>
          <a:xfrm>
            <a:off x="6432336" y="5434797"/>
            <a:ext cx="2465111" cy="184666"/>
          </a:xfrm>
          <a:prstGeom prst="rect">
            <a:avLst/>
          </a:prstGeom>
        </p:spPr>
        <p:txBody>
          <a:bodyPr wrap="square">
            <a:spAutoFit/>
          </a:bodyPr>
          <a:lstStyle/>
          <a:p>
            <a:r>
              <a:rPr lang="en-US" sz="600" dirty="0"/>
              <a:t>https://github.com/amelcharolinesgn2/ClouD-Infrastructure-SISKA-2025</a:t>
            </a:r>
          </a:p>
        </p:txBody>
      </p:sp>
      <p:sp>
        <p:nvSpPr>
          <p:cNvPr id="34" name="Rectangle 33"/>
          <p:cNvSpPr/>
          <p:nvPr/>
        </p:nvSpPr>
        <p:spPr>
          <a:xfrm>
            <a:off x="6248225" y="5525791"/>
            <a:ext cx="2652888" cy="184666"/>
          </a:xfrm>
          <a:prstGeom prst="rect">
            <a:avLst/>
          </a:prstGeom>
        </p:spPr>
        <p:txBody>
          <a:bodyPr wrap="square">
            <a:spAutoFit/>
          </a:bodyPr>
          <a:lstStyle/>
          <a:p>
            <a:r>
              <a:rPr lang="en-US" sz="600" dirty="0"/>
              <a:t>https://github.com/amelcharolinesgn2/Gyroscope-Sensor-Data-Accelerometer</a:t>
            </a:r>
          </a:p>
        </p:txBody>
      </p:sp>
      <p:sp>
        <p:nvSpPr>
          <p:cNvPr id="37" name="Rectangle 36"/>
          <p:cNvSpPr/>
          <p:nvPr/>
        </p:nvSpPr>
        <p:spPr>
          <a:xfrm>
            <a:off x="7195129" y="5617711"/>
            <a:ext cx="1948871" cy="184666"/>
          </a:xfrm>
          <a:prstGeom prst="rect">
            <a:avLst/>
          </a:prstGeom>
        </p:spPr>
        <p:txBody>
          <a:bodyPr wrap="square">
            <a:spAutoFit/>
          </a:bodyPr>
          <a:lstStyle/>
          <a:p>
            <a:r>
              <a:rPr lang="en-US" sz="600" dirty="0"/>
              <a:t>https://</a:t>
            </a:r>
            <a:r>
              <a:rPr lang="en-US" sz="600" dirty="0"/>
              <a:t>github.com/amelcharolinesgn2/cloudSim</a:t>
            </a:r>
            <a:endParaRPr lang="en-US" sz="600" dirty="0"/>
          </a:p>
        </p:txBody>
      </p:sp>
      <p:sp>
        <p:nvSpPr>
          <p:cNvPr id="38" name="Rectangle 37"/>
          <p:cNvSpPr/>
          <p:nvPr/>
        </p:nvSpPr>
        <p:spPr>
          <a:xfrm>
            <a:off x="7245136" y="5689148"/>
            <a:ext cx="1948871" cy="184666"/>
          </a:xfrm>
          <a:prstGeom prst="rect">
            <a:avLst/>
          </a:prstGeom>
        </p:spPr>
        <p:txBody>
          <a:bodyPr wrap="square">
            <a:spAutoFit/>
          </a:bodyPr>
          <a:lstStyle/>
          <a:p>
            <a:r>
              <a:rPr lang="en-US" sz="600" dirty="0">
                <a:hlinkClick r:id="rId10"/>
              </a:rPr>
              <a:t>https://</a:t>
            </a:r>
            <a:r>
              <a:rPr lang="en-US" sz="600" dirty="0">
                <a:hlinkClick r:id="rId10"/>
              </a:rPr>
              <a:t>github.com/amelcharolinesgn2/CCNA 1</a:t>
            </a:r>
            <a:r>
              <a:rPr lang="en-US" sz="600" dirty="0"/>
              <a:t>    </a:t>
            </a:r>
            <a:endParaRPr lang="en-US" sz="600" dirty="0"/>
          </a:p>
        </p:txBody>
      </p:sp>
    </p:spTree>
    <p:extLst>
      <p:ext uri="{BB962C8B-B14F-4D97-AF65-F5344CB8AC3E}">
        <p14:creationId xmlns:p14="http://schemas.microsoft.com/office/powerpoint/2010/main" val="99009522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381000"/>
            <a:ext cx="7772400" cy="1066800"/>
          </a:xfrm>
          <a:solidFill>
            <a:schemeClr val="accent2">
              <a:lumMod val="60000"/>
              <a:lumOff val="40000"/>
            </a:schemeClr>
          </a:solidFill>
        </p:spPr>
        <p:txBody>
          <a:bodyPr>
            <a:normAutofit/>
          </a:bodyPr>
          <a:lstStyle/>
          <a:p>
            <a:r>
              <a:rPr lang="en-US" sz="3600" dirty="0" smtClean="0"/>
              <a:t>Cloud Framework</a:t>
            </a:r>
            <a:endParaRPr lang="en-US" sz="3600" dirty="0"/>
          </a:p>
        </p:txBody>
      </p:sp>
      <p:sp>
        <p:nvSpPr>
          <p:cNvPr id="3" name="Subtitle 2"/>
          <p:cNvSpPr>
            <a:spLocks noGrp="1"/>
          </p:cNvSpPr>
          <p:nvPr>
            <p:ph type="subTitle" idx="1"/>
          </p:nvPr>
        </p:nvSpPr>
        <p:spPr>
          <a:xfrm>
            <a:off x="914400" y="2057400"/>
            <a:ext cx="7391400" cy="3581400"/>
          </a:xfrm>
        </p:spPr>
        <p:txBody>
          <a:bodyPr/>
          <a:lstStyle/>
          <a:p>
            <a:pPr algn="l"/>
            <a:endParaRPr lang="en-US" dirty="0"/>
          </a:p>
        </p:txBody>
      </p:sp>
      <p:pic>
        <p:nvPicPr>
          <p:cNvPr id="5" name="Picture 4" descr="CloudSystemArchitecture.JPG"/>
          <p:cNvPicPr>
            <a:picLocks noChangeAspect="1"/>
          </p:cNvPicPr>
          <p:nvPr/>
        </p:nvPicPr>
        <p:blipFill>
          <a:blip r:embed="rId2"/>
          <a:stretch>
            <a:fillRect/>
          </a:stretch>
        </p:blipFill>
        <p:spPr>
          <a:xfrm>
            <a:off x="952500" y="1752600"/>
            <a:ext cx="7239000" cy="4800600"/>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381000"/>
            <a:ext cx="7772400" cy="1470025"/>
          </a:xfrm>
          <a:solidFill>
            <a:schemeClr val="accent2">
              <a:lumMod val="60000"/>
              <a:lumOff val="40000"/>
            </a:schemeClr>
          </a:solidFill>
        </p:spPr>
        <p:txBody>
          <a:bodyPr/>
          <a:lstStyle/>
          <a:p>
            <a:r>
              <a:rPr lang="en-US" dirty="0" smtClean="0"/>
              <a:t>What is Data Center ?</a:t>
            </a:r>
            <a:endParaRPr lang="en-US" dirty="0"/>
          </a:p>
        </p:txBody>
      </p:sp>
      <p:sp>
        <p:nvSpPr>
          <p:cNvPr id="3" name="Subtitle 2"/>
          <p:cNvSpPr>
            <a:spLocks noGrp="1"/>
          </p:cNvSpPr>
          <p:nvPr>
            <p:ph type="subTitle" idx="1"/>
          </p:nvPr>
        </p:nvSpPr>
        <p:spPr>
          <a:xfrm>
            <a:off x="914400" y="2057400"/>
            <a:ext cx="7391400" cy="3962400"/>
          </a:xfrm>
        </p:spPr>
        <p:txBody>
          <a:bodyPr>
            <a:normAutofit/>
          </a:bodyPr>
          <a:lstStyle/>
          <a:p>
            <a:pPr algn="just">
              <a:buFont typeface="Arial" panose="020B0604020202020204" pitchFamily="34" charset="0"/>
              <a:buChar char="•"/>
            </a:pPr>
            <a:r>
              <a:rPr lang="en-US" sz="2400" dirty="0" smtClean="0">
                <a:solidFill>
                  <a:schemeClr val="tx1"/>
                </a:solidFill>
              </a:rPr>
              <a:t>A data center is a facility that </a:t>
            </a:r>
            <a:r>
              <a:rPr lang="en-US" sz="2400" dirty="0" smtClean="0">
                <a:solidFill>
                  <a:srgbClr val="FF0000"/>
                </a:solidFill>
              </a:rPr>
              <a:t>centralizes an organization's IT operations and equipment</a:t>
            </a:r>
            <a:r>
              <a:rPr lang="en-US" sz="2400" dirty="0" smtClean="0">
                <a:solidFill>
                  <a:schemeClr val="tx1"/>
                </a:solidFill>
              </a:rPr>
              <a:t>, as well as </a:t>
            </a:r>
            <a:r>
              <a:rPr lang="en-US" sz="2400" dirty="0" smtClean="0">
                <a:solidFill>
                  <a:srgbClr val="00B050"/>
                </a:solidFill>
              </a:rPr>
              <a:t>where it stores, manages, and disseminates its data.</a:t>
            </a:r>
            <a:r>
              <a:rPr lang="en-US" sz="2400" dirty="0" smtClean="0">
                <a:solidFill>
                  <a:srgbClr val="FF0000"/>
                </a:solidFill>
              </a:rPr>
              <a:t> </a:t>
            </a:r>
          </a:p>
          <a:p>
            <a:pPr algn="just">
              <a:buFont typeface="Arial" panose="020B0604020202020204" pitchFamily="34" charset="0"/>
              <a:buChar char="•"/>
            </a:pPr>
            <a:r>
              <a:rPr lang="en-US" sz="2400" dirty="0" smtClean="0">
                <a:solidFill>
                  <a:srgbClr val="00B050"/>
                </a:solidFill>
              </a:rPr>
              <a:t>On-premise or off-premise</a:t>
            </a:r>
            <a:endParaRPr lang="en-US" sz="2200" dirty="0">
              <a:solidFill>
                <a:srgbClr val="00B050"/>
              </a:solidFill>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 name="Content Placeholder 5"/>
          <p:cNvPicPr>
            <a:picLocks noGrp="1" noChangeAspect="1"/>
          </p:cNvPicPr>
          <p:nvPr>
            <p:ph idx="1"/>
          </p:nvPr>
        </p:nvPicPr>
        <p:blipFill>
          <a:blip r:embed="rId2"/>
          <a:stretch>
            <a:fillRect/>
          </a:stretch>
        </p:blipFill>
        <p:spPr>
          <a:xfrm>
            <a:off x="1828800" y="1981200"/>
            <a:ext cx="5400040" cy="4368800"/>
          </a:xfrm>
          <a:prstGeom prst="rect">
            <a:avLst/>
          </a:prstGeom>
        </p:spPr>
      </p:pic>
      <p:sp>
        <p:nvSpPr>
          <p:cNvPr id="11" name="Title 1"/>
          <p:cNvSpPr>
            <a:spLocks noGrp="1"/>
          </p:cNvSpPr>
          <p:nvPr/>
        </p:nvSpPr>
        <p:spPr>
          <a:xfrm>
            <a:off x="762000" y="381000"/>
            <a:ext cx="7772400" cy="1470025"/>
          </a:xfrm>
          <a:prstGeom prst="rect">
            <a:avLst/>
          </a:prstGeom>
          <a:solidFill>
            <a:schemeClr val="accent2">
              <a:lumMod val="60000"/>
              <a:lumOff val="40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smtClean="0"/>
              <a:t>Characteristics of Cloud</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381000"/>
            <a:ext cx="7772400" cy="1470025"/>
          </a:xfrm>
          <a:solidFill>
            <a:schemeClr val="accent2">
              <a:lumMod val="60000"/>
              <a:lumOff val="40000"/>
            </a:schemeClr>
          </a:solidFill>
        </p:spPr>
        <p:txBody>
          <a:bodyPr/>
          <a:lstStyle/>
          <a:p>
            <a:r>
              <a:rPr lang="en-US" dirty="0" smtClean="0"/>
              <a:t>Characteristics of Cloud</a:t>
            </a:r>
            <a:endParaRPr lang="en-US" dirty="0"/>
          </a:p>
        </p:txBody>
      </p:sp>
      <p:sp>
        <p:nvSpPr>
          <p:cNvPr id="3" name="Subtitle 2"/>
          <p:cNvSpPr>
            <a:spLocks noGrp="1"/>
          </p:cNvSpPr>
          <p:nvPr>
            <p:ph type="subTitle" idx="1"/>
          </p:nvPr>
        </p:nvSpPr>
        <p:spPr>
          <a:xfrm>
            <a:off x="914400" y="2057400"/>
            <a:ext cx="7391400" cy="4211955"/>
          </a:xfrm>
        </p:spPr>
        <p:txBody>
          <a:bodyPr>
            <a:normAutofit lnSpcReduction="10000"/>
          </a:bodyPr>
          <a:lstStyle/>
          <a:p>
            <a:pPr algn="just">
              <a:buFont typeface="Arial" panose="020B0604020202020204" pitchFamily="34" charset="0"/>
            </a:pPr>
            <a:r>
              <a:rPr lang="en-US" sz="2595" b="1" dirty="0" smtClean="0">
                <a:solidFill>
                  <a:schemeClr val="tx1"/>
                </a:solidFill>
              </a:rPr>
              <a:t>A) On demand self services</a:t>
            </a:r>
            <a:r>
              <a:rPr lang="en-US" sz="2595" dirty="0" smtClean="0">
                <a:solidFill>
                  <a:schemeClr val="tx1"/>
                </a:solidFill>
              </a:rPr>
              <a:t>: </a:t>
            </a:r>
          </a:p>
          <a:p>
            <a:pPr marL="514350" indent="-514350" algn="just">
              <a:buFont typeface="+mj-lt"/>
              <a:buAutoNum type="romanLcPeriod"/>
            </a:pPr>
            <a:r>
              <a:rPr lang="en-US" sz="2200" dirty="0" smtClean="0">
                <a:solidFill>
                  <a:schemeClr val="tx1"/>
                </a:solidFill>
              </a:rPr>
              <a:t>computer services such as email, applications, network or server service can be provided </a:t>
            </a:r>
            <a:r>
              <a:rPr lang="en-US" sz="2200" b="1" dirty="0" smtClean="0">
                <a:solidFill>
                  <a:srgbClr val="00B050"/>
                </a:solidFill>
              </a:rPr>
              <a:t>without requiring human interaction with each service provider</a:t>
            </a:r>
            <a:r>
              <a:rPr lang="en-US" sz="2200" b="1" dirty="0" smtClean="0">
                <a:solidFill>
                  <a:schemeClr val="tx1"/>
                </a:solidFill>
              </a:rPr>
              <a:t>. </a:t>
            </a:r>
          </a:p>
          <a:p>
            <a:pPr marL="514350" indent="-514350" algn="just">
              <a:buFont typeface="+mj-lt"/>
              <a:buAutoNum type="romanLcPeriod"/>
            </a:pPr>
            <a:r>
              <a:rPr lang="en-US" sz="2200" dirty="0" smtClean="0">
                <a:solidFill>
                  <a:schemeClr val="tx1"/>
                </a:solidFill>
              </a:rPr>
              <a:t>Cloud service providers providing on demand self services include </a:t>
            </a:r>
            <a:r>
              <a:rPr lang="en-US" sz="2200" b="1" dirty="0" smtClean="0">
                <a:solidFill>
                  <a:srgbClr val="0070C0"/>
                </a:solidFill>
              </a:rPr>
              <a:t>Amazon Web Services (AWS), Microsoft, Google, IBM and Salesforce.com. </a:t>
            </a:r>
          </a:p>
          <a:p>
            <a:pPr algn="just">
              <a:buFont typeface="Arial" panose="020B0604020202020204" pitchFamily="34" charset="0"/>
            </a:pPr>
            <a:r>
              <a:rPr lang="en-US" sz="2595" b="1" dirty="0" smtClean="0">
                <a:solidFill>
                  <a:schemeClr val="tx1"/>
                </a:solidFill>
              </a:rPr>
              <a:t>B) Broad network access</a:t>
            </a:r>
            <a:r>
              <a:rPr lang="en-US" sz="2595" dirty="0" smtClean="0">
                <a:solidFill>
                  <a:schemeClr val="tx1"/>
                </a:solidFill>
              </a:rPr>
              <a:t>: </a:t>
            </a:r>
          </a:p>
          <a:p>
            <a:pPr marL="514350" indent="-514350" algn="just">
              <a:buFont typeface="+mj-lt"/>
              <a:buAutoNum type="romanLcPeriod"/>
            </a:pPr>
            <a:r>
              <a:rPr lang="en-US" sz="2200" dirty="0" smtClean="0">
                <a:solidFill>
                  <a:schemeClr val="tx1"/>
                </a:solidFill>
              </a:rPr>
              <a:t>	Cloud </a:t>
            </a:r>
            <a:r>
              <a:rPr lang="en-US" sz="2200" b="1" dirty="0" smtClean="0">
                <a:solidFill>
                  <a:srgbClr val="0070C0"/>
                </a:solidFill>
              </a:rPr>
              <a:t>Capabilities</a:t>
            </a:r>
            <a:r>
              <a:rPr lang="en-US" sz="2200" dirty="0" smtClean="0">
                <a:solidFill>
                  <a:schemeClr val="tx1"/>
                </a:solidFill>
              </a:rPr>
              <a:t> are </a:t>
            </a:r>
            <a:r>
              <a:rPr lang="en-US" sz="2200" b="1" dirty="0" smtClean="0">
                <a:solidFill>
                  <a:srgbClr val="00B050"/>
                </a:solidFill>
              </a:rPr>
              <a:t>available over the network </a:t>
            </a:r>
            <a:r>
              <a:rPr lang="en-US" sz="2200" dirty="0" smtClean="0">
                <a:solidFill>
                  <a:schemeClr val="tx1"/>
                </a:solidFill>
              </a:rPr>
              <a:t>and    </a:t>
            </a:r>
          </a:p>
          <a:p>
            <a:pPr marL="514350" indent="-514350" algn="just">
              <a:buFont typeface="+mj-lt"/>
              <a:buAutoNum type="romanLcPeriod"/>
            </a:pPr>
            <a:r>
              <a:rPr lang="en-US" sz="2200" dirty="0" smtClean="0">
                <a:solidFill>
                  <a:schemeClr val="tx1"/>
                </a:solidFill>
              </a:rPr>
              <a:t>         </a:t>
            </a:r>
            <a:r>
              <a:rPr lang="en-US" sz="2200" b="1" i="1" dirty="0" smtClean="0">
                <a:solidFill>
                  <a:srgbClr val="00B050"/>
                </a:solidFill>
              </a:rPr>
              <a:t>accessed</a:t>
            </a:r>
            <a:r>
              <a:rPr lang="en-US" sz="2200" dirty="0" smtClean="0">
                <a:solidFill>
                  <a:schemeClr val="tx1"/>
                </a:solidFill>
              </a:rPr>
              <a:t> through standard mechanisms that </a:t>
            </a:r>
            <a:r>
              <a:rPr lang="en-US" sz="2200" b="1" dirty="0" smtClean="0">
                <a:solidFill>
                  <a:srgbClr val="0070C0"/>
                </a:solidFill>
              </a:rPr>
              <a:t>promote use by heterogeneous thin or thick client platforms </a:t>
            </a:r>
            <a:r>
              <a:rPr lang="en-US" sz="2200" dirty="0" smtClean="0">
                <a:solidFill>
                  <a:schemeClr val="tx1"/>
                </a:solidFill>
              </a:rPr>
              <a:t>such as mobile phones, laptops and PDAs.</a:t>
            </a:r>
            <a:endParaRPr lang="en-US" sz="2200" dirty="0">
              <a:solidFill>
                <a:schemeClr val="tx1"/>
              </a:solidFill>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381000"/>
            <a:ext cx="7772400" cy="1470025"/>
          </a:xfrm>
          <a:solidFill>
            <a:schemeClr val="accent2">
              <a:lumMod val="60000"/>
              <a:lumOff val="40000"/>
            </a:schemeClr>
          </a:solidFill>
        </p:spPr>
        <p:txBody>
          <a:bodyPr/>
          <a:lstStyle/>
          <a:p>
            <a:r>
              <a:rPr lang="en-US" dirty="0" smtClean="0"/>
              <a:t>Characteristics of Cloud</a:t>
            </a:r>
            <a:endParaRPr lang="en-US" dirty="0"/>
          </a:p>
        </p:txBody>
      </p:sp>
      <p:sp>
        <p:nvSpPr>
          <p:cNvPr id="3" name="Subtitle 2"/>
          <p:cNvSpPr>
            <a:spLocks noGrp="1"/>
          </p:cNvSpPr>
          <p:nvPr>
            <p:ph type="subTitle" idx="1"/>
          </p:nvPr>
        </p:nvSpPr>
        <p:spPr>
          <a:xfrm>
            <a:off x="152400" y="2082165"/>
            <a:ext cx="4403725" cy="4419600"/>
          </a:xfrm>
        </p:spPr>
        <p:txBody>
          <a:bodyPr>
            <a:normAutofit fontScale="62500" lnSpcReduction="20000"/>
          </a:bodyPr>
          <a:lstStyle/>
          <a:p>
            <a:pPr algn="just">
              <a:buFont typeface="Arial" panose="020B0604020202020204" pitchFamily="34" charset="0"/>
            </a:pPr>
            <a:r>
              <a:rPr lang="en-US" sz="3840" b="1" dirty="0" smtClean="0">
                <a:solidFill>
                  <a:schemeClr val="tx1"/>
                </a:solidFill>
              </a:rPr>
              <a:t>C) Resource pooling</a:t>
            </a:r>
            <a:r>
              <a:rPr lang="en-US" sz="3840" dirty="0" smtClean="0">
                <a:solidFill>
                  <a:schemeClr val="tx1"/>
                </a:solidFill>
              </a:rPr>
              <a:t>:</a:t>
            </a:r>
            <a:r>
              <a:rPr lang="en-US" dirty="0" smtClean="0">
                <a:solidFill>
                  <a:schemeClr val="tx1"/>
                </a:solidFill>
              </a:rPr>
              <a:t> </a:t>
            </a:r>
          </a:p>
          <a:p>
            <a:pPr marL="571500" indent="-571500" algn="just">
              <a:buFont typeface="+mj-lt"/>
              <a:buAutoNum type="romanLcPeriod"/>
            </a:pPr>
            <a:r>
              <a:rPr lang="en-US" dirty="0" smtClean="0">
                <a:solidFill>
                  <a:schemeClr val="tx1"/>
                </a:solidFill>
              </a:rPr>
              <a:t>The provider’s computing resources are pooled together to </a:t>
            </a:r>
            <a:r>
              <a:rPr lang="en-US" dirty="0" smtClean="0">
                <a:solidFill>
                  <a:srgbClr val="FF0000"/>
                </a:solidFill>
              </a:rPr>
              <a:t>serve multiple consumers</a:t>
            </a:r>
            <a:r>
              <a:rPr lang="en-US" dirty="0" smtClean="0">
                <a:solidFill>
                  <a:schemeClr val="tx1"/>
                </a:solidFill>
              </a:rPr>
              <a:t> using </a:t>
            </a:r>
            <a:r>
              <a:rPr lang="en-US" dirty="0" smtClean="0">
                <a:solidFill>
                  <a:srgbClr val="00B050"/>
                </a:solidFill>
              </a:rPr>
              <a:t>multiple-tenant model</a:t>
            </a:r>
            <a:r>
              <a:rPr lang="en-US" dirty="0" smtClean="0">
                <a:solidFill>
                  <a:schemeClr val="tx1"/>
                </a:solidFill>
              </a:rPr>
              <a:t>, with </a:t>
            </a:r>
            <a:r>
              <a:rPr lang="en-US" dirty="0" smtClean="0">
                <a:solidFill>
                  <a:srgbClr val="0070C0"/>
                </a:solidFill>
              </a:rPr>
              <a:t>different</a:t>
            </a:r>
            <a:r>
              <a:rPr lang="en-US" dirty="0" smtClean="0">
                <a:solidFill>
                  <a:schemeClr val="tx1"/>
                </a:solidFill>
              </a:rPr>
              <a:t> </a:t>
            </a:r>
            <a:r>
              <a:rPr lang="en-US" dirty="0" smtClean="0">
                <a:solidFill>
                  <a:srgbClr val="0070C0"/>
                </a:solidFill>
              </a:rPr>
              <a:t>physical and virtual resources </a:t>
            </a:r>
            <a:r>
              <a:rPr lang="en-US" dirty="0" smtClean="0">
                <a:solidFill>
                  <a:schemeClr val="tx1"/>
                </a:solidFill>
              </a:rPr>
              <a:t>dynamically </a:t>
            </a:r>
            <a:r>
              <a:rPr lang="en-US" dirty="0" smtClean="0">
                <a:solidFill>
                  <a:srgbClr val="00B050"/>
                </a:solidFill>
              </a:rPr>
              <a:t>assigned and reassigned according to consumer demand.</a:t>
            </a:r>
          </a:p>
          <a:p>
            <a:pPr marL="571500" indent="-571500" algn="just">
              <a:buFont typeface="+mj-lt"/>
              <a:buAutoNum type="romanLcPeriod"/>
            </a:pPr>
            <a:r>
              <a:rPr lang="en-US" dirty="0" smtClean="0">
                <a:solidFill>
                  <a:schemeClr val="tx1"/>
                </a:solidFill>
              </a:rPr>
              <a:t>The resources include storage, processing, memory, network bandwidth, virtual machines and email services</a:t>
            </a:r>
            <a:r>
              <a:rPr lang="en-US" dirty="0" smtClean="0"/>
              <a:t> </a:t>
            </a:r>
            <a:r>
              <a:rPr lang="en-US" dirty="0" smtClean="0">
                <a:solidFill>
                  <a:schemeClr val="tx1"/>
                </a:solidFill>
              </a:rPr>
              <a:t>as mobile phones, laptops and PDAs.</a:t>
            </a:r>
          </a:p>
          <a:p>
            <a:pPr algn="just"/>
            <a:r>
              <a:rPr lang="en-US" dirty="0" smtClean="0">
                <a:solidFill>
                  <a:srgbClr val="00B050"/>
                </a:solidFill>
              </a:rPr>
              <a:t> </a:t>
            </a:r>
            <a:endParaRPr lang="en-US" dirty="0">
              <a:solidFill>
                <a:srgbClr val="00B050"/>
              </a:solidFill>
            </a:endParaRPr>
          </a:p>
        </p:txBody>
      </p:sp>
      <p:pic>
        <p:nvPicPr>
          <p:cNvPr id="4" name="Content Placeholder 3"/>
          <p:cNvPicPr>
            <a:picLocks noChangeAspect="1"/>
          </p:cNvPicPr>
          <p:nvPr/>
        </p:nvPicPr>
        <p:blipFill>
          <a:blip r:embed="rId2"/>
          <a:stretch>
            <a:fillRect/>
          </a:stretch>
        </p:blipFill>
        <p:spPr>
          <a:xfrm>
            <a:off x="4822825" y="2133600"/>
            <a:ext cx="3711575" cy="4139565"/>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7500" lnSpcReduction="10000"/>
          </a:bodyPr>
          <a:lstStyle/>
          <a:p>
            <a:pPr algn="just"/>
            <a:endParaRPr lang="en-US" dirty="0" smtClean="0">
              <a:solidFill>
                <a:schemeClr val="tx1"/>
              </a:solidFill>
            </a:endParaRPr>
          </a:p>
          <a:p>
            <a:pPr marL="0" indent="0" algn="just">
              <a:buFont typeface="Arial" panose="020B0604020202020204" pitchFamily="34" charset="0"/>
              <a:buNone/>
            </a:pPr>
            <a:r>
              <a:rPr lang="en-US" sz="3000" b="1" dirty="0" smtClean="0">
                <a:sym typeface="+mn-ea"/>
              </a:rPr>
              <a:t>D) Rapid elasticity</a:t>
            </a:r>
            <a:r>
              <a:rPr lang="en-US" sz="3000" dirty="0" smtClean="0">
                <a:sym typeface="+mn-ea"/>
              </a:rPr>
              <a:t>: </a:t>
            </a:r>
            <a:endParaRPr lang="en-US" sz="3000" dirty="0" smtClean="0">
              <a:solidFill>
                <a:schemeClr val="tx1"/>
              </a:solidFill>
            </a:endParaRPr>
          </a:p>
          <a:p>
            <a:pPr marL="571500" indent="-571500" algn="just">
              <a:buFont typeface="+mj-lt"/>
              <a:buAutoNum type="romanLcPeriod"/>
            </a:pPr>
            <a:r>
              <a:rPr lang="en-US" sz="2500" dirty="0" smtClean="0">
                <a:sym typeface="+mn-ea"/>
              </a:rPr>
              <a:t>Cloud services can be </a:t>
            </a:r>
            <a:r>
              <a:rPr lang="en-US" sz="2500" dirty="0" smtClean="0">
                <a:solidFill>
                  <a:srgbClr val="FF0000"/>
                </a:solidFill>
                <a:sym typeface="+mn-ea"/>
              </a:rPr>
              <a:t>rapidly and elastically provisioned</a:t>
            </a:r>
            <a:r>
              <a:rPr lang="en-US" sz="2500" dirty="0" smtClean="0">
                <a:sym typeface="+mn-ea"/>
              </a:rPr>
              <a:t>, in some cases automatically to quickly scale out and   rapidly released to quickly scale in. </a:t>
            </a:r>
            <a:endParaRPr lang="en-US" sz="2500" dirty="0" smtClean="0">
              <a:solidFill>
                <a:schemeClr val="tx1"/>
              </a:solidFill>
            </a:endParaRPr>
          </a:p>
          <a:p>
            <a:pPr marL="571500" indent="-571500" algn="just">
              <a:buFont typeface="+mj-lt"/>
              <a:buAutoNum type="romanLcPeriod"/>
            </a:pPr>
            <a:r>
              <a:rPr lang="en-US" sz="2500" b="1" dirty="0" smtClean="0">
                <a:sym typeface="+mn-ea"/>
              </a:rPr>
              <a:t>To the consumer, the </a:t>
            </a:r>
            <a:r>
              <a:rPr lang="en-US" sz="2500" b="1" dirty="0" smtClean="0">
                <a:solidFill>
                  <a:srgbClr val="FF0000"/>
                </a:solidFill>
                <a:sym typeface="+mn-ea"/>
              </a:rPr>
              <a:t>capabilities available for provisioning </a:t>
            </a:r>
            <a:r>
              <a:rPr lang="en-US" sz="2500" b="1" dirty="0" smtClean="0">
                <a:sym typeface="+mn-ea"/>
              </a:rPr>
              <a:t>often appear to be </a:t>
            </a:r>
            <a:r>
              <a:rPr lang="en-US" sz="2500" b="1" dirty="0" smtClean="0">
                <a:solidFill>
                  <a:srgbClr val="FF0000"/>
                </a:solidFill>
                <a:sym typeface="+mn-ea"/>
              </a:rPr>
              <a:t>unlimited </a:t>
            </a:r>
            <a:r>
              <a:rPr lang="en-US" sz="2500" b="1" dirty="0" smtClean="0">
                <a:sym typeface="+mn-ea"/>
              </a:rPr>
              <a:t>and can be </a:t>
            </a:r>
            <a:r>
              <a:rPr lang="en-US" sz="2500" b="1" dirty="0" smtClean="0">
                <a:solidFill>
                  <a:srgbClr val="00B050"/>
                </a:solidFill>
                <a:sym typeface="+mn-ea"/>
              </a:rPr>
              <a:t>purchased in any quantity at any time.</a:t>
            </a:r>
          </a:p>
          <a:p>
            <a:pPr marL="571500" indent="-571500" algn="just">
              <a:buFont typeface="+mj-lt"/>
              <a:buAutoNum type="romanLcPeriod"/>
            </a:pPr>
            <a:r>
              <a:rPr lang="en-US" sz="2500">
                <a:sym typeface="+mn-ea"/>
              </a:rPr>
              <a:t>Rapid elasticity allows users to automatically request additional space in the cloud or other types of services. Because of the setup of cloud computing services, provisioning can be seamless for the client or user.</a:t>
            </a:r>
            <a:endParaRPr lang="en-US" sz="2500"/>
          </a:p>
          <a:p>
            <a:pPr marL="571500" indent="-571500" algn="just">
              <a:buFont typeface="+mj-lt"/>
              <a:buAutoNum type="romanLcPeriod"/>
            </a:pPr>
            <a:endParaRPr lang="en-US" sz="2220"/>
          </a:p>
        </p:txBody>
      </p:sp>
      <p:sp>
        <p:nvSpPr>
          <p:cNvPr id="4" name="Title 1"/>
          <p:cNvSpPr>
            <a:spLocks noGrp="1"/>
          </p:cNvSpPr>
          <p:nvPr/>
        </p:nvSpPr>
        <p:spPr>
          <a:xfrm>
            <a:off x="762000" y="381000"/>
            <a:ext cx="7772400" cy="1470025"/>
          </a:xfrm>
          <a:prstGeom prst="rect">
            <a:avLst/>
          </a:prstGeom>
          <a:solidFill>
            <a:schemeClr val="accent2">
              <a:lumMod val="60000"/>
              <a:lumOff val="40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smtClean="0"/>
              <a:t>Characteristics of Cloud</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875155"/>
            <a:ext cx="8229600" cy="3107690"/>
          </a:xfrm>
        </p:spPr>
        <p:txBody>
          <a:bodyPr>
            <a:normAutofit fontScale="70000" lnSpcReduction="10000"/>
          </a:bodyPr>
          <a:lstStyle/>
          <a:p>
            <a:pPr marL="0" indent="0">
              <a:buNone/>
            </a:pPr>
            <a:endParaRPr lang="en-US"/>
          </a:p>
          <a:p>
            <a:r>
              <a:rPr lang="en-US"/>
              <a:t>Elasticity allows the cloud provider’s customers to achieve cost savings and this is often a core reason for adoption of cloud services</a:t>
            </a:r>
          </a:p>
          <a:p>
            <a:r>
              <a:rPr lang="en-US" i="1">
                <a:solidFill>
                  <a:srgbClr val="0070C0"/>
                </a:solidFill>
              </a:rPr>
              <a:t>Example - Say that 10 servers are required for a three month project. With cloud services the company can provision them within minutes, pay a small monthly operation + execution fee to run them rather than a large upfront capital investment cost, and decommission them at the end of the three months with no further charge.</a:t>
            </a:r>
          </a:p>
        </p:txBody>
      </p:sp>
      <p:pic>
        <p:nvPicPr>
          <p:cNvPr id="4" name="Picture 3"/>
          <p:cNvPicPr>
            <a:picLocks noChangeAspect="1"/>
          </p:cNvPicPr>
          <p:nvPr/>
        </p:nvPicPr>
        <p:blipFill>
          <a:blip r:embed="rId2"/>
          <a:stretch>
            <a:fillRect/>
          </a:stretch>
        </p:blipFill>
        <p:spPr>
          <a:xfrm>
            <a:off x="762000" y="4419600"/>
            <a:ext cx="6740525" cy="2266950"/>
          </a:xfrm>
          <a:prstGeom prst="rect">
            <a:avLst/>
          </a:prstGeom>
        </p:spPr>
      </p:pic>
      <p:sp>
        <p:nvSpPr>
          <p:cNvPr id="6" name="Title 5"/>
          <p:cNvSpPr>
            <a:spLocks noGrp="1"/>
          </p:cNvSpPr>
          <p:nvPr>
            <p:ph type="ctrTitle"/>
          </p:nvPr>
        </p:nvSpPr>
        <p:spPr>
          <a:xfrm>
            <a:off x="762000" y="304800"/>
            <a:ext cx="7772400" cy="1470025"/>
          </a:xfrm>
          <a:solidFill>
            <a:schemeClr val="accent2">
              <a:lumMod val="60000"/>
              <a:lumOff val="40000"/>
            </a:schemeClr>
          </a:solidFill>
        </p:spPr>
        <p:txBody>
          <a:bodyPr/>
          <a:lstStyle/>
          <a:p>
            <a:r>
              <a:rPr lang="en-US" dirty="0" smtClean="0"/>
              <a:t>Characteristics of Cloud</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381001"/>
            <a:ext cx="7772400" cy="1143000"/>
          </a:xfrm>
          <a:solidFill>
            <a:schemeClr val="accent2">
              <a:lumMod val="60000"/>
              <a:lumOff val="40000"/>
            </a:schemeClr>
          </a:solidFill>
        </p:spPr>
        <p:txBody>
          <a:bodyPr/>
          <a:lstStyle/>
          <a:p>
            <a:r>
              <a:rPr lang="en-US" dirty="0" smtClean="0"/>
              <a:t>					</a:t>
            </a:r>
            <a:r>
              <a:rPr lang="en-US" dirty="0" err="1" smtClean="0"/>
              <a:t>Contd</a:t>
            </a:r>
            <a:r>
              <a:rPr lang="en-US" dirty="0" smtClean="0"/>
              <a:t> …</a:t>
            </a:r>
            <a:endParaRPr lang="en-US" dirty="0"/>
          </a:p>
        </p:txBody>
      </p:sp>
      <p:sp>
        <p:nvSpPr>
          <p:cNvPr id="3" name="Subtitle 2"/>
          <p:cNvSpPr>
            <a:spLocks noGrp="1"/>
          </p:cNvSpPr>
          <p:nvPr>
            <p:ph type="subTitle" idx="1"/>
          </p:nvPr>
        </p:nvSpPr>
        <p:spPr>
          <a:xfrm>
            <a:off x="914400" y="1600200"/>
            <a:ext cx="7391400" cy="5257800"/>
          </a:xfrm>
        </p:spPr>
        <p:txBody>
          <a:bodyPr>
            <a:noAutofit/>
          </a:bodyPr>
          <a:lstStyle/>
          <a:p>
            <a:pPr algn="just">
              <a:buFont typeface="Arial" panose="020B0604020202020204" pitchFamily="34" charset="0"/>
            </a:pPr>
            <a:r>
              <a:rPr lang="en-US" sz="2000" b="1" dirty="0" smtClean="0">
                <a:solidFill>
                  <a:schemeClr val="tx1"/>
                </a:solidFill>
              </a:rPr>
              <a:t>E) Measured service</a:t>
            </a:r>
            <a:r>
              <a:rPr lang="en-US" sz="2000" dirty="0" smtClean="0">
                <a:solidFill>
                  <a:schemeClr val="tx1"/>
                </a:solidFill>
              </a:rPr>
              <a:t>: </a:t>
            </a:r>
          </a:p>
          <a:p>
            <a:pPr marL="400050" indent="-400050" algn="just">
              <a:buFont typeface="+mj-lt"/>
              <a:buAutoNum type="romanLcPeriod"/>
            </a:pPr>
            <a:r>
              <a:rPr lang="en-US" sz="2000" dirty="0" smtClean="0">
                <a:solidFill>
                  <a:schemeClr val="tx1"/>
                </a:solidFill>
              </a:rPr>
              <a:t>Cloud computing resource usage can be </a:t>
            </a:r>
            <a:r>
              <a:rPr lang="en-US" sz="2000" dirty="0" smtClean="0">
                <a:solidFill>
                  <a:srgbClr val="00B050"/>
                </a:solidFill>
              </a:rPr>
              <a:t>measured, controlled, and reported</a:t>
            </a:r>
            <a:r>
              <a:rPr lang="en-US" sz="2000" dirty="0" smtClean="0">
                <a:solidFill>
                  <a:schemeClr val="tx1"/>
                </a:solidFill>
              </a:rPr>
              <a:t> </a:t>
            </a:r>
            <a:r>
              <a:rPr lang="en-US" sz="2000" b="1" dirty="0" smtClean="0">
                <a:solidFill>
                  <a:srgbClr val="FF0000"/>
                </a:solidFill>
              </a:rPr>
              <a:t>providing transparency </a:t>
            </a:r>
            <a:r>
              <a:rPr lang="en-US" sz="2000" dirty="0" smtClean="0">
                <a:solidFill>
                  <a:schemeClr val="tx1"/>
                </a:solidFill>
              </a:rPr>
              <a:t>for both the provider and consumer of the utilized service.</a:t>
            </a:r>
          </a:p>
          <a:p>
            <a:pPr marL="400050" indent="-400050" algn="just">
              <a:buFont typeface="+mj-lt"/>
              <a:buAutoNum type="romanLcPeriod"/>
            </a:pPr>
            <a:r>
              <a:rPr lang="en-US" sz="2000" dirty="0" smtClean="0">
                <a:solidFill>
                  <a:schemeClr val="tx1"/>
                </a:solidFill>
              </a:rPr>
              <a:t> Cloud computing services use a </a:t>
            </a:r>
            <a:r>
              <a:rPr lang="en-US" sz="2000" b="1" dirty="0" smtClean="0">
                <a:solidFill>
                  <a:srgbClr val="FF0000"/>
                </a:solidFill>
              </a:rPr>
              <a:t>metering capability </a:t>
            </a:r>
            <a:r>
              <a:rPr lang="en-US" sz="2000" dirty="0" smtClean="0">
                <a:solidFill>
                  <a:schemeClr val="tx1"/>
                </a:solidFill>
              </a:rPr>
              <a:t>which enables to control and optimize resource use. This implies that just like air time, electricity or municipality water IT services are charged per usage metrics – pay per use</a:t>
            </a:r>
            <a:r>
              <a:rPr lang="en-US" sz="2000" b="1" dirty="0" smtClean="0">
                <a:solidFill>
                  <a:srgbClr val="00B050"/>
                </a:solidFill>
              </a:rPr>
              <a:t>. The more you utilize the higher the bill. </a:t>
            </a:r>
          </a:p>
          <a:p>
            <a:pPr marL="400050" indent="-400050" algn="just">
              <a:buFont typeface="+mj-lt"/>
              <a:buAutoNum type="romanLcPeriod"/>
            </a:pPr>
            <a:endParaRPr lang="en-US" sz="2000" b="1" dirty="0" smtClean="0">
              <a:solidFill>
                <a:srgbClr val="00B050"/>
              </a:solidFill>
            </a:endParaRPr>
          </a:p>
          <a:p>
            <a:pPr marL="400050" indent="-400050" algn="just">
              <a:buFont typeface="+mj-lt"/>
              <a:buAutoNum type="romanLcPeriod"/>
            </a:pPr>
            <a:r>
              <a:rPr lang="en-US" sz="2000" b="1" dirty="0" smtClean="0">
                <a:solidFill>
                  <a:srgbClr val="00B050"/>
                </a:solidFill>
              </a:rPr>
              <a:t>Cloud services generally charge users per hour of resource usage, or based on the number of certain kinds of transactions that have occurred, amount of storage in use, and the amount of data transferred over a network. All usage is measured.</a:t>
            </a:r>
          </a:p>
          <a:p>
            <a:pPr marL="400050" indent="-400050" algn="just"/>
            <a:endParaRPr lang="en-US" sz="1800" dirty="0" smtClean="0">
              <a:solidFill>
                <a:schemeClr val="tx1"/>
              </a:solidFill>
            </a:endParaRPr>
          </a:p>
          <a:p>
            <a:pPr algn="just">
              <a:buFont typeface="Arial" panose="020B0604020202020204" pitchFamily="34" charset="0"/>
              <a:buChar char="•"/>
            </a:pPr>
            <a:endParaRPr lang="en-US" sz="1800" b="1" dirty="0">
              <a:solidFill>
                <a:srgbClr val="0070C0"/>
              </a:solidFill>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381000"/>
            <a:ext cx="7772400" cy="1470025"/>
          </a:xfrm>
          <a:solidFill>
            <a:schemeClr val="accent2">
              <a:lumMod val="60000"/>
              <a:lumOff val="40000"/>
            </a:schemeClr>
          </a:solidFill>
        </p:spPr>
        <p:txBody>
          <a:bodyPr/>
          <a:lstStyle/>
          <a:p>
            <a:r>
              <a:rPr lang="en-US" dirty="0" smtClean="0"/>
              <a:t>Need for Cloud</a:t>
            </a:r>
            <a:endParaRPr lang="en-US" dirty="0"/>
          </a:p>
        </p:txBody>
      </p:sp>
      <p:sp>
        <p:nvSpPr>
          <p:cNvPr id="3" name="Subtitle 2"/>
          <p:cNvSpPr>
            <a:spLocks noGrp="1"/>
          </p:cNvSpPr>
          <p:nvPr>
            <p:ph type="subTitle" idx="1"/>
          </p:nvPr>
        </p:nvSpPr>
        <p:spPr>
          <a:xfrm>
            <a:off x="914400" y="2057400"/>
            <a:ext cx="7391400" cy="4343400"/>
          </a:xfrm>
        </p:spPr>
        <p:txBody>
          <a:bodyPr>
            <a:normAutofit fontScale="92500" lnSpcReduction="20000"/>
          </a:bodyPr>
          <a:lstStyle/>
          <a:p>
            <a:pPr algn="just"/>
            <a:r>
              <a:rPr lang="en-US" i="1" dirty="0">
                <a:solidFill>
                  <a:schemeClr val="tx1"/>
                </a:solidFill>
              </a:rPr>
              <a:t>Why are so many businesses moving to the cloud</a:t>
            </a:r>
            <a:r>
              <a:rPr lang="en-US" i="1" dirty="0" smtClean="0">
                <a:solidFill>
                  <a:schemeClr val="tx1"/>
                </a:solidFill>
              </a:rPr>
              <a:t>?</a:t>
            </a:r>
          </a:p>
          <a:p>
            <a:pPr algn="just"/>
            <a:r>
              <a:rPr lang="en-US" dirty="0">
                <a:solidFill>
                  <a:schemeClr val="tx1"/>
                </a:solidFill>
              </a:rPr>
              <a:t> </a:t>
            </a:r>
            <a:endParaRPr lang="en-US" dirty="0" smtClean="0">
              <a:solidFill>
                <a:schemeClr val="tx1"/>
              </a:solidFill>
            </a:endParaRPr>
          </a:p>
          <a:p>
            <a:pPr algn="just"/>
            <a:r>
              <a:rPr lang="en-US" sz="2600" dirty="0" smtClean="0">
                <a:solidFill>
                  <a:schemeClr val="tx1"/>
                </a:solidFill>
              </a:rPr>
              <a:t>It’s </a:t>
            </a:r>
            <a:r>
              <a:rPr lang="en-US" sz="2600" dirty="0">
                <a:solidFill>
                  <a:schemeClr val="tx1"/>
                </a:solidFill>
              </a:rPr>
              <a:t>because cloud computing increases </a:t>
            </a:r>
            <a:r>
              <a:rPr lang="en-US" sz="2600" dirty="0" smtClean="0">
                <a:solidFill>
                  <a:schemeClr val="tx1"/>
                </a:solidFill>
              </a:rPr>
              <a:t>efficiency and </a:t>
            </a:r>
            <a:r>
              <a:rPr lang="en-US" sz="2600" dirty="0">
                <a:solidFill>
                  <a:schemeClr val="tx1"/>
                </a:solidFill>
              </a:rPr>
              <a:t>offers many more benefits</a:t>
            </a:r>
            <a:r>
              <a:rPr lang="en-US" sz="2600" dirty="0" smtClean="0">
                <a:solidFill>
                  <a:schemeClr val="tx1"/>
                </a:solidFill>
              </a:rPr>
              <a:t>…</a:t>
            </a:r>
          </a:p>
          <a:p>
            <a:pPr algn="just">
              <a:buFont typeface="Arial" panose="020B0604020202020204" pitchFamily="34" charset="0"/>
              <a:buChar char="•"/>
            </a:pPr>
            <a:r>
              <a:rPr lang="en-US" sz="2600" b="1" dirty="0" smtClean="0">
                <a:solidFill>
                  <a:schemeClr val="tx1"/>
                </a:solidFill>
              </a:rPr>
              <a:t>Flexibility</a:t>
            </a:r>
            <a:r>
              <a:rPr lang="en-US" sz="2600" dirty="0" smtClean="0">
                <a:solidFill>
                  <a:schemeClr val="tx1"/>
                </a:solidFill>
              </a:rPr>
              <a:t> : Cloud-based </a:t>
            </a:r>
            <a:r>
              <a:rPr lang="en-US" sz="2600" dirty="0">
                <a:solidFill>
                  <a:schemeClr val="tx1"/>
                </a:solidFill>
              </a:rPr>
              <a:t>services are ideal for businesses with growing or fluctuating bandwidth demands. If your needs increase it’s easy to scale up your cloud capacity, drawing on the service’s remote servers. Likewise, if you need to scale down again, the flexibility is baked into the service. This level of agility can give businesses using cloud computing a real advantage over </a:t>
            </a:r>
            <a:r>
              <a:rPr lang="en-US" sz="2600" dirty="0" smtClean="0">
                <a:solidFill>
                  <a:schemeClr val="tx1"/>
                </a:solidFill>
              </a:rPr>
              <a:t>competitors.</a:t>
            </a:r>
          </a:p>
          <a:p>
            <a:pPr algn="l">
              <a:buFont typeface="Arial" panose="020B0604020202020204" pitchFamily="34" charset="0"/>
              <a:buChar char="•"/>
            </a:pPr>
            <a:endParaRPr lang="en-US" dirty="0"/>
          </a:p>
          <a:p>
            <a:pPr algn="just">
              <a:buFont typeface="Arial" panose="020B0604020202020204" pitchFamily="34" charset="0"/>
              <a:buChar char="•"/>
            </a:pPr>
            <a:endParaRPr lang="en-US" dirty="0">
              <a:solidFill>
                <a:schemeClr val="tx1"/>
              </a:solidFill>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381001"/>
            <a:ext cx="7772400" cy="1219200"/>
          </a:xfrm>
          <a:solidFill>
            <a:schemeClr val="accent2">
              <a:lumMod val="60000"/>
              <a:lumOff val="40000"/>
            </a:schemeClr>
          </a:solidFill>
        </p:spPr>
        <p:txBody>
          <a:bodyPr/>
          <a:lstStyle/>
          <a:p>
            <a:r>
              <a:rPr lang="en-US" dirty="0" smtClean="0"/>
              <a:t>Need for Cloud</a:t>
            </a:r>
            <a:endParaRPr lang="en-US" dirty="0"/>
          </a:p>
        </p:txBody>
      </p:sp>
      <p:sp>
        <p:nvSpPr>
          <p:cNvPr id="3" name="Subtitle 2"/>
          <p:cNvSpPr>
            <a:spLocks noGrp="1"/>
          </p:cNvSpPr>
          <p:nvPr>
            <p:ph type="subTitle" idx="1"/>
          </p:nvPr>
        </p:nvSpPr>
        <p:spPr>
          <a:xfrm>
            <a:off x="914400" y="1752600"/>
            <a:ext cx="7391400" cy="4495800"/>
          </a:xfrm>
        </p:spPr>
        <p:txBody>
          <a:bodyPr>
            <a:normAutofit fontScale="47500" lnSpcReduction="20000"/>
          </a:bodyPr>
          <a:lstStyle/>
          <a:p>
            <a:pPr algn="l">
              <a:buFont typeface="Arial" panose="020B0604020202020204" pitchFamily="34" charset="0"/>
              <a:buChar char="•"/>
            </a:pPr>
            <a:r>
              <a:rPr lang="en-US" sz="4600" b="1" dirty="0">
                <a:solidFill>
                  <a:schemeClr val="tx1"/>
                </a:solidFill>
              </a:rPr>
              <a:t>Disaster </a:t>
            </a:r>
            <a:r>
              <a:rPr lang="en-US" sz="4600" b="1" dirty="0" smtClean="0">
                <a:solidFill>
                  <a:schemeClr val="tx1"/>
                </a:solidFill>
              </a:rPr>
              <a:t>recovery </a:t>
            </a:r>
            <a:r>
              <a:rPr lang="en-US" sz="4600" dirty="0" smtClean="0">
                <a:solidFill>
                  <a:schemeClr val="tx1"/>
                </a:solidFill>
              </a:rPr>
              <a:t>:Businesses </a:t>
            </a:r>
            <a:r>
              <a:rPr lang="en-US" sz="4600" dirty="0">
                <a:solidFill>
                  <a:schemeClr val="tx1"/>
                </a:solidFill>
              </a:rPr>
              <a:t>of all sizes should be investing in robust disaster recovery, but for smaller businesses that lack the required </a:t>
            </a:r>
            <a:r>
              <a:rPr lang="en-US" sz="4600" dirty="0" smtClean="0">
                <a:solidFill>
                  <a:schemeClr val="tx1"/>
                </a:solidFill>
              </a:rPr>
              <a:t>finance </a:t>
            </a:r>
            <a:r>
              <a:rPr lang="en-US" sz="4600" dirty="0">
                <a:solidFill>
                  <a:schemeClr val="tx1"/>
                </a:solidFill>
              </a:rPr>
              <a:t>and expertise, this is often more an ideal than the reality. Cloud is now helping more </a:t>
            </a:r>
            <a:r>
              <a:rPr lang="en-US" sz="4600" dirty="0" smtClean="0">
                <a:solidFill>
                  <a:schemeClr val="tx1"/>
                </a:solidFill>
              </a:rPr>
              <a:t>organizations </a:t>
            </a:r>
            <a:r>
              <a:rPr lang="en-US" sz="4600" dirty="0">
                <a:solidFill>
                  <a:schemeClr val="tx1"/>
                </a:solidFill>
              </a:rPr>
              <a:t>buck that trend. According to Aberdeen Group,</a:t>
            </a:r>
            <a:r>
              <a:rPr lang="en-US" sz="4600" u="sng" dirty="0">
                <a:solidFill>
                  <a:schemeClr val="tx1"/>
                </a:solidFill>
              </a:rPr>
              <a:t> </a:t>
            </a:r>
            <a:r>
              <a:rPr lang="en-US" sz="4600" u="sng" dirty="0">
                <a:solidFill>
                  <a:schemeClr val="tx1"/>
                </a:solidFill>
                <a:hlinkClick r:id="rId2"/>
              </a:rPr>
              <a:t>small businesses are twice as likely as larger companies to have implemented cloud-based backup and recovery solutions</a:t>
            </a:r>
            <a:r>
              <a:rPr lang="en-US" sz="4600" dirty="0">
                <a:solidFill>
                  <a:schemeClr val="tx1"/>
                </a:solidFill>
              </a:rPr>
              <a:t> that save time, avoid large up-front investment and roll up third-party expertise as part of the deal.</a:t>
            </a:r>
          </a:p>
          <a:p>
            <a:pPr algn="l">
              <a:buFont typeface="Arial" panose="020B0604020202020204" pitchFamily="34" charset="0"/>
              <a:buChar char="•"/>
            </a:pPr>
            <a:r>
              <a:rPr lang="en-US" sz="4600" b="1" dirty="0">
                <a:solidFill>
                  <a:schemeClr val="tx1"/>
                </a:solidFill>
              </a:rPr>
              <a:t>Automatic software </a:t>
            </a:r>
            <a:r>
              <a:rPr lang="en-US" sz="4600" b="1" dirty="0" smtClean="0">
                <a:solidFill>
                  <a:schemeClr val="tx1"/>
                </a:solidFill>
              </a:rPr>
              <a:t>updates</a:t>
            </a:r>
            <a:r>
              <a:rPr lang="en-US" sz="4600" dirty="0" smtClean="0">
                <a:solidFill>
                  <a:schemeClr val="tx1"/>
                </a:solidFill>
              </a:rPr>
              <a:t>: The </a:t>
            </a:r>
            <a:r>
              <a:rPr lang="en-US" sz="4600" dirty="0">
                <a:solidFill>
                  <a:schemeClr val="tx1"/>
                </a:solidFill>
              </a:rPr>
              <a:t>beauty of cloud computing is that the servers are off-premise, out of sight and out of your hair. Suppliers take care of them for you and roll out regular software updates – including security updates – so you don’t have to worry about wasting time maintaining the system yourself. Leaving you free to focus on the things that matter, like growing your business.</a:t>
            </a:r>
          </a:p>
          <a:p>
            <a:pPr algn="just">
              <a:buFont typeface="Arial" panose="020B0604020202020204" pitchFamily="34" charset="0"/>
              <a:buChar char="•"/>
            </a:pPr>
            <a:endParaRPr lang="en-US" dirty="0">
              <a:solidFill>
                <a:schemeClr val="tx1"/>
              </a:solidFill>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381001"/>
            <a:ext cx="7772400" cy="1295400"/>
          </a:xfrm>
          <a:solidFill>
            <a:schemeClr val="accent2">
              <a:lumMod val="60000"/>
              <a:lumOff val="40000"/>
            </a:schemeClr>
          </a:solidFill>
        </p:spPr>
        <p:txBody>
          <a:bodyPr/>
          <a:lstStyle/>
          <a:p>
            <a:r>
              <a:rPr lang="en-US" dirty="0" smtClean="0"/>
              <a:t>Need for Cloud</a:t>
            </a:r>
            <a:endParaRPr lang="en-US" dirty="0"/>
          </a:p>
        </p:txBody>
      </p:sp>
      <p:sp>
        <p:nvSpPr>
          <p:cNvPr id="3" name="Subtitle 2"/>
          <p:cNvSpPr>
            <a:spLocks noGrp="1"/>
          </p:cNvSpPr>
          <p:nvPr>
            <p:ph type="subTitle" idx="1"/>
          </p:nvPr>
        </p:nvSpPr>
        <p:spPr>
          <a:xfrm>
            <a:off x="914400" y="2057400"/>
            <a:ext cx="7391400" cy="4191000"/>
          </a:xfrm>
        </p:spPr>
        <p:txBody>
          <a:bodyPr>
            <a:normAutofit fontScale="77500" lnSpcReduction="20000"/>
          </a:bodyPr>
          <a:lstStyle/>
          <a:p>
            <a:pPr algn="just">
              <a:buFont typeface="Arial" panose="020B0604020202020204" pitchFamily="34" charset="0"/>
              <a:buChar char="•"/>
            </a:pPr>
            <a:r>
              <a:rPr lang="en-US" sz="3100" b="1" dirty="0" smtClean="0">
                <a:solidFill>
                  <a:schemeClr val="tx1"/>
                </a:solidFill>
              </a:rPr>
              <a:t>Increased collaboration</a:t>
            </a:r>
            <a:r>
              <a:rPr lang="en-US" sz="3100" dirty="0" smtClean="0">
                <a:solidFill>
                  <a:schemeClr val="tx1"/>
                </a:solidFill>
              </a:rPr>
              <a:t>: When </a:t>
            </a:r>
            <a:r>
              <a:rPr lang="en-US" sz="3100" dirty="0">
                <a:solidFill>
                  <a:schemeClr val="tx1"/>
                </a:solidFill>
              </a:rPr>
              <a:t>your teams can access, edit and share documents anytime, from anywhere, they’re able to do more together, and do it better. Cloud-based workflow and file sharing apps help them make updates in real time and gives them full visibility of their collaborations.</a:t>
            </a:r>
          </a:p>
          <a:p>
            <a:pPr algn="just">
              <a:buFont typeface="Arial" panose="020B0604020202020204" pitchFamily="34" charset="0"/>
              <a:buChar char="•"/>
            </a:pPr>
            <a:r>
              <a:rPr lang="en-US" sz="3100" dirty="0" smtClean="0">
                <a:solidFill>
                  <a:schemeClr val="tx1"/>
                </a:solidFill>
              </a:rPr>
              <a:t> </a:t>
            </a:r>
            <a:r>
              <a:rPr lang="en-US" sz="3100" b="1" dirty="0">
                <a:solidFill>
                  <a:schemeClr val="tx1"/>
                </a:solidFill>
              </a:rPr>
              <a:t>Work from </a:t>
            </a:r>
            <a:r>
              <a:rPr lang="en-US" sz="3100" b="1" dirty="0" smtClean="0">
                <a:solidFill>
                  <a:schemeClr val="tx1"/>
                </a:solidFill>
              </a:rPr>
              <a:t>anywhere</a:t>
            </a:r>
            <a:r>
              <a:rPr lang="en-US" sz="3100" dirty="0" smtClean="0">
                <a:solidFill>
                  <a:schemeClr val="tx1"/>
                </a:solidFill>
              </a:rPr>
              <a:t>: With </a:t>
            </a:r>
            <a:r>
              <a:rPr lang="en-US" sz="3100" dirty="0">
                <a:solidFill>
                  <a:schemeClr val="tx1"/>
                </a:solidFill>
              </a:rPr>
              <a:t>cloud computing, if you’ve got an internet connection you can be at work. And with most serious cloud services offering mobile apps, you’re not restricted by which device you’ve got to </a:t>
            </a:r>
            <a:r>
              <a:rPr lang="en-US" sz="3100" dirty="0" smtClean="0">
                <a:solidFill>
                  <a:schemeClr val="tx1"/>
                </a:solidFill>
              </a:rPr>
              <a:t>hand. As a result, the  businesses </a:t>
            </a:r>
            <a:r>
              <a:rPr lang="en-US" sz="3100" dirty="0">
                <a:solidFill>
                  <a:schemeClr val="tx1"/>
                </a:solidFill>
              </a:rPr>
              <a:t>can offer more flexible working perks to employees so they can enjoy the work-life balance that suits them – </a:t>
            </a:r>
            <a:r>
              <a:rPr lang="en-US" sz="3100" dirty="0" smtClean="0">
                <a:solidFill>
                  <a:schemeClr val="tx1"/>
                </a:solidFill>
              </a:rPr>
              <a:t>without affecting productivity</a:t>
            </a:r>
            <a:r>
              <a:rPr lang="en-US" sz="3600" dirty="0" smtClean="0">
                <a:solidFill>
                  <a:schemeClr val="tx1"/>
                </a:solidFill>
              </a:rPr>
              <a:t>.</a:t>
            </a:r>
            <a:endParaRPr lang="en-US" dirty="0">
              <a:solidFill>
                <a:schemeClr val="tx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381001"/>
            <a:ext cx="7772400" cy="990599"/>
          </a:xfrm>
          <a:solidFill>
            <a:schemeClr val="accent2">
              <a:lumMod val="60000"/>
              <a:lumOff val="40000"/>
            </a:schemeClr>
          </a:solidFill>
        </p:spPr>
        <p:txBody>
          <a:bodyPr/>
          <a:lstStyle/>
          <a:p>
            <a:r>
              <a:rPr lang="en-US" dirty="0" smtClean="0"/>
              <a:t>Need for Cloud</a:t>
            </a:r>
            <a:endParaRPr lang="en-US" dirty="0"/>
          </a:p>
        </p:txBody>
      </p:sp>
      <p:sp>
        <p:nvSpPr>
          <p:cNvPr id="3" name="Subtitle 2"/>
          <p:cNvSpPr>
            <a:spLocks noGrp="1"/>
          </p:cNvSpPr>
          <p:nvPr>
            <p:ph type="subTitle" idx="1"/>
          </p:nvPr>
        </p:nvSpPr>
        <p:spPr>
          <a:xfrm>
            <a:off x="914400" y="1524000"/>
            <a:ext cx="7391400" cy="5029200"/>
          </a:xfrm>
        </p:spPr>
        <p:txBody>
          <a:bodyPr>
            <a:noAutofit/>
          </a:bodyPr>
          <a:lstStyle/>
          <a:p>
            <a:pPr algn="just">
              <a:buFont typeface="Arial" panose="020B0604020202020204" pitchFamily="34" charset="0"/>
              <a:buChar char="•"/>
            </a:pPr>
            <a:r>
              <a:rPr lang="en-US" sz="1900" b="1" dirty="0" smtClean="0">
                <a:solidFill>
                  <a:schemeClr val="tx1"/>
                </a:solidFill>
              </a:rPr>
              <a:t>Capital-expenditure Free</a:t>
            </a:r>
            <a:r>
              <a:rPr lang="en-US" sz="1900" dirty="0" smtClean="0">
                <a:solidFill>
                  <a:schemeClr val="tx1"/>
                </a:solidFill>
              </a:rPr>
              <a:t> : Cloud computing cuts out the high cost of hardware. You simply pay as you go and enjoy a subscription-based model that’s kind to your cash flow. Add to that the ease of setup and management and suddenly your scary, hairy IT project looks a lot friendlier. </a:t>
            </a:r>
            <a:endParaRPr lang="en-US" sz="1900" b="1" dirty="0" smtClean="0">
              <a:solidFill>
                <a:schemeClr val="tx1"/>
              </a:solidFill>
            </a:endParaRPr>
          </a:p>
          <a:p>
            <a:pPr algn="just">
              <a:buFont typeface="Arial" panose="020B0604020202020204" pitchFamily="34" charset="0"/>
              <a:buChar char="•"/>
            </a:pPr>
            <a:r>
              <a:rPr lang="en-US" sz="1900" b="1" dirty="0" smtClean="0">
                <a:solidFill>
                  <a:schemeClr val="tx1"/>
                </a:solidFill>
              </a:rPr>
              <a:t>Document control </a:t>
            </a:r>
            <a:r>
              <a:rPr lang="en-US" sz="1900" dirty="0" smtClean="0">
                <a:solidFill>
                  <a:schemeClr val="tx1"/>
                </a:solidFill>
              </a:rPr>
              <a:t>:The </a:t>
            </a:r>
            <a:r>
              <a:rPr lang="en-US" sz="1900" dirty="0">
                <a:solidFill>
                  <a:schemeClr val="tx1"/>
                </a:solidFill>
              </a:rPr>
              <a:t>more employees and partners collaborate on documents, the greater the need for watertight document control. Before the cloud, workers had to send files back and forth as email attachments to be worked on by one user at a time. </a:t>
            </a:r>
            <a:r>
              <a:rPr lang="en-US" sz="1900" dirty="0" smtClean="0">
                <a:solidFill>
                  <a:schemeClr val="tx1"/>
                </a:solidFill>
              </a:rPr>
              <a:t>As a result, </a:t>
            </a:r>
            <a:r>
              <a:rPr lang="en-US" sz="1900" dirty="0">
                <a:solidFill>
                  <a:schemeClr val="tx1"/>
                </a:solidFill>
              </a:rPr>
              <a:t>you end up with a mess of conflicting file content, formats and </a:t>
            </a:r>
            <a:r>
              <a:rPr lang="en-US" sz="1900" dirty="0" smtClean="0">
                <a:solidFill>
                  <a:schemeClr val="tx1"/>
                </a:solidFill>
              </a:rPr>
              <a:t>titles. And </a:t>
            </a:r>
            <a:r>
              <a:rPr lang="en-US" sz="1900" dirty="0">
                <a:solidFill>
                  <a:schemeClr val="tx1"/>
                </a:solidFill>
              </a:rPr>
              <a:t>as even the smallest companies become more global, the scope for complication rises. According to one study, "73% of knowledge workers collaborate with people in different time zones and regions at least monthly".</a:t>
            </a:r>
          </a:p>
          <a:p>
            <a:pPr algn="just"/>
            <a:r>
              <a:rPr lang="en-US" sz="1900" dirty="0">
                <a:solidFill>
                  <a:schemeClr val="tx1"/>
                </a:solidFill>
              </a:rPr>
              <a:t>When you make the move to cloud computing, all files are stored centrally and everyone sees one version of the truth. Greater visibility means improved collaboration, which ultimately means better work and a healthier bottom </a:t>
            </a:r>
            <a:r>
              <a:rPr lang="en-US" sz="1900" dirty="0" smtClean="0">
                <a:solidFill>
                  <a:schemeClr val="tx1"/>
                </a:solidFill>
              </a:rPr>
              <a:t>line.</a:t>
            </a:r>
          </a:p>
          <a:p>
            <a:endParaRPr lang="en-US" sz="1800" dirty="0">
              <a:solidFill>
                <a:schemeClr val="tx1"/>
              </a:solidFill>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381001"/>
            <a:ext cx="7772400" cy="1219200"/>
          </a:xfrm>
          <a:solidFill>
            <a:schemeClr val="accent2">
              <a:lumMod val="60000"/>
              <a:lumOff val="40000"/>
            </a:schemeClr>
          </a:solidFill>
        </p:spPr>
        <p:txBody>
          <a:bodyPr/>
          <a:lstStyle/>
          <a:p>
            <a:r>
              <a:rPr lang="en-US" dirty="0" smtClean="0"/>
              <a:t>Need for Cloud</a:t>
            </a:r>
            <a:endParaRPr lang="en-US" dirty="0"/>
          </a:p>
        </p:txBody>
      </p:sp>
      <p:sp>
        <p:nvSpPr>
          <p:cNvPr id="3" name="Subtitle 2"/>
          <p:cNvSpPr>
            <a:spLocks noGrp="1"/>
          </p:cNvSpPr>
          <p:nvPr>
            <p:ph type="subTitle" idx="1"/>
          </p:nvPr>
        </p:nvSpPr>
        <p:spPr>
          <a:xfrm>
            <a:off x="914400" y="1905000"/>
            <a:ext cx="7391400" cy="4343400"/>
          </a:xfrm>
        </p:spPr>
        <p:txBody>
          <a:bodyPr>
            <a:normAutofit fontScale="92500" lnSpcReduction="10000"/>
          </a:bodyPr>
          <a:lstStyle/>
          <a:p>
            <a:pPr algn="just">
              <a:buFont typeface="Arial" panose="020B0604020202020204" pitchFamily="34" charset="0"/>
              <a:buChar char="•"/>
            </a:pPr>
            <a:r>
              <a:rPr lang="en-US" sz="2400" b="1" dirty="0" smtClean="0">
                <a:solidFill>
                  <a:schemeClr val="tx1"/>
                </a:solidFill>
              </a:rPr>
              <a:t>Security :</a:t>
            </a:r>
            <a:r>
              <a:rPr lang="en-US" sz="2400" dirty="0" smtClean="0">
                <a:solidFill>
                  <a:schemeClr val="tx1"/>
                </a:solidFill>
              </a:rPr>
              <a:t>Lost </a:t>
            </a:r>
            <a:r>
              <a:rPr lang="en-US" sz="2400" dirty="0">
                <a:solidFill>
                  <a:schemeClr val="tx1"/>
                </a:solidFill>
              </a:rPr>
              <a:t>laptops are a billion dollar business problem. And potentially greater than the loss of an expensive piece of kit is the loss of the sensitive data inside it. Cloud computing gives you greater security when this happens. Because your data is stored in the cloud, you can access it no matter what happens to your machine. And you can even remotely wipe data from </a:t>
            </a:r>
            <a:r>
              <a:rPr lang="en-US" sz="2400" dirty="0" smtClean="0">
                <a:solidFill>
                  <a:schemeClr val="tx1"/>
                </a:solidFill>
              </a:rPr>
              <a:t>lost laptops </a:t>
            </a:r>
            <a:r>
              <a:rPr lang="en-US" sz="2400" dirty="0">
                <a:solidFill>
                  <a:schemeClr val="tx1"/>
                </a:solidFill>
              </a:rPr>
              <a:t>so it doesn’t get into the wrong hands.</a:t>
            </a:r>
          </a:p>
          <a:p>
            <a:pPr algn="just">
              <a:buFont typeface="Arial" panose="020B0604020202020204" pitchFamily="34" charset="0"/>
              <a:buChar char="•"/>
            </a:pPr>
            <a:r>
              <a:rPr lang="en-US" sz="2400" dirty="0" smtClean="0">
                <a:solidFill>
                  <a:schemeClr val="tx1"/>
                </a:solidFill>
              </a:rPr>
              <a:t> </a:t>
            </a:r>
            <a:r>
              <a:rPr lang="en-US" sz="2400" b="1" dirty="0" smtClean="0">
                <a:solidFill>
                  <a:schemeClr val="tx1"/>
                </a:solidFill>
              </a:rPr>
              <a:t>Competitiveness :</a:t>
            </a:r>
            <a:r>
              <a:rPr lang="en-US" sz="2400" dirty="0" smtClean="0">
                <a:solidFill>
                  <a:schemeClr val="tx1"/>
                </a:solidFill>
              </a:rPr>
              <a:t> </a:t>
            </a:r>
            <a:r>
              <a:rPr lang="en-US" sz="2400" dirty="0">
                <a:solidFill>
                  <a:schemeClr val="tx1"/>
                </a:solidFill>
              </a:rPr>
              <a:t>Moving to the cloud gives access to enterprise-class technology, for everyone. It also allows smaller businesses to act faster than big, established competitors. Pay-as-you-go service and cloud business applications mean small outfits can run with the big boys, and disrupt the market, while remaining lean and nimble. </a:t>
            </a:r>
          </a:p>
          <a:p>
            <a:pPr algn="l">
              <a:buFont typeface="Arial" panose="020B0604020202020204" pitchFamily="34" charset="0"/>
              <a:buChar char="•"/>
            </a:pPr>
            <a:endParaRPr lang="en-US" sz="2400" dirty="0">
              <a:solidFill>
                <a:schemeClr val="tx1"/>
              </a:solidFill>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381001"/>
            <a:ext cx="7772400" cy="1219200"/>
          </a:xfrm>
          <a:solidFill>
            <a:schemeClr val="accent2">
              <a:lumMod val="60000"/>
              <a:lumOff val="40000"/>
            </a:schemeClr>
          </a:solidFill>
        </p:spPr>
        <p:txBody>
          <a:bodyPr/>
          <a:lstStyle/>
          <a:p>
            <a:r>
              <a:rPr lang="en-US" dirty="0" smtClean="0"/>
              <a:t>Need for Cloud</a:t>
            </a:r>
            <a:endParaRPr lang="en-US" dirty="0"/>
          </a:p>
        </p:txBody>
      </p:sp>
      <p:sp>
        <p:nvSpPr>
          <p:cNvPr id="3" name="Subtitle 2"/>
          <p:cNvSpPr>
            <a:spLocks noGrp="1"/>
          </p:cNvSpPr>
          <p:nvPr>
            <p:ph type="subTitle" idx="1"/>
          </p:nvPr>
        </p:nvSpPr>
        <p:spPr>
          <a:xfrm>
            <a:off x="914400" y="2057400"/>
            <a:ext cx="7391400" cy="4191000"/>
          </a:xfrm>
        </p:spPr>
        <p:txBody>
          <a:bodyPr>
            <a:normAutofit/>
          </a:bodyPr>
          <a:lstStyle/>
          <a:p>
            <a:pPr algn="just">
              <a:buFont typeface="Arial" panose="020B0604020202020204" pitchFamily="34" charset="0"/>
              <a:buChar char="•"/>
            </a:pPr>
            <a:r>
              <a:rPr lang="en-US" sz="2400" b="1" dirty="0" smtClean="0">
                <a:solidFill>
                  <a:schemeClr val="tx1"/>
                </a:solidFill>
              </a:rPr>
              <a:t>Environmental friendly :</a:t>
            </a:r>
            <a:r>
              <a:rPr lang="en-US" sz="2200" dirty="0" smtClean="0">
                <a:solidFill>
                  <a:schemeClr val="tx1"/>
                </a:solidFill>
              </a:rPr>
              <a:t>While </a:t>
            </a:r>
            <a:r>
              <a:rPr lang="en-US" sz="2200" dirty="0">
                <a:solidFill>
                  <a:schemeClr val="tx1"/>
                </a:solidFill>
              </a:rPr>
              <a:t>the above points spell out the benefits of cloud computing for your business, moving to the cloud isn’t an entirely selfish act. The environment gets a little love too. When your cloud needs fluctuate, your server capacity scales up and down to fit. So you only use the energy you need and you don’t leave oversized carbon footprints. This is something </a:t>
            </a:r>
            <a:r>
              <a:rPr lang="en-US" sz="2200" dirty="0" smtClean="0">
                <a:solidFill>
                  <a:schemeClr val="tx1"/>
                </a:solidFill>
              </a:rPr>
              <a:t>done at </a:t>
            </a:r>
            <a:r>
              <a:rPr lang="en-US" sz="2200" dirty="0" err="1">
                <a:solidFill>
                  <a:schemeClr val="tx1"/>
                </a:solidFill>
              </a:rPr>
              <a:t>Salesforce</a:t>
            </a:r>
            <a:r>
              <a:rPr lang="en-US" sz="2200" dirty="0">
                <a:solidFill>
                  <a:schemeClr val="tx1"/>
                </a:solidFill>
              </a:rPr>
              <a:t>, where </a:t>
            </a:r>
            <a:r>
              <a:rPr lang="en-US" sz="2200" dirty="0" smtClean="0">
                <a:solidFill>
                  <a:schemeClr val="tx1"/>
                </a:solidFill>
              </a:rPr>
              <a:t>they try to create sustainable solutions with </a:t>
            </a:r>
            <a:r>
              <a:rPr lang="en-US" sz="2200" dirty="0">
                <a:solidFill>
                  <a:schemeClr val="tx1"/>
                </a:solidFill>
              </a:rPr>
              <a:t>minimal environmental impact.</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666683"/>
            <a:ext cx="8229600" cy="1143000"/>
          </a:xfrm>
          <a:solidFill>
            <a:srgbClr val="92D050"/>
          </a:solidFill>
        </p:spPr>
        <p:txBody>
          <a:bodyPr/>
          <a:lstStyle/>
          <a:p>
            <a:r>
              <a:rPr lang="en-US"/>
              <a:t>NIST Architecture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083"/>
            <a:ext cx="8229600" cy="1143000"/>
          </a:xfrm>
        </p:spPr>
        <p:txBody>
          <a:bodyPr/>
          <a:lstStyle/>
          <a:p>
            <a:r>
              <a:rPr lang="en-US"/>
              <a:t>NIST - 1. Cloud Actors</a:t>
            </a:r>
          </a:p>
        </p:txBody>
      </p:sp>
      <p:pic>
        <p:nvPicPr>
          <p:cNvPr id="4" name="Content Placeholder 3"/>
          <p:cNvPicPr>
            <a:picLocks noGrp="1" noChangeAspect="1"/>
          </p:cNvPicPr>
          <p:nvPr>
            <p:ph idx="1"/>
          </p:nvPr>
        </p:nvPicPr>
        <p:blipFill>
          <a:blip r:embed="rId2"/>
          <a:srcRect l="23218" t="18617" r="23210" b="9216"/>
          <a:stretch>
            <a:fillRect/>
          </a:stretch>
        </p:blipFill>
        <p:spPr>
          <a:xfrm>
            <a:off x="614680" y="1124585"/>
            <a:ext cx="7775575" cy="5355590"/>
          </a:xfrm>
          <a:prstGeom prst="rect">
            <a:avLst/>
          </a:prstGeom>
          <a:ln>
            <a:solidFill>
              <a:schemeClr val="tx1"/>
            </a:solid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Who are the cloud providers ?</a:t>
            </a:r>
          </a:p>
        </p:txBody>
      </p:sp>
      <p:sp>
        <p:nvSpPr>
          <p:cNvPr id="3" name="Content Placeholder 2"/>
          <p:cNvSpPr>
            <a:spLocks noGrp="1"/>
          </p:cNvSpPr>
          <p:nvPr>
            <p:ph idx="1"/>
          </p:nvPr>
        </p:nvSpPr>
        <p:spPr/>
        <p:txBody>
          <a:bodyPr/>
          <a:lstStyle/>
          <a:p>
            <a:r>
              <a:rPr lang="en-US"/>
              <a:t>Amazon EC2 — Virtual IT.</a:t>
            </a:r>
          </a:p>
          <a:p>
            <a:r>
              <a:rPr lang="en-US"/>
              <a:t>Google App Engine — Application hosting.</a:t>
            </a:r>
          </a:p>
          <a:p>
            <a:r>
              <a:rPr lang="en-US"/>
              <a:t>Google Apps and Microsoft Office Online — SaaS.</a:t>
            </a:r>
          </a:p>
          <a:p>
            <a:r>
              <a:rPr lang="en-US"/>
              <a:t>Apple iCloud — Network storage.</a:t>
            </a:r>
          </a:p>
          <a:p>
            <a:r>
              <a:rPr lang="en-US"/>
              <a:t>DigitalOcean — Servers (Iaas/PaaS)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Cloud Consumers</a:t>
            </a:r>
          </a:p>
        </p:txBody>
      </p:sp>
      <p:sp>
        <p:nvSpPr>
          <p:cNvPr id="3" name="Content Placeholder 2"/>
          <p:cNvSpPr>
            <a:spLocks noGrp="1"/>
          </p:cNvSpPr>
          <p:nvPr>
            <p:ph idx="1"/>
          </p:nvPr>
        </p:nvSpPr>
        <p:spPr/>
        <p:txBody>
          <a:bodyPr>
            <a:normAutofit fontScale="67500" lnSpcReduction="10000"/>
          </a:bodyPr>
          <a:lstStyle/>
          <a:p>
            <a:pPr marL="0" indent="0">
              <a:buNone/>
            </a:pPr>
            <a:r>
              <a:rPr lang="en-US"/>
              <a:t>In 2020, top ten AWS users based on EC2 monthly spend are:</a:t>
            </a:r>
          </a:p>
          <a:p>
            <a:endParaRPr lang="en-US"/>
          </a:p>
          <a:p>
            <a:r>
              <a:rPr lang="en-US"/>
              <a:t>Netflix: $19 million</a:t>
            </a:r>
          </a:p>
          <a:p>
            <a:r>
              <a:rPr lang="en-US"/>
              <a:t>Twitch: $15 million</a:t>
            </a:r>
          </a:p>
          <a:p>
            <a:r>
              <a:rPr lang="en-US"/>
              <a:t>LinkedIn: $13 million</a:t>
            </a:r>
          </a:p>
          <a:p>
            <a:r>
              <a:rPr lang="en-US"/>
              <a:t>Facebook: $11 million</a:t>
            </a:r>
          </a:p>
          <a:p>
            <a:r>
              <a:rPr lang="en-US"/>
              <a:t>Turner Broadcasting: $10 million</a:t>
            </a:r>
          </a:p>
          <a:p>
            <a:r>
              <a:rPr lang="en-US"/>
              <a:t>BBC: $9 million</a:t>
            </a:r>
          </a:p>
          <a:p>
            <a:r>
              <a:rPr lang="en-US"/>
              <a:t>Baidu: $9 million</a:t>
            </a:r>
          </a:p>
          <a:p>
            <a:r>
              <a:rPr lang="en-US"/>
              <a:t>ESPN: $8 million</a:t>
            </a:r>
          </a:p>
          <a:p>
            <a:r>
              <a:rPr lang="en-US"/>
              <a:t>Adobe: $8 million</a:t>
            </a:r>
          </a:p>
          <a:p>
            <a:r>
              <a:rPr lang="en-US"/>
              <a:t>Twitter: $7 million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Cloud Auditing</a:t>
            </a:r>
          </a:p>
        </p:txBody>
      </p:sp>
      <p:pic>
        <p:nvPicPr>
          <p:cNvPr id="4" name="Content Placeholder 3"/>
          <p:cNvPicPr>
            <a:picLocks noGrp="1" noChangeAspect="1"/>
          </p:cNvPicPr>
          <p:nvPr>
            <p:ph idx="1"/>
          </p:nvPr>
        </p:nvPicPr>
        <p:blipFill>
          <a:blip r:embed="rId2"/>
          <a:srcRect t="9638" b="8614"/>
          <a:stretch>
            <a:fillRect/>
          </a:stretch>
        </p:blipFill>
        <p:spPr>
          <a:xfrm>
            <a:off x="263525" y="1186815"/>
            <a:ext cx="8740140" cy="545592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7320" y="274955"/>
            <a:ext cx="8883015" cy="1143000"/>
          </a:xfrm>
        </p:spPr>
        <p:txBody>
          <a:bodyPr>
            <a:normAutofit fontScale="90000"/>
          </a:bodyPr>
          <a:lstStyle/>
          <a:p>
            <a:r>
              <a:rPr lang="en-US" sz="4000"/>
              <a:t>NIST :The Combined Conceptual Reference Diagram</a:t>
            </a:r>
          </a:p>
        </p:txBody>
      </p:sp>
      <p:pic>
        <p:nvPicPr>
          <p:cNvPr id="4" name="Content Placeholder 3"/>
          <p:cNvPicPr>
            <a:picLocks noGrp="1" noChangeAspect="1"/>
          </p:cNvPicPr>
          <p:nvPr>
            <p:ph idx="1"/>
          </p:nvPr>
        </p:nvPicPr>
        <p:blipFill>
          <a:blip r:embed="rId2"/>
          <a:srcRect l="23084" t="31524" r="23889" b="13426"/>
          <a:stretch>
            <a:fillRect/>
          </a:stretch>
        </p:blipFill>
        <p:spPr>
          <a:xfrm>
            <a:off x="228600" y="1600200"/>
            <a:ext cx="8575675" cy="527558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457200" y="533400"/>
            <a:ext cx="8059420" cy="590105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381000"/>
            <a:ext cx="7772400" cy="1470025"/>
          </a:xfrm>
          <a:solidFill>
            <a:schemeClr val="accent2">
              <a:lumMod val="60000"/>
              <a:lumOff val="40000"/>
            </a:schemeClr>
          </a:solidFill>
        </p:spPr>
        <p:txBody>
          <a:bodyPr/>
          <a:lstStyle/>
          <a:p>
            <a:r>
              <a:rPr lang="en-US" dirty="0" smtClean="0"/>
              <a:t>Cloud deployment models</a:t>
            </a:r>
            <a:endParaRPr lang="en-US" dirty="0"/>
          </a:p>
        </p:txBody>
      </p:sp>
      <p:sp>
        <p:nvSpPr>
          <p:cNvPr id="3" name="Subtitle 2"/>
          <p:cNvSpPr>
            <a:spLocks noGrp="1"/>
          </p:cNvSpPr>
          <p:nvPr>
            <p:ph type="subTitle" idx="1"/>
          </p:nvPr>
        </p:nvSpPr>
        <p:spPr>
          <a:xfrm>
            <a:off x="914400" y="2057400"/>
            <a:ext cx="7391400" cy="4191000"/>
          </a:xfrm>
        </p:spPr>
        <p:txBody>
          <a:bodyPr>
            <a:noAutofit/>
          </a:bodyPr>
          <a:lstStyle/>
          <a:p>
            <a:pPr algn="l"/>
            <a:r>
              <a:rPr lang="en-US" sz="2200" dirty="0" smtClean="0">
                <a:solidFill>
                  <a:schemeClr val="tx1"/>
                </a:solidFill>
              </a:rPr>
              <a:t>Deployment models define the type of access to the cloud.</a:t>
            </a:r>
          </a:p>
          <a:p>
            <a:pPr algn="l">
              <a:buFont typeface="Arial" panose="020B0604020202020204" pitchFamily="34" charset="0"/>
              <a:buChar char="•"/>
            </a:pPr>
            <a:r>
              <a:rPr lang="en-US" sz="2200" b="1" dirty="0" smtClean="0">
                <a:solidFill>
                  <a:schemeClr val="tx1"/>
                </a:solidFill>
              </a:rPr>
              <a:t>Private cloud </a:t>
            </a:r>
            <a:r>
              <a:rPr lang="en-US" sz="2200" dirty="0" smtClean="0">
                <a:solidFill>
                  <a:schemeClr val="tx1"/>
                </a:solidFill>
              </a:rPr>
              <a:t>– It allows </a:t>
            </a:r>
            <a:r>
              <a:rPr lang="en-US" sz="2200" dirty="0" smtClean="0">
                <a:solidFill>
                  <a:srgbClr val="FF0000"/>
                </a:solidFill>
              </a:rPr>
              <a:t>systems and services to be accessible </a:t>
            </a:r>
            <a:r>
              <a:rPr lang="en-US" sz="2200" dirty="0" smtClean="0">
                <a:solidFill>
                  <a:srgbClr val="00B050"/>
                </a:solidFill>
              </a:rPr>
              <a:t>within an organization</a:t>
            </a:r>
            <a:r>
              <a:rPr lang="en-US" sz="2200" dirty="0" smtClean="0">
                <a:solidFill>
                  <a:schemeClr val="tx1"/>
                </a:solidFill>
              </a:rPr>
              <a:t>. It offers </a:t>
            </a:r>
            <a:r>
              <a:rPr lang="en-US" sz="2200" dirty="0" smtClean="0">
                <a:solidFill>
                  <a:srgbClr val="FF0000"/>
                </a:solidFill>
              </a:rPr>
              <a:t>higher security</a:t>
            </a:r>
            <a:r>
              <a:rPr lang="en-US" sz="2200" dirty="0" smtClean="0">
                <a:solidFill>
                  <a:schemeClr val="tx1"/>
                </a:solidFill>
              </a:rPr>
              <a:t>.  </a:t>
            </a:r>
          </a:p>
          <a:p>
            <a:pPr lvl="1" algn="l">
              <a:buFont typeface="Arial" panose="020B0604020202020204" pitchFamily="34" charset="0"/>
              <a:buChar char="•"/>
            </a:pPr>
            <a:r>
              <a:rPr lang="en-US" sz="2200" dirty="0" smtClean="0">
                <a:solidFill>
                  <a:schemeClr val="tx1"/>
                </a:solidFill>
              </a:rPr>
              <a:t>managed by the organization  or a 3</a:t>
            </a:r>
            <a:r>
              <a:rPr lang="en-US" sz="2200" baseline="30000" dirty="0" smtClean="0">
                <a:solidFill>
                  <a:schemeClr val="tx1"/>
                </a:solidFill>
              </a:rPr>
              <a:t>rd</a:t>
            </a:r>
            <a:r>
              <a:rPr lang="en-US" sz="2200" dirty="0" smtClean="0">
                <a:solidFill>
                  <a:schemeClr val="tx1"/>
                </a:solidFill>
              </a:rPr>
              <a:t> party </a:t>
            </a:r>
          </a:p>
          <a:p>
            <a:pPr lvl="1" algn="l">
              <a:buFont typeface="Arial" panose="020B0604020202020204" pitchFamily="34" charset="0"/>
              <a:buChar char="•"/>
            </a:pPr>
            <a:r>
              <a:rPr lang="en-US" sz="2200" dirty="0" smtClean="0">
                <a:solidFill>
                  <a:schemeClr val="tx1"/>
                </a:solidFill>
              </a:rPr>
              <a:t>Located on or off premise</a:t>
            </a:r>
          </a:p>
          <a:p>
            <a:pPr lvl="1" algn="l">
              <a:buFont typeface="Arial" panose="020B0604020202020204" pitchFamily="34" charset="0"/>
              <a:buChar char="•"/>
            </a:pPr>
            <a:r>
              <a:rPr lang="en-US" sz="2200" dirty="0" smtClean="0">
                <a:solidFill>
                  <a:schemeClr val="tx1"/>
                </a:solidFill>
              </a:rPr>
              <a:t>Ex - SBI has built own private cloud</a:t>
            </a:r>
          </a:p>
          <a:p>
            <a:pPr algn="l">
              <a:buFont typeface="Arial" panose="020B0604020202020204" pitchFamily="34" charset="0"/>
              <a:buChar char="•"/>
            </a:pPr>
            <a:r>
              <a:rPr lang="en-US" sz="2200" b="1" dirty="0" smtClean="0">
                <a:solidFill>
                  <a:schemeClr val="tx1"/>
                </a:solidFill>
              </a:rPr>
              <a:t>Public cloud </a:t>
            </a:r>
            <a:r>
              <a:rPr lang="en-US" sz="2200" dirty="0" smtClean="0">
                <a:solidFill>
                  <a:schemeClr val="tx1"/>
                </a:solidFill>
              </a:rPr>
              <a:t>– It allows </a:t>
            </a:r>
            <a:r>
              <a:rPr lang="en-US" sz="2200" dirty="0" smtClean="0">
                <a:solidFill>
                  <a:srgbClr val="FF0000"/>
                </a:solidFill>
              </a:rPr>
              <a:t>systems and services to be accessible </a:t>
            </a:r>
            <a:r>
              <a:rPr lang="en-US" sz="2200" dirty="0" smtClean="0">
                <a:solidFill>
                  <a:srgbClr val="00B050"/>
                </a:solidFill>
              </a:rPr>
              <a:t>by general public</a:t>
            </a:r>
            <a:r>
              <a:rPr lang="en-US" sz="2200" dirty="0" smtClean="0">
                <a:solidFill>
                  <a:schemeClr val="tx1"/>
                </a:solidFill>
              </a:rPr>
              <a:t>. It offers </a:t>
            </a:r>
            <a:r>
              <a:rPr lang="en-US" sz="2200" dirty="0" smtClean="0">
                <a:solidFill>
                  <a:srgbClr val="FF0000"/>
                </a:solidFill>
              </a:rPr>
              <a:t>lesser security.  </a:t>
            </a:r>
          </a:p>
          <a:p>
            <a:pPr lvl="1" algn="l">
              <a:buFont typeface="Arial" panose="020B0604020202020204" pitchFamily="34" charset="0"/>
              <a:buChar char="•"/>
            </a:pPr>
            <a:r>
              <a:rPr lang="en-US" sz="2200" dirty="0" smtClean="0">
                <a:solidFill>
                  <a:schemeClr val="tx1"/>
                </a:solidFill>
              </a:rPr>
              <a:t>Mega scale infrastructure </a:t>
            </a:r>
          </a:p>
          <a:p>
            <a:pPr lvl="1" algn="l">
              <a:buFont typeface="Arial" panose="020B0604020202020204" pitchFamily="34" charset="0"/>
              <a:buChar char="•"/>
            </a:pPr>
            <a:r>
              <a:rPr lang="en-US" sz="2200" dirty="0" smtClean="0">
                <a:solidFill>
                  <a:schemeClr val="tx1"/>
                </a:solidFill>
              </a:rPr>
              <a:t>Globally distributed </a:t>
            </a:r>
          </a:p>
          <a:p>
            <a:pPr lvl="1" algn="l">
              <a:buFont typeface="Arial" panose="020B0604020202020204" pitchFamily="34" charset="0"/>
              <a:buChar char="•"/>
            </a:pPr>
            <a:r>
              <a:rPr lang="en-US" sz="2200" dirty="0" smtClean="0">
                <a:solidFill>
                  <a:schemeClr val="tx1"/>
                </a:solidFill>
              </a:rPr>
              <a:t>Ex -Amazon EC2, Gmail</a:t>
            </a:r>
          </a:p>
          <a:p>
            <a:pPr lvl="1" algn="l">
              <a:buFont typeface="Arial" panose="020B0604020202020204" pitchFamily="34" charset="0"/>
              <a:buChar char="•"/>
            </a:pPr>
            <a:endParaRPr lang="en-US" sz="2200" dirty="0" smtClean="0">
              <a:solidFill>
                <a:schemeClr val="tx1"/>
              </a:solidFill>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381000"/>
            <a:ext cx="7772400" cy="1470025"/>
          </a:xfrm>
          <a:solidFill>
            <a:schemeClr val="accent2">
              <a:lumMod val="60000"/>
              <a:lumOff val="40000"/>
            </a:schemeClr>
          </a:solidFill>
        </p:spPr>
        <p:txBody>
          <a:bodyPr/>
          <a:lstStyle/>
          <a:p>
            <a:r>
              <a:rPr lang="en-US" dirty="0" smtClean="0"/>
              <a:t>Cloud deployment models</a:t>
            </a:r>
            <a:endParaRPr lang="en-US" dirty="0"/>
          </a:p>
        </p:txBody>
      </p:sp>
      <p:sp>
        <p:nvSpPr>
          <p:cNvPr id="3" name="Subtitle 2"/>
          <p:cNvSpPr>
            <a:spLocks noGrp="1"/>
          </p:cNvSpPr>
          <p:nvPr>
            <p:ph type="subTitle" idx="1"/>
          </p:nvPr>
        </p:nvSpPr>
        <p:spPr>
          <a:xfrm>
            <a:off x="914400" y="2057400"/>
            <a:ext cx="7391400" cy="4191000"/>
          </a:xfrm>
        </p:spPr>
        <p:txBody>
          <a:bodyPr>
            <a:normAutofit fontScale="90000" lnSpcReduction="20000"/>
          </a:bodyPr>
          <a:lstStyle/>
          <a:p>
            <a:pPr marL="0" lvl="1" indent="74930" algn="l">
              <a:buFont typeface="Arial" panose="020B0604020202020204" pitchFamily="34" charset="0"/>
              <a:buChar char="•"/>
            </a:pPr>
            <a:r>
              <a:rPr lang="en-US" sz="2400" b="1" dirty="0" smtClean="0">
                <a:solidFill>
                  <a:schemeClr val="tx1"/>
                </a:solidFill>
              </a:rPr>
              <a:t>Community cloud </a:t>
            </a:r>
            <a:r>
              <a:rPr lang="en-US" sz="2400" dirty="0" smtClean="0">
                <a:solidFill>
                  <a:schemeClr val="tx1"/>
                </a:solidFill>
              </a:rPr>
              <a:t>- It allows systems and services to be accessible by </a:t>
            </a:r>
            <a:r>
              <a:rPr lang="en-US" sz="2400" dirty="0" smtClean="0">
                <a:solidFill>
                  <a:srgbClr val="FF0000"/>
                </a:solidFill>
              </a:rPr>
              <a:t>group of organizations.</a:t>
            </a:r>
          </a:p>
          <a:p>
            <a:pPr lvl="2" algn="l">
              <a:buFont typeface="Arial" panose="020B0604020202020204" pitchFamily="34" charset="0"/>
              <a:buChar char="•"/>
            </a:pPr>
            <a:r>
              <a:rPr lang="en-US" dirty="0" smtClean="0">
                <a:solidFill>
                  <a:schemeClr val="tx1"/>
                </a:solidFill>
              </a:rPr>
              <a:t>managed by organization  or a 3rd party </a:t>
            </a:r>
          </a:p>
          <a:p>
            <a:pPr lvl="2" algn="l">
              <a:buFont typeface="Arial" panose="020B0604020202020204" pitchFamily="34" charset="0"/>
              <a:buChar char="•"/>
            </a:pPr>
            <a:r>
              <a:rPr lang="en-US" dirty="0" smtClean="0">
                <a:solidFill>
                  <a:schemeClr val="tx1"/>
                </a:solidFill>
              </a:rPr>
              <a:t>several orgs that have </a:t>
            </a:r>
            <a:r>
              <a:rPr lang="en-US" dirty="0" smtClean="0">
                <a:solidFill>
                  <a:srgbClr val="00B050"/>
                </a:solidFill>
              </a:rPr>
              <a:t>shared concerns </a:t>
            </a:r>
          </a:p>
          <a:p>
            <a:pPr lvl="2" algn="l">
              <a:buFont typeface="Arial" panose="020B0604020202020204" pitchFamily="34" charset="0"/>
              <a:buChar char="•"/>
            </a:pPr>
            <a:r>
              <a:rPr lang="en-US" dirty="0" smtClean="0">
                <a:solidFill>
                  <a:schemeClr val="tx1"/>
                </a:solidFill>
              </a:rPr>
              <a:t>Ex -</a:t>
            </a:r>
            <a:r>
              <a:rPr lang="en-US" dirty="0" err="1" smtClean="0">
                <a:solidFill>
                  <a:schemeClr val="tx1"/>
                </a:solidFill>
              </a:rPr>
              <a:t>CityCloud</a:t>
            </a:r>
            <a:r>
              <a:rPr lang="en-US" dirty="0" smtClean="0">
                <a:solidFill>
                  <a:schemeClr val="tx1"/>
                </a:solidFill>
              </a:rPr>
              <a:t> ,  A good example is the U.S.-based dedicated IBM SoftLayer cloud for federal agencies</a:t>
            </a:r>
          </a:p>
          <a:p>
            <a:pPr algn="l">
              <a:buFont typeface="Arial" panose="020B0604020202020204" pitchFamily="34" charset="0"/>
              <a:buChar char="•"/>
            </a:pPr>
            <a:endParaRPr lang="en-US" sz="2400" dirty="0" smtClean="0">
              <a:solidFill>
                <a:schemeClr val="tx1"/>
              </a:solidFill>
            </a:endParaRPr>
          </a:p>
          <a:p>
            <a:pPr algn="l">
              <a:buFont typeface="Arial" panose="020B0604020202020204" pitchFamily="34" charset="0"/>
              <a:buChar char="•"/>
            </a:pPr>
            <a:r>
              <a:rPr lang="en-US" sz="2400" b="1" dirty="0" smtClean="0">
                <a:solidFill>
                  <a:schemeClr val="tx1"/>
                </a:solidFill>
              </a:rPr>
              <a:t>Hybrid cloud</a:t>
            </a:r>
            <a:r>
              <a:rPr lang="en-US" sz="2400" dirty="0" smtClean="0">
                <a:solidFill>
                  <a:schemeClr val="tx1"/>
                </a:solidFill>
              </a:rPr>
              <a:t> - It is a mixture of public and private cloud. The </a:t>
            </a:r>
            <a:r>
              <a:rPr lang="en-US" sz="2400" dirty="0" smtClean="0">
                <a:solidFill>
                  <a:srgbClr val="FF0000"/>
                </a:solidFill>
              </a:rPr>
              <a:t>critical activities </a:t>
            </a:r>
            <a:r>
              <a:rPr lang="en-US" sz="2400" dirty="0" smtClean="0">
                <a:solidFill>
                  <a:schemeClr val="tx1"/>
                </a:solidFill>
              </a:rPr>
              <a:t>are performed by </a:t>
            </a:r>
            <a:r>
              <a:rPr lang="en-US" sz="2400" dirty="0" smtClean="0">
                <a:solidFill>
                  <a:srgbClr val="00B050"/>
                </a:solidFill>
              </a:rPr>
              <a:t>private cloud </a:t>
            </a:r>
            <a:r>
              <a:rPr lang="en-US" sz="2400" dirty="0" smtClean="0">
                <a:solidFill>
                  <a:schemeClr val="tx1"/>
                </a:solidFill>
              </a:rPr>
              <a:t>and the </a:t>
            </a:r>
            <a:r>
              <a:rPr lang="en-US" sz="2400" dirty="0" smtClean="0">
                <a:solidFill>
                  <a:srgbClr val="FF0000"/>
                </a:solidFill>
              </a:rPr>
              <a:t>non-critical activities </a:t>
            </a:r>
            <a:r>
              <a:rPr lang="en-US" sz="2400" dirty="0" smtClean="0">
                <a:solidFill>
                  <a:schemeClr val="tx1"/>
                </a:solidFill>
              </a:rPr>
              <a:t>are performed by </a:t>
            </a:r>
            <a:r>
              <a:rPr lang="en-US" sz="2400" dirty="0" smtClean="0">
                <a:solidFill>
                  <a:srgbClr val="00B050"/>
                </a:solidFill>
              </a:rPr>
              <a:t>public cloud.</a:t>
            </a:r>
          </a:p>
          <a:p>
            <a:pPr marL="457200" lvl="2" algn="l">
              <a:buFont typeface="Arial" panose="020B0604020202020204" pitchFamily="34" charset="0"/>
              <a:buChar char="•"/>
            </a:pPr>
            <a:r>
              <a:rPr lang="en-US" smtClean="0">
                <a:solidFill>
                  <a:schemeClr val="tx1"/>
                </a:solidFill>
              </a:rPr>
              <a:t>Netflix, Hulu, Uber and Airbnb all rely heavily on hybrid cloud data storage due to its on-demand and pay-per-use features.</a:t>
            </a:r>
            <a:r>
              <a:rPr lang="en-US" dirty="0" smtClean="0">
                <a:solidFill>
                  <a:schemeClr val="tx1"/>
                </a:solidFill>
              </a:rPr>
              <a:t> </a:t>
            </a:r>
          </a:p>
          <a:p>
            <a:pPr algn="l">
              <a:buFont typeface="Arial" panose="020B0604020202020204" pitchFamily="34" charset="0"/>
              <a:buChar char="•"/>
            </a:pPr>
            <a:endParaRPr lang="en-US" dirty="0" smtClean="0">
              <a:solidFill>
                <a:schemeClr val="tx1"/>
              </a:solidFill>
            </a:endParaRPr>
          </a:p>
          <a:p>
            <a:pPr algn="l">
              <a:buFont typeface="Arial" panose="020B0604020202020204" pitchFamily="34" charset="0"/>
              <a:buChar char="•"/>
            </a:pPr>
            <a:endParaRPr lang="en-US" dirty="0" smtClean="0">
              <a:solidFill>
                <a:schemeClr val="tx1"/>
              </a:solidFill>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
            <a:ext cx="8229600" cy="714375"/>
          </a:xfrm>
        </p:spPr>
        <p:txBody>
          <a:bodyPr>
            <a:normAutofit fontScale="90000"/>
          </a:bodyPr>
          <a:lstStyle/>
          <a:p>
            <a:r>
              <a:rPr lang="en-US"/>
              <a:t>Public Cloud </a:t>
            </a:r>
          </a:p>
        </p:txBody>
      </p:sp>
      <p:sp>
        <p:nvSpPr>
          <p:cNvPr id="3" name="Content Placeholder 2"/>
          <p:cNvSpPr>
            <a:spLocks noGrp="1"/>
          </p:cNvSpPr>
          <p:nvPr>
            <p:ph sz="half" idx="1"/>
          </p:nvPr>
        </p:nvSpPr>
        <p:spPr>
          <a:xfrm>
            <a:off x="360680" y="790575"/>
            <a:ext cx="8575040" cy="5691505"/>
          </a:xfrm>
        </p:spPr>
        <p:txBody>
          <a:bodyPr>
            <a:noAutofit/>
          </a:bodyPr>
          <a:lstStyle/>
          <a:p>
            <a:pPr marL="0" indent="0" algn="ctr">
              <a:buNone/>
            </a:pPr>
            <a:r>
              <a:rPr lang="en-US" sz="1800" b="1" u="sng">
                <a:solidFill>
                  <a:srgbClr val="C00000"/>
                </a:solidFill>
                <a:sym typeface="+mn-ea"/>
              </a:rPr>
              <a:t>Advantages</a:t>
            </a:r>
            <a:endParaRPr lang="en-US" sz="1800" b="1" u="sng">
              <a:solidFill>
                <a:srgbClr val="C00000"/>
              </a:solidFill>
            </a:endParaRPr>
          </a:p>
          <a:p>
            <a:pPr marL="0" indent="0">
              <a:buNone/>
            </a:pPr>
            <a:r>
              <a:rPr lang="en-US" sz="1800"/>
              <a:t>Public Cloud used to provide utility computing</a:t>
            </a:r>
          </a:p>
          <a:p>
            <a:pPr marL="0" indent="0">
              <a:buNone/>
            </a:pPr>
            <a:r>
              <a:rPr lang="en-US" sz="1800"/>
              <a:t>1. </a:t>
            </a:r>
            <a:r>
              <a:rPr lang="en-US" sz="1800" b="1"/>
              <a:t>COST SAVING - </a:t>
            </a:r>
            <a:r>
              <a:rPr lang="en-US" sz="1800"/>
              <a:t>The most prevalent benefit in a public cloud is cost savings. Organizations do not buy, install, operate or maintain servers or other equipment as they would with private clouds. Organizations may develop their own applications, but they are hosted by a public cloud provider.</a:t>
            </a:r>
          </a:p>
          <a:p>
            <a:pPr marL="0" indent="0">
              <a:buNone/>
            </a:pPr>
            <a:r>
              <a:rPr lang="en-US" sz="1800"/>
              <a:t>2.</a:t>
            </a:r>
            <a:r>
              <a:rPr lang="en-US" sz="1800" b="1"/>
              <a:t> RELIABILITY</a:t>
            </a:r>
            <a:r>
              <a:rPr lang="en-US" sz="1800"/>
              <a:t> </a:t>
            </a:r>
          </a:p>
          <a:p>
            <a:pPr marL="0" indent="0">
              <a:buNone/>
            </a:pPr>
            <a:r>
              <a:rPr lang="en-US" sz="1800"/>
              <a:t>Since public cloud employs large number of resources from different locations, if any of the resource fail, public cloud can employ another one.</a:t>
            </a:r>
          </a:p>
          <a:p>
            <a:pPr marL="0" indent="0">
              <a:buNone/>
            </a:pPr>
            <a:r>
              <a:rPr lang="en-US" sz="1800" b="1"/>
              <a:t> 3. FLEXIBILITY</a:t>
            </a:r>
            <a:r>
              <a:rPr lang="en-US" sz="1800"/>
              <a:t> </a:t>
            </a:r>
          </a:p>
          <a:p>
            <a:pPr marL="0" indent="0">
              <a:buNone/>
            </a:pPr>
            <a:r>
              <a:rPr lang="en-US" sz="1800"/>
              <a:t>It is also very easy to integrate public cloud with private cloud, hence gives consumers a flexible approach. </a:t>
            </a:r>
          </a:p>
          <a:p>
            <a:pPr marL="0" indent="0">
              <a:buNone/>
            </a:pPr>
            <a:r>
              <a:rPr lang="en-US" sz="1800" b="1"/>
              <a:t>4.LOCATION INDEPENDENCE </a:t>
            </a:r>
          </a:p>
          <a:p>
            <a:pPr marL="0" indent="0">
              <a:buNone/>
            </a:pPr>
            <a:r>
              <a:rPr lang="en-US" sz="1800"/>
              <a:t>Since, public cloud services are delivered through Internet therefore ensures location independence. </a:t>
            </a:r>
          </a:p>
          <a:p>
            <a:pPr marL="0" indent="0">
              <a:buNone/>
            </a:pPr>
            <a:r>
              <a:rPr lang="en-US" sz="1800" b="1"/>
              <a:t>5. UTILITY STYLE COSTING </a:t>
            </a:r>
          </a:p>
          <a:p>
            <a:pPr marL="0" indent="0">
              <a:buNone/>
            </a:pPr>
            <a:r>
              <a:rPr lang="en-US" sz="1800"/>
              <a:t>Public cloud is also based on pay-per-use model and resources are accessible whenever consumer needs it. It helps businesses, especially the small and medium size, to tightly control their costs by paying for the infrastructure only based on their needs</a:t>
            </a:r>
          </a:p>
          <a:p>
            <a:pPr marL="0" indent="0">
              <a:buNone/>
            </a:pPr>
            <a:endParaRPr lang="en-US" sz="18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half" idx="1"/>
          </p:nvPr>
        </p:nvSpPr>
        <p:spPr/>
        <p:txBody>
          <a:bodyPr/>
          <a:lstStyle/>
          <a:p>
            <a:endParaRPr lang="en-US"/>
          </a:p>
        </p:txBody>
      </p:sp>
      <p:sp>
        <p:nvSpPr>
          <p:cNvPr id="4" name="Content Placeholder 3"/>
          <p:cNvSpPr>
            <a:spLocks noGrp="1"/>
          </p:cNvSpPr>
          <p:nvPr>
            <p:ph sz="half" idx="2"/>
          </p:nvPr>
        </p:nvSpPr>
        <p:spPr/>
        <p:txBody>
          <a:bodyPr/>
          <a:lstStyle/>
          <a:p>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63270"/>
          </a:xfrm>
        </p:spPr>
        <p:txBody>
          <a:bodyPr>
            <a:normAutofit/>
          </a:bodyPr>
          <a:lstStyle/>
          <a:p>
            <a:r>
              <a:rPr lang="en-US"/>
              <a:t>Public cloud contd..</a:t>
            </a:r>
          </a:p>
        </p:txBody>
      </p:sp>
      <p:sp>
        <p:nvSpPr>
          <p:cNvPr id="3" name="Content Placeholder 2"/>
          <p:cNvSpPr>
            <a:spLocks noGrp="1"/>
          </p:cNvSpPr>
          <p:nvPr>
            <p:ph sz="half" idx="1"/>
          </p:nvPr>
        </p:nvSpPr>
        <p:spPr>
          <a:xfrm>
            <a:off x="253365" y="808355"/>
            <a:ext cx="8648065" cy="5929630"/>
          </a:xfrm>
        </p:spPr>
        <p:txBody>
          <a:bodyPr>
            <a:noAutofit/>
          </a:bodyPr>
          <a:lstStyle/>
          <a:p>
            <a:pPr marL="0" indent="0">
              <a:buNone/>
            </a:pPr>
            <a:r>
              <a:rPr lang="en-US" sz="1800" b="1">
                <a:sym typeface="+mn-ea"/>
              </a:rPr>
              <a:t>6. HIGH SCALABILITY </a:t>
            </a:r>
            <a:endParaRPr lang="en-US" sz="1800" b="1"/>
          </a:p>
          <a:p>
            <a:pPr marL="0" indent="0">
              <a:buNone/>
            </a:pPr>
            <a:r>
              <a:rPr lang="en-US" sz="1800">
                <a:sym typeface="+mn-ea"/>
              </a:rPr>
              <a:t>Cloud resources are made available on demand from a pool of resources, i.e., they can be scaled up or down according the requirement. </a:t>
            </a:r>
            <a:endParaRPr lang="en-US" sz="1800"/>
          </a:p>
          <a:p>
            <a:pPr marL="0" indent="0">
              <a:buNone/>
            </a:pPr>
            <a:r>
              <a:rPr lang="en-US" sz="1800" b="1">
                <a:sym typeface="+mn-ea"/>
              </a:rPr>
              <a:t>7. No Maintenance:</a:t>
            </a:r>
            <a:endParaRPr lang="en-US" sz="1800" b="1"/>
          </a:p>
          <a:p>
            <a:pPr marL="0" indent="0">
              <a:buNone/>
            </a:pPr>
            <a:r>
              <a:rPr lang="en-US" sz="1800">
                <a:sym typeface="+mn-ea"/>
              </a:rPr>
              <a:t>The cloud provider is responsible for the maintenance of the hardware, software, and networks in the cloud. Businesses, therefore, do not need to worry about keeping their infrastructure up-to-date or worry about aspects like security and upgrades</a:t>
            </a:r>
            <a:endParaRPr lang="en-US" sz="1800"/>
          </a:p>
          <a:p>
            <a:pPr marL="0" indent="0" algn="ctr">
              <a:buNone/>
            </a:pPr>
            <a:r>
              <a:rPr lang="en-US" sz="2000" b="1" u="sng">
                <a:solidFill>
                  <a:srgbClr val="C00000"/>
                </a:solidFill>
              </a:rPr>
              <a:t>Disadvantages</a:t>
            </a:r>
          </a:p>
          <a:p>
            <a:pPr marL="0" indent="0">
              <a:buNone/>
            </a:pPr>
            <a:r>
              <a:rPr lang="en-US" sz="1800"/>
              <a:t>1. </a:t>
            </a:r>
            <a:r>
              <a:rPr lang="en-US" sz="1800" b="1">
                <a:solidFill>
                  <a:srgbClr val="FF0000"/>
                </a:solidFill>
              </a:rPr>
              <a:t>Lacks proper controls:</a:t>
            </a:r>
            <a:r>
              <a:rPr lang="en-US" sz="1800"/>
              <a:t> The client has no control of data or infrastructure. There are issues of data privacy and integrity. The service level policies and compliances are completely enforced by the service provider.</a:t>
            </a:r>
          </a:p>
          <a:p>
            <a:pPr marL="0" indent="0">
              <a:buNone/>
            </a:pPr>
            <a:r>
              <a:rPr lang="en-US" sz="1800"/>
              <a:t>2. </a:t>
            </a:r>
            <a:r>
              <a:rPr lang="en-US" sz="1800" b="1">
                <a:solidFill>
                  <a:srgbClr val="FF0000"/>
                </a:solidFill>
              </a:rPr>
              <a:t>Weak on Security:</a:t>
            </a:r>
            <a:r>
              <a:rPr lang="en-US" sz="1800"/>
              <a:t> Since the hardware resource is shared between multiple users, IT security issues are more profound and data is vulnerable to thefts.</a:t>
            </a:r>
          </a:p>
          <a:p>
            <a:pPr marL="0" indent="0">
              <a:buNone/>
            </a:pPr>
            <a:r>
              <a:rPr lang="en-US" sz="1800"/>
              <a:t>3. </a:t>
            </a:r>
            <a:r>
              <a:rPr lang="en-US" sz="1800" b="1">
                <a:solidFill>
                  <a:srgbClr val="FF0000"/>
                </a:solidFill>
              </a:rPr>
              <a:t>Performance: </a:t>
            </a:r>
            <a:r>
              <a:rPr lang="en-US" sz="1800"/>
              <a:t>The performance of the network depends on the speed of the internet connectivity.</a:t>
            </a:r>
          </a:p>
          <a:p>
            <a:pPr marL="0" indent="0">
              <a:buNone/>
            </a:pPr>
            <a:r>
              <a:rPr lang="en-US" sz="1800" b="1" i="1">
                <a:solidFill>
                  <a:srgbClr val="0070C0"/>
                </a:solidFill>
              </a:rPr>
              <a:t>Example</a:t>
            </a:r>
          </a:p>
          <a:p>
            <a:pPr marL="0" indent="0">
              <a:buNone/>
            </a:pPr>
            <a:r>
              <a:rPr lang="en-US" sz="1800" i="1">
                <a:solidFill>
                  <a:srgbClr val="0070C0"/>
                </a:solidFill>
              </a:rPr>
              <a:t>–Amazon EC2: Amazon datacenters, Xen, EC2 APIs and administrative interface</a:t>
            </a:r>
          </a:p>
          <a:p>
            <a:pPr marL="0" indent="0">
              <a:buNone/>
            </a:pPr>
            <a:r>
              <a:rPr lang="en-US" sz="1800" i="1">
                <a:solidFill>
                  <a:srgbClr val="0070C0"/>
                </a:solidFill>
              </a:rPr>
              <a:t>–Google AppEngine: Google data center, GFS, AppEngine APIs, administrative interface…</a:t>
            </a:r>
          </a:p>
          <a:p>
            <a:pPr marL="0" indent="0">
              <a:buNone/>
            </a:pPr>
            <a:r>
              <a:rPr lang="en-US" sz="1800" i="1">
                <a:solidFill>
                  <a:srgbClr val="0070C0"/>
                </a:solidFill>
              </a:rPr>
              <a:t>–Batch processing softwares: MapReduce, Hadoop, Pig, Dryad</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8480" y="-76200"/>
            <a:ext cx="8229600" cy="1024255"/>
          </a:xfrm>
        </p:spPr>
        <p:txBody>
          <a:bodyPr/>
          <a:lstStyle/>
          <a:p>
            <a:r>
              <a:rPr lang="en-US"/>
              <a:t>Private Cloud - Advantages</a:t>
            </a:r>
          </a:p>
        </p:txBody>
      </p:sp>
      <p:sp>
        <p:nvSpPr>
          <p:cNvPr id="3" name="Content Placeholder 2"/>
          <p:cNvSpPr>
            <a:spLocks noGrp="1"/>
          </p:cNvSpPr>
          <p:nvPr>
            <p:ph sz="half" idx="1"/>
          </p:nvPr>
        </p:nvSpPr>
        <p:spPr>
          <a:xfrm>
            <a:off x="234315" y="782955"/>
            <a:ext cx="8837295" cy="5932170"/>
          </a:xfrm>
        </p:spPr>
        <p:txBody>
          <a:bodyPr>
            <a:normAutofit fontScale="32500" lnSpcReduction="10000"/>
          </a:bodyPr>
          <a:lstStyle/>
          <a:p>
            <a:pPr marL="0" indent="0">
              <a:buNone/>
            </a:pPr>
            <a:r>
              <a:rPr lang="en-US" sz="6400"/>
              <a:t>The private cloud allows systems and services to be accessible within an organization. It is more secured because of its private nature. Datacenter are not available for rental.</a:t>
            </a:r>
          </a:p>
          <a:p>
            <a:pPr marL="0" indent="0">
              <a:buNone/>
            </a:pPr>
            <a:r>
              <a:rPr lang="en-US" sz="6400"/>
              <a:t>1.) </a:t>
            </a:r>
            <a:r>
              <a:rPr lang="en-US" sz="6400" b="1"/>
              <a:t>HIGHER SECURITY AND PRIVACY</a:t>
            </a:r>
            <a:r>
              <a:rPr lang="en-US" sz="6400"/>
              <a:t> </a:t>
            </a:r>
          </a:p>
          <a:p>
            <a:r>
              <a:rPr lang="en-US" sz="6400"/>
              <a:t>Private cloud operations are not available to general public and resources are shared from distinct pool of resources, therefore, ensures high security and privacy. This restricted access of private cloud can integrate with a firm's firewall and other remote access policies, offers an additional layer of security.</a:t>
            </a:r>
          </a:p>
          <a:p>
            <a:pPr marL="0" indent="0">
              <a:buNone/>
            </a:pPr>
            <a:r>
              <a:rPr lang="en-US" sz="6400"/>
              <a:t>2) </a:t>
            </a:r>
            <a:r>
              <a:rPr lang="en-US" sz="6400" b="1"/>
              <a:t>Improved reliability</a:t>
            </a:r>
            <a:r>
              <a:rPr lang="en-US" sz="6400"/>
              <a:t>: When compared to either dedicated hardware or public cloud alternatives, private cloud offers a greater degree of reliability thanks to a fault resilient and redundant architecture that isn't shared in any way.</a:t>
            </a:r>
          </a:p>
          <a:p>
            <a:pPr marL="0" indent="0">
              <a:buNone/>
            </a:pPr>
            <a:r>
              <a:rPr lang="en-US" sz="6400"/>
              <a:t>3)</a:t>
            </a:r>
            <a:r>
              <a:rPr lang="en-US" sz="6400" b="1"/>
              <a:t> Increased flexibility</a:t>
            </a:r>
            <a:r>
              <a:rPr lang="en-US" sz="6400"/>
              <a:t>: Unlike a physical machine, a virtual machine can be scaled up and down seamlessly. And when you own all the virtual machines, you can reallocate resources dynamically, wherever they are needed most.</a:t>
            </a:r>
          </a:p>
          <a:p>
            <a:pPr marL="0" indent="0">
              <a:buNone/>
            </a:pPr>
            <a:r>
              <a:rPr lang="en-US" sz="6400"/>
              <a:t>4)</a:t>
            </a:r>
            <a:r>
              <a:rPr lang="en-US" sz="6400" b="1"/>
              <a:t> Total CONTROL </a:t>
            </a:r>
            <a:endParaRPr lang="en-US" sz="6400"/>
          </a:p>
          <a:p>
            <a:r>
              <a:rPr lang="en-US" sz="6400"/>
              <a:t>Private clouds have more control on its resources and hardware than public cloud because it is accessed only within an organization.  Although there is a fair amount of universal best practice that you should no doubt follow, you are free to build and configure your private cloud in any way you like. For example, you have the freedom to use any operating systems and applications you please and to allocate resources in any way you see fit</a:t>
            </a:r>
          </a:p>
          <a:p>
            <a:pPr marL="0" indent="0">
              <a:buNone/>
            </a:pPr>
            <a:r>
              <a:rPr lang="en-US" sz="6400"/>
              <a:t>5) </a:t>
            </a:r>
            <a:r>
              <a:rPr lang="en-US" sz="6400" b="1"/>
              <a:t>Better performance </a:t>
            </a:r>
            <a:r>
              <a:rPr lang="en-US" sz="6400"/>
              <a:t>- A private cloud stays inside company's intranet network behind a firewall. It provides access to the same resources as the public model, but with less exposure to Internet security risks.</a:t>
            </a:r>
          </a:p>
          <a:p>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17"/>
            <a:ext cx="8229600" cy="1143000"/>
          </a:xfrm>
        </p:spPr>
        <p:txBody>
          <a:bodyPr/>
          <a:lstStyle/>
          <a:p>
            <a:r>
              <a:rPr lang="en-US"/>
              <a:t>Private cloud contd..</a:t>
            </a:r>
          </a:p>
        </p:txBody>
      </p:sp>
      <p:sp>
        <p:nvSpPr>
          <p:cNvPr id="3" name="Content Placeholder 2"/>
          <p:cNvSpPr>
            <a:spLocks noGrp="1"/>
          </p:cNvSpPr>
          <p:nvPr>
            <p:ph sz="half" idx="1"/>
          </p:nvPr>
        </p:nvSpPr>
        <p:spPr>
          <a:xfrm>
            <a:off x="228600" y="914400"/>
            <a:ext cx="8498840" cy="5110480"/>
          </a:xfrm>
        </p:spPr>
        <p:txBody>
          <a:bodyPr>
            <a:noAutofit/>
          </a:bodyPr>
          <a:lstStyle/>
          <a:p>
            <a:pPr marL="0" indent="0" algn="ctr">
              <a:buNone/>
            </a:pPr>
            <a:r>
              <a:rPr lang="en-US" sz="1700" b="1" u="sng">
                <a:solidFill>
                  <a:srgbClr val="C00000"/>
                </a:solidFill>
                <a:sym typeface="+mn-ea"/>
              </a:rPr>
              <a:t>Disadvantages</a:t>
            </a:r>
            <a:endParaRPr lang="en-US" sz="1700" b="1" u="sng">
              <a:solidFill>
                <a:srgbClr val="C00000"/>
              </a:solidFill>
            </a:endParaRPr>
          </a:p>
          <a:p>
            <a:pPr marL="0" indent="0">
              <a:buNone/>
            </a:pPr>
            <a:r>
              <a:rPr lang="en-US" sz="1700"/>
              <a:t>1. </a:t>
            </a:r>
            <a:r>
              <a:rPr lang="en-US" sz="1700" b="1"/>
              <a:t>RESTRICTED AREA </a:t>
            </a:r>
            <a:endParaRPr lang="en-US" sz="1700"/>
          </a:p>
          <a:p>
            <a:r>
              <a:rPr lang="en-US" sz="1700"/>
              <a:t>Private cloud is only accessible locally and is very difficult to deploy globally.</a:t>
            </a:r>
          </a:p>
          <a:p>
            <a:pPr marL="0" indent="0">
              <a:buNone/>
            </a:pPr>
            <a:r>
              <a:rPr lang="en-US" sz="1700"/>
              <a:t>2. INFLEXIBLE PRICING &amp; Higher Cost</a:t>
            </a:r>
            <a:endParaRPr lang="en-US" sz="1700" b="1"/>
          </a:p>
          <a:p>
            <a:r>
              <a:rPr lang="en-US" sz="1700"/>
              <a:t>In order to fulfill demand, purchasing new hardware is very costly. private clouds are more expensive than public because they require both hardware and maintenance. You will need not only the hardware but also the operating system and licenses for software applications. </a:t>
            </a:r>
          </a:p>
          <a:p>
            <a:pPr marL="0" indent="0">
              <a:buNone/>
            </a:pPr>
            <a:r>
              <a:rPr lang="en-US" sz="1700"/>
              <a:t>3. </a:t>
            </a:r>
            <a:r>
              <a:rPr lang="en-US" sz="1700" b="1"/>
              <a:t>LIMITED SCALABILITY </a:t>
            </a:r>
            <a:endParaRPr lang="en-US" sz="1700"/>
          </a:p>
          <a:p>
            <a:r>
              <a:rPr lang="en-US" sz="1700"/>
              <a:t>Private cloud can be scaled only within capacity of internal hosted resources.</a:t>
            </a:r>
          </a:p>
          <a:p>
            <a:pPr marL="0" indent="0">
              <a:buNone/>
            </a:pPr>
            <a:r>
              <a:rPr lang="en-US" sz="1700"/>
              <a:t>4. </a:t>
            </a:r>
            <a:r>
              <a:rPr lang="en-US" sz="1700" b="1"/>
              <a:t>ADDITIONAL SKILLS </a:t>
            </a:r>
            <a:endParaRPr lang="en-US" sz="1700"/>
          </a:p>
          <a:p>
            <a:r>
              <a:rPr lang="en-US" sz="1700"/>
              <a:t>In order to maintain cloud deployment, organization requires more skilled and expertise.</a:t>
            </a:r>
          </a:p>
          <a:p>
            <a:pPr marL="0" indent="0">
              <a:buNone/>
            </a:pPr>
            <a:r>
              <a:rPr lang="en-US" sz="1700"/>
              <a:t>5. </a:t>
            </a:r>
            <a:r>
              <a:rPr lang="en-US" sz="1700" b="1"/>
              <a:t>Under-utilisation:</a:t>
            </a:r>
            <a:r>
              <a:rPr lang="en-US" sz="1700"/>
              <a:t> With a private cloud, the cost of capacity under-utilisation is a cost to you, not to your provider. Therefore managing and maximising utilisation becomes your concern.</a:t>
            </a:r>
          </a:p>
          <a:p>
            <a:pPr marL="0" indent="0">
              <a:buNone/>
            </a:pPr>
            <a:r>
              <a:rPr lang="en-US" sz="1700"/>
              <a:t>6. </a:t>
            </a:r>
            <a:r>
              <a:rPr lang="en-US" sz="1700" b="1"/>
              <a:t>Maintenance -</a:t>
            </a:r>
            <a:r>
              <a:rPr lang="en-US" sz="1700"/>
              <a:t> Set up and support for private cloud is more expensive and time consuming than deploying on a public cloud service. It's an investment that needs continuous support and maintenance. A private cloud service requires in-house IT administration.</a:t>
            </a:r>
          </a:p>
          <a:p>
            <a:pPr marL="0" indent="0">
              <a:buNone/>
            </a:pPr>
            <a:r>
              <a:rPr lang="en-US" sz="1700" b="1" i="1">
                <a:solidFill>
                  <a:srgbClr val="0070C0"/>
                </a:solidFill>
              </a:rPr>
              <a:t>Example - SBI </a:t>
            </a:r>
          </a:p>
          <a:p>
            <a:pPr marL="0" indent="0">
              <a:buNone/>
            </a:pPr>
            <a:r>
              <a:rPr lang="en-US" sz="1700" b="1" i="1">
                <a:solidFill>
                  <a:srgbClr val="0070C0"/>
                </a:solidFill>
              </a:rPr>
              <a:t>Oracle Cloud Platform, Cisco ONE Enterprise Cloud Suite,HP Data Centers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Private and Public cloud</a:t>
            </a:r>
          </a:p>
        </p:txBody>
      </p:sp>
      <p:pic>
        <p:nvPicPr>
          <p:cNvPr id="4" name="Content Placeholder 3"/>
          <p:cNvPicPr>
            <a:picLocks noGrp="1" noChangeAspect="1"/>
          </p:cNvPicPr>
          <p:nvPr>
            <p:ph idx="1"/>
          </p:nvPr>
        </p:nvPicPr>
        <p:blipFill>
          <a:blip r:embed="rId2"/>
          <a:stretch>
            <a:fillRect/>
          </a:stretch>
        </p:blipFill>
        <p:spPr>
          <a:xfrm>
            <a:off x="990600" y="1981200"/>
            <a:ext cx="7562215" cy="310261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5883"/>
            <a:ext cx="8229600" cy="1143000"/>
          </a:xfrm>
        </p:spPr>
        <p:txBody>
          <a:bodyPr/>
          <a:lstStyle/>
          <a:p>
            <a:r>
              <a:rPr lang="en-US"/>
              <a:t>Private vs Public Cloud</a:t>
            </a:r>
          </a:p>
        </p:txBody>
      </p:sp>
      <p:pic>
        <p:nvPicPr>
          <p:cNvPr id="4" name="Content Placeholder 3"/>
          <p:cNvPicPr>
            <a:picLocks noGrp="1" noChangeAspect="1"/>
          </p:cNvPicPr>
          <p:nvPr>
            <p:ph idx="1"/>
          </p:nvPr>
        </p:nvPicPr>
        <p:blipFill>
          <a:blip r:embed="rId2"/>
          <a:srcRect l="5225" t="25028" r="36753" b="15614"/>
          <a:stretch>
            <a:fillRect/>
          </a:stretch>
        </p:blipFill>
        <p:spPr>
          <a:xfrm>
            <a:off x="99060" y="990600"/>
            <a:ext cx="9044940" cy="543052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rcRect l="5090" t="16372" r="35680" b="12949"/>
          <a:stretch>
            <a:fillRect/>
          </a:stretch>
        </p:blipFill>
        <p:spPr>
          <a:xfrm>
            <a:off x="228600" y="1066800"/>
            <a:ext cx="8458200" cy="5678170"/>
          </a:xfrm>
          <a:prstGeom prst="rect">
            <a:avLst/>
          </a:prstGeom>
        </p:spPr>
      </p:pic>
      <p:sp>
        <p:nvSpPr>
          <p:cNvPr id="5" name="Title 4"/>
          <p:cNvSpPr>
            <a:spLocks noGrp="1"/>
          </p:cNvSpPr>
          <p:nvPr>
            <p:ph type="title"/>
          </p:nvPr>
        </p:nvSpPr>
        <p:spPr>
          <a:xfrm>
            <a:off x="457200" y="75883"/>
            <a:ext cx="8229600" cy="1143000"/>
          </a:xfrm>
        </p:spPr>
        <p:txBody>
          <a:bodyPr/>
          <a:lstStyle/>
          <a:p>
            <a:r>
              <a:rPr lang="en-US"/>
              <a:t>Private vs Public Cloud</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083"/>
            <a:ext cx="8229600" cy="1143000"/>
          </a:xfrm>
        </p:spPr>
        <p:txBody>
          <a:bodyPr/>
          <a:lstStyle/>
          <a:p>
            <a:r>
              <a:rPr lang="en-US"/>
              <a:t>Hybrid Cloud</a:t>
            </a:r>
          </a:p>
        </p:txBody>
      </p:sp>
      <p:sp>
        <p:nvSpPr>
          <p:cNvPr id="3" name="Content Placeholder 2"/>
          <p:cNvSpPr>
            <a:spLocks noGrp="1"/>
          </p:cNvSpPr>
          <p:nvPr>
            <p:ph idx="1"/>
          </p:nvPr>
        </p:nvSpPr>
        <p:spPr>
          <a:xfrm>
            <a:off x="457200" y="990600"/>
            <a:ext cx="8229600" cy="5777865"/>
          </a:xfrm>
        </p:spPr>
        <p:txBody>
          <a:bodyPr>
            <a:noAutofit/>
          </a:bodyPr>
          <a:lstStyle/>
          <a:p>
            <a:pPr marL="0" indent="0" algn="ctr">
              <a:buNone/>
            </a:pPr>
            <a:r>
              <a:rPr lang="en-US" sz="2000" b="1" u="sng">
                <a:gradFill>
                  <a:gsLst>
                    <a:gs pos="0">
                      <a:srgbClr val="E30000"/>
                    </a:gs>
                    <a:gs pos="100000">
                      <a:srgbClr val="760303"/>
                    </a:gs>
                  </a:gsLst>
                  <a:lin scaled="0"/>
                </a:gradFill>
              </a:rPr>
              <a:t>Advantages</a:t>
            </a:r>
          </a:p>
          <a:p>
            <a:pPr marL="0" indent="0">
              <a:buNone/>
            </a:pPr>
            <a:r>
              <a:rPr lang="en-US" sz="1800"/>
              <a:t>1. SCALABILITY </a:t>
            </a:r>
          </a:p>
          <a:p>
            <a:r>
              <a:rPr lang="en-US" sz="1800"/>
              <a:t>It offers both features of public cloud scalability and private cloud scalability. </a:t>
            </a:r>
          </a:p>
          <a:p>
            <a:pPr marL="0" indent="0">
              <a:buNone/>
            </a:pPr>
            <a:r>
              <a:rPr lang="en-US" sz="1800"/>
              <a:t>2. FLEXIBILITY </a:t>
            </a:r>
          </a:p>
          <a:p>
            <a:r>
              <a:rPr lang="en-US" sz="1800"/>
              <a:t>It offers both secure resources and scalable public resources. </a:t>
            </a:r>
          </a:p>
          <a:p>
            <a:pPr marL="0" indent="0">
              <a:buNone/>
            </a:pPr>
            <a:r>
              <a:rPr lang="en-US" sz="1800"/>
              <a:t>3. COST EFFICIENCIES </a:t>
            </a:r>
          </a:p>
          <a:p>
            <a:r>
              <a:rPr lang="en-US" sz="1800"/>
              <a:t>Public cloud are more cost effective than private, therefore hybrid cloud can have this saving. </a:t>
            </a:r>
          </a:p>
          <a:p>
            <a:pPr marL="0" indent="0">
              <a:buNone/>
            </a:pPr>
            <a:r>
              <a:rPr lang="en-US" sz="1800"/>
              <a:t>4. SECURITY </a:t>
            </a:r>
          </a:p>
          <a:p>
            <a:r>
              <a:rPr lang="en-US" sz="1800"/>
              <a:t>Private cloud in hybrid cloud ensures higher degree of security.</a:t>
            </a:r>
          </a:p>
          <a:p>
            <a:r>
              <a:rPr lang="en-US" sz="1800"/>
              <a:t> Protecting valuable data is always a challenge in any networked enabled applications. </a:t>
            </a:r>
          </a:p>
          <a:p>
            <a:pPr marL="0" indent="0">
              <a:buNone/>
            </a:pPr>
            <a:r>
              <a:rPr lang="en-US" sz="1800"/>
              <a:t>5. Control - Rather than entrusting all aspects of IT infrastructure to a third-party cloud provider, companies can customize the private end of their hybrid cloud model to their specific needs and adjust them accordingly as they see fit.</a:t>
            </a:r>
          </a:p>
          <a:p>
            <a:endParaRPr lang="en-US" sz="1800"/>
          </a:p>
          <a:p>
            <a:pPr marL="0" indent="0">
              <a:buNone/>
            </a:pPr>
            <a:r>
              <a:rPr lang="en-US" sz="1800"/>
              <a:t>6. Speed – Though this model is not as much as faster than public cloud but still it is better than private one.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Hybrid Cloud contd..</a:t>
            </a:r>
          </a:p>
        </p:txBody>
      </p:sp>
      <p:sp>
        <p:nvSpPr>
          <p:cNvPr id="3" name="Content Placeholder 2"/>
          <p:cNvSpPr>
            <a:spLocks noGrp="1"/>
          </p:cNvSpPr>
          <p:nvPr>
            <p:ph sz="half" idx="1"/>
          </p:nvPr>
        </p:nvSpPr>
        <p:spPr/>
        <p:txBody>
          <a:bodyPr>
            <a:normAutofit fontScale="85000" lnSpcReduction="10000"/>
          </a:bodyPr>
          <a:lstStyle/>
          <a:p>
            <a:pPr marL="0" indent="0">
              <a:buNone/>
            </a:pPr>
            <a:r>
              <a:rPr lang="en-US" b="1">
                <a:solidFill>
                  <a:srgbClr val="00B050"/>
                </a:solidFill>
                <a:sym typeface="+mn-ea"/>
              </a:rPr>
              <a:t>With a hybrid cloud model, however, companies can leverage the security of a private cloud with the power and services of a public cloud.</a:t>
            </a:r>
            <a:endParaRPr lang="en-US" b="1">
              <a:solidFill>
                <a:srgbClr val="00B050"/>
              </a:solidFill>
            </a:endParaRPr>
          </a:p>
          <a:p>
            <a:pPr marL="0" indent="0">
              <a:buNone/>
            </a:pPr>
            <a:r>
              <a:rPr lang="en-US">
                <a:sym typeface="+mn-ea"/>
              </a:rPr>
              <a:t> While data stored in a private environment will likely still have to be transmitted to the public cloud for analytics, applications, and other processes, extensive encryption methods can be implemented to ensure this data remains as secure as possible. </a:t>
            </a:r>
            <a:endParaRPr lang="en-US"/>
          </a:p>
          <a:p>
            <a:endParaRPr lang="en-US"/>
          </a:p>
        </p:txBody>
      </p:sp>
      <p:pic>
        <p:nvPicPr>
          <p:cNvPr id="9" name="Picture 3" descr="source: IntelCanada/Youtube"/>
          <p:cNvPicPr>
            <a:picLocks noGrp="1" noChangeAspect="1" noChangeArrowheads="1"/>
          </p:cNvPicPr>
          <p:nvPr>
            <p:ph sz="half" idx="2"/>
          </p:nvPr>
        </p:nvPicPr>
        <p:blipFill>
          <a:blip r:embed="rId2"/>
          <a:srcRect/>
          <a:stretch>
            <a:fillRect/>
          </a:stretch>
        </p:blipFill>
        <p:spPr>
          <a:xfrm>
            <a:off x="4800600" y="2057400"/>
            <a:ext cx="4038600" cy="2153285"/>
          </a:xfrm>
          <a:prstGeom prst="rect">
            <a:avLst/>
          </a:prstGeom>
          <a:noFill/>
          <a:ln w="9525">
            <a:noFill/>
            <a:miter lim="800000"/>
            <a:headEnd/>
            <a:tailEnd/>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
            <a:ext cx="8229600" cy="826770"/>
          </a:xfrm>
        </p:spPr>
        <p:txBody>
          <a:bodyPr/>
          <a:lstStyle/>
          <a:p>
            <a:r>
              <a:rPr lang="en-US"/>
              <a:t>Hybrid Cloud</a:t>
            </a:r>
          </a:p>
        </p:txBody>
      </p:sp>
      <p:sp>
        <p:nvSpPr>
          <p:cNvPr id="3" name="Content Placeholder 2"/>
          <p:cNvSpPr>
            <a:spLocks noGrp="1"/>
          </p:cNvSpPr>
          <p:nvPr>
            <p:ph sz="half" idx="1"/>
          </p:nvPr>
        </p:nvSpPr>
        <p:spPr>
          <a:xfrm>
            <a:off x="381000" y="864870"/>
            <a:ext cx="8382000" cy="4880610"/>
          </a:xfrm>
        </p:spPr>
        <p:txBody>
          <a:bodyPr>
            <a:noAutofit/>
          </a:bodyPr>
          <a:lstStyle/>
          <a:p>
            <a:pPr marL="0" indent="0">
              <a:buNone/>
            </a:pPr>
            <a:r>
              <a:rPr lang="en-US" sz="2000" b="1" u="sng">
                <a:gradFill>
                  <a:gsLst>
                    <a:gs pos="0">
                      <a:srgbClr val="E30000"/>
                    </a:gs>
                    <a:gs pos="100000">
                      <a:srgbClr val="760303"/>
                    </a:gs>
                  </a:gsLst>
                  <a:lin scaled="0"/>
                </a:gradFill>
                <a:sym typeface="+mn-ea"/>
              </a:rPr>
              <a:t>Disdvantages</a:t>
            </a:r>
            <a:endParaRPr lang="en-US" sz="2000" b="1" u="sng">
              <a:gradFill>
                <a:gsLst>
                  <a:gs pos="0">
                    <a:srgbClr val="E30000"/>
                  </a:gs>
                  <a:gs pos="100000">
                    <a:srgbClr val="760303"/>
                  </a:gs>
                </a:gsLst>
                <a:lin scaled="0"/>
              </a:gradFill>
            </a:endParaRPr>
          </a:p>
          <a:p>
            <a:pPr marL="0" indent="0">
              <a:buNone/>
            </a:pPr>
            <a:endParaRPr lang="en-US" sz="1900"/>
          </a:p>
          <a:p>
            <a:pPr marL="0" indent="0">
              <a:buNone/>
            </a:pPr>
            <a:r>
              <a:rPr lang="en-US" sz="1900"/>
              <a:t>NETWORKING ISSUES  (</a:t>
            </a:r>
            <a:r>
              <a:rPr lang="en-US" sz="1900">
                <a:sym typeface="+mn-ea"/>
              </a:rPr>
              <a:t>complex system architecture)</a:t>
            </a:r>
          </a:p>
          <a:p>
            <a:r>
              <a:rPr lang="en-US" sz="1900"/>
              <a:t>Networking becomes complex due to presence of private and public cloud. </a:t>
            </a:r>
          </a:p>
          <a:p>
            <a:endParaRPr lang="en-US" sz="1900"/>
          </a:p>
          <a:p>
            <a:pPr marL="0" indent="0">
              <a:buNone/>
            </a:pPr>
            <a:r>
              <a:rPr lang="en-US" sz="1900"/>
              <a:t>SECURITY COMPLIANCE </a:t>
            </a:r>
          </a:p>
          <a:p>
            <a:r>
              <a:rPr lang="en-US" sz="1900"/>
              <a:t>It is necessary to ensure that cloud services are compliant with organization's security policies.</a:t>
            </a:r>
          </a:p>
          <a:p>
            <a:pPr marL="0" indent="0">
              <a:buNone/>
            </a:pPr>
            <a:endParaRPr lang="en-US" sz="1900"/>
          </a:p>
          <a:p>
            <a:pPr marL="0" indent="0">
              <a:buNone/>
            </a:pPr>
            <a:r>
              <a:rPr lang="en-US" sz="1900"/>
              <a:t>COST - While the public cloud can offer an attractive option for its flexibility and relatively low cost to operate, building a private enterprise cloud requires significant expenditure and can become expensive very quickly with all the physical hardware necessary.</a:t>
            </a:r>
          </a:p>
          <a:p>
            <a:endParaRPr lang="en-US" sz="1900"/>
          </a:p>
          <a:p>
            <a:pPr marL="0" indent="0">
              <a:buNone/>
            </a:pPr>
            <a:r>
              <a:rPr lang="en-US" sz="1900"/>
              <a:t>COMPATIBILITY - Compatibility across infrastructure can prove itself to be a major issue when building a hybrid cloud. With dual levels of infrastructure, a private cloud the company controls and a public one that it doesn’t, the chances are that they will be running different stacks.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t>Hybrid Cloud</a:t>
            </a:r>
          </a:p>
        </p:txBody>
      </p:sp>
      <p:sp>
        <p:nvSpPr>
          <p:cNvPr id="3" name="Content Placeholder 2"/>
          <p:cNvSpPr>
            <a:spLocks noGrp="1"/>
          </p:cNvSpPr>
          <p:nvPr>
            <p:ph sz="half" idx="1"/>
          </p:nvPr>
        </p:nvSpPr>
        <p:spPr/>
        <p:txBody>
          <a:bodyPr/>
          <a:lstStyle/>
          <a:p>
            <a:r>
              <a:rPr lang="en-US"/>
              <a:t>Top 5 Hybrid Cloud Providers:</a:t>
            </a:r>
          </a:p>
          <a:p>
            <a:r>
              <a:rPr lang="en-US"/>
              <a:t>Amazon</a:t>
            </a:r>
          </a:p>
          <a:p>
            <a:r>
              <a:rPr lang="en-US"/>
              <a:t>Microsoft</a:t>
            </a:r>
          </a:p>
          <a:p>
            <a:r>
              <a:rPr lang="en-US"/>
              <a:t>Google</a:t>
            </a:r>
          </a:p>
          <a:p>
            <a:r>
              <a:rPr lang="en-US"/>
              <a:t>Cisco</a:t>
            </a:r>
          </a:p>
          <a:p>
            <a:r>
              <a:rPr lang="en-US"/>
              <a:t>NetApp</a:t>
            </a:r>
          </a:p>
        </p:txBody>
      </p:sp>
      <p:pic>
        <p:nvPicPr>
          <p:cNvPr id="4" name="Content Placeholder 3"/>
          <p:cNvPicPr>
            <a:picLocks noGrp="1" noChangeAspect="1"/>
          </p:cNvPicPr>
          <p:nvPr>
            <p:ph sz="half" idx="2"/>
          </p:nvPr>
        </p:nvPicPr>
        <p:blipFill>
          <a:blip r:embed="rId2"/>
          <a:stretch>
            <a:fillRect/>
          </a:stretch>
        </p:blipFill>
        <p:spPr>
          <a:xfrm>
            <a:off x="3886200" y="1295400"/>
            <a:ext cx="4620895" cy="2503170"/>
          </a:xfrm>
          <a:prstGeom prst="rect">
            <a:avLst/>
          </a:prstGeom>
        </p:spPr>
      </p:pic>
      <p:pic>
        <p:nvPicPr>
          <p:cNvPr id="2" name="Picture 1"/>
          <p:cNvPicPr>
            <a:picLocks noChangeAspect="1"/>
          </p:cNvPicPr>
          <p:nvPr/>
        </p:nvPicPr>
        <p:blipFill>
          <a:blip r:embed="rId3"/>
          <a:stretch>
            <a:fillRect/>
          </a:stretch>
        </p:blipFill>
        <p:spPr>
          <a:xfrm>
            <a:off x="4267200" y="3962400"/>
            <a:ext cx="3822700" cy="25527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162"/>
            <a:ext cx="8229600" cy="1143000"/>
          </a:xfrm>
        </p:spPr>
        <p:txBody>
          <a:bodyPr/>
          <a:lstStyle/>
          <a:p>
            <a:r>
              <a:rPr lang="en-US">
                <a:sym typeface="+mn-ea"/>
              </a:rPr>
              <a:t>Community cloud</a:t>
            </a:r>
            <a:endParaRPr lang="en-US"/>
          </a:p>
        </p:txBody>
      </p:sp>
      <p:sp>
        <p:nvSpPr>
          <p:cNvPr id="3" name="Content Placeholder 2"/>
          <p:cNvSpPr>
            <a:spLocks noGrp="1"/>
          </p:cNvSpPr>
          <p:nvPr>
            <p:ph sz="half" idx="1"/>
          </p:nvPr>
        </p:nvSpPr>
        <p:spPr>
          <a:xfrm>
            <a:off x="457200" y="1066800"/>
            <a:ext cx="4038600" cy="5478780"/>
          </a:xfrm>
        </p:spPr>
        <p:txBody>
          <a:bodyPr>
            <a:noAutofit/>
          </a:bodyPr>
          <a:lstStyle/>
          <a:p>
            <a:r>
              <a:rPr lang="en-US" sz="1700" b="1"/>
              <a:t>The community cloud allows systems and services to be accessible by a group of organizations.</a:t>
            </a:r>
            <a:r>
              <a:rPr lang="en-US" sz="1700"/>
              <a:t> </a:t>
            </a:r>
          </a:p>
          <a:p>
            <a:r>
              <a:rPr lang="en-US" sz="1700"/>
              <a:t>It a cloud service model that provides a cloud computing solution to </a:t>
            </a:r>
            <a:r>
              <a:rPr lang="en-US" sz="1700" b="1"/>
              <a:t>a limited number of individuals or organizations that is governed, managed and secured commonly </a:t>
            </a:r>
            <a:r>
              <a:rPr lang="en-US" sz="1700"/>
              <a:t>by all the participating organizations or a third party managed service provider</a:t>
            </a:r>
          </a:p>
          <a:p>
            <a:r>
              <a:rPr lang="en-US" sz="1700"/>
              <a:t>It </a:t>
            </a:r>
            <a:r>
              <a:rPr lang="en-US" sz="1700" b="1"/>
              <a:t>shares the infrastructure </a:t>
            </a:r>
            <a:r>
              <a:rPr lang="en-US" sz="1700"/>
              <a:t>between several organizations from a specific community. </a:t>
            </a:r>
          </a:p>
          <a:p>
            <a:r>
              <a:rPr lang="en-US" sz="1700" b="1"/>
              <a:t>A multi-tenant setup</a:t>
            </a:r>
            <a:r>
              <a:rPr lang="en-US" sz="1700"/>
              <a:t> developed using cloud among different organizations that belong to a particular community or group having similar computing concern.</a:t>
            </a:r>
          </a:p>
        </p:txBody>
      </p:sp>
      <p:pic>
        <p:nvPicPr>
          <p:cNvPr id="10" name="Picture 6"/>
          <p:cNvPicPr>
            <a:picLocks noGrp="1" noChangeAspect="1" noChangeArrowheads="1"/>
          </p:cNvPicPr>
          <p:nvPr>
            <p:ph sz="half" idx="2"/>
          </p:nvPr>
        </p:nvPicPr>
        <p:blipFill>
          <a:blip r:embed="rId2"/>
          <a:srcRect/>
          <a:stretch>
            <a:fillRect/>
          </a:stretch>
        </p:blipFill>
        <p:spPr>
          <a:xfrm>
            <a:off x="5046345" y="2136140"/>
            <a:ext cx="3832860" cy="2991485"/>
          </a:xfrm>
          <a:prstGeom prst="rect">
            <a:avLst/>
          </a:prstGeom>
          <a:noFill/>
          <a:ln w="9525">
            <a:noFill/>
            <a:miter lim="800000"/>
            <a:headEnd/>
            <a:tailEnd/>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143635"/>
            <a:ext cx="8298180" cy="4982845"/>
          </a:xfrm>
        </p:spPr>
        <p:txBody>
          <a:bodyPr>
            <a:noAutofit/>
          </a:bodyPr>
          <a:lstStyle/>
          <a:p>
            <a:pPr marL="0" indent="0">
              <a:buNone/>
            </a:pPr>
            <a:r>
              <a:rPr lang="en-US" sz="2000" b="1" u="sng">
                <a:gradFill>
                  <a:gsLst>
                    <a:gs pos="0">
                      <a:srgbClr val="E30000"/>
                    </a:gs>
                    <a:gs pos="100000">
                      <a:srgbClr val="760303"/>
                    </a:gs>
                  </a:gsLst>
                  <a:lin scaled="0"/>
                </a:gradFill>
                <a:sym typeface="+mn-ea"/>
              </a:rPr>
              <a:t>Advantages</a:t>
            </a:r>
            <a:endParaRPr lang="en-US" sz="2000" b="1" u="sng">
              <a:gradFill>
                <a:gsLst>
                  <a:gs pos="0">
                    <a:srgbClr val="E30000"/>
                  </a:gs>
                  <a:gs pos="100000">
                    <a:srgbClr val="760303"/>
                  </a:gs>
                </a:gsLst>
                <a:lin scaled="0"/>
              </a:gradFill>
            </a:endParaRPr>
          </a:p>
          <a:p>
            <a:endParaRPr lang="en-US" sz="2000"/>
          </a:p>
          <a:p>
            <a:pPr marL="0" indent="0">
              <a:buNone/>
            </a:pPr>
            <a:r>
              <a:rPr lang="en-US" sz="2000" b="1"/>
              <a:t>COST EFFECTIVE </a:t>
            </a:r>
          </a:p>
          <a:p>
            <a:r>
              <a:rPr lang="en-US" sz="2000"/>
              <a:t>Community cloud offers same advantage as that of private cloud at low cost. </a:t>
            </a:r>
          </a:p>
          <a:p>
            <a:pPr marL="0" indent="0">
              <a:buNone/>
            </a:pPr>
            <a:r>
              <a:rPr lang="en-US" sz="2000" b="1"/>
              <a:t>Flexibility &amp; Scalability –</a:t>
            </a:r>
          </a:p>
          <a:p>
            <a:r>
              <a:rPr lang="en-US" sz="2000"/>
              <a:t>The community cloud is very scalable and flexible as it is mostly compatible with every user and they can modify as per their use.</a:t>
            </a:r>
          </a:p>
          <a:p>
            <a:pPr marL="0" indent="0">
              <a:buNone/>
            </a:pPr>
            <a:r>
              <a:rPr lang="en-US" sz="2000" b="1"/>
              <a:t>Availability &amp; Reliability </a:t>
            </a:r>
            <a:r>
              <a:rPr lang="en-US" sz="2000"/>
              <a:t>–</a:t>
            </a:r>
          </a:p>
          <a:p>
            <a:r>
              <a:rPr lang="en-US" sz="2000"/>
              <a:t>The replication of data is done in the cloud to protect it against the disaster. It is replicated to various places which are safe and secure. The cloud replicates your system, applications, and data to an alternate facility</a:t>
            </a:r>
          </a:p>
          <a:p>
            <a:pPr marL="0" indent="0">
              <a:buNone/>
            </a:pPr>
            <a:r>
              <a:rPr lang="en-US" sz="2000" b="1"/>
              <a:t>SECURITY &amp; COMPLIANCE</a:t>
            </a:r>
          </a:p>
          <a:p>
            <a:r>
              <a:rPr lang="en-US" sz="2000"/>
              <a:t>Community cloud is comparatively more secure than the public cloud. </a:t>
            </a:r>
          </a:p>
        </p:txBody>
      </p:sp>
      <p:sp>
        <p:nvSpPr>
          <p:cNvPr id="5" name="Title 1"/>
          <p:cNvSpPr>
            <a:spLocks noGrp="1"/>
          </p:cNvSpPr>
          <p:nvPr/>
        </p:nvSpPr>
        <p:spPr>
          <a:xfrm>
            <a:off x="533400" y="152400"/>
            <a:ext cx="8229600" cy="91821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sym typeface="+mn-ea"/>
              </a:rPr>
              <a:t>Community cloud</a:t>
            </a:r>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600200"/>
            <a:ext cx="7970520" cy="4526280"/>
          </a:xfrm>
        </p:spPr>
        <p:txBody>
          <a:bodyPr>
            <a:normAutofit fontScale="77500" lnSpcReduction="10000"/>
          </a:bodyPr>
          <a:lstStyle/>
          <a:p>
            <a:pPr marL="0" indent="0">
              <a:buNone/>
            </a:pPr>
            <a:r>
              <a:rPr lang="en-US" sz="2665" b="1">
                <a:solidFill>
                  <a:srgbClr val="C00000"/>
                </a:solidFill>
              </a:rPr>
              <a:t> Disadvantages</a:t>
            </a:r>
          </a:p>
          <a:p>
            <a:endParaRPr lang="en-US" sz="2665"/>
          </a:p>
          <a:p>
            <a:r>
              <a:rPr lang="en-US" sz="2665"/>
              <a:t>Since all data is housed at one location, one must be careful in storing data in community cloud because it might be accessible by others. </a:t>
            </a:r>
          </a:p>
          <a:p>
            <a:endParaRPr lang="en-US" sz="2665"/>
          </a:p>
          <a:p>
            <a:r>
              <a:rPr lang="en-US" sz="2665"/>
              <a:t>It is also challenging to allocate responsibilities of governance, security and cost. </a:t>
            </a:r>
          </a:p>
          <a:p>
            <a:endParaRPr lang="en-US" sz="2665"/>
          </a:p>
          <a:p>
            <a:r>
              <a:rPr lang="en-US" sz="2665"/>
              <a:t>Costly than public cloud</a:t>
            </a:r>
          </a:p>
          <a:p>
            <a:endParaRPr lang="en-US" sz="2665"/>
          </a:p>
          <a:p>
            <a:pPr marL="0" indent="0">
              <a:buNone/>
            </a:pPr>
            <a:r>
              <a:rPr lang="en-US" sz="2665" b="1" i="1">
                <a:solidFill>
                  <a:srgbClr val="0070C0"/>
                </a:solidFill>
              </a:rPr>
              <a:t>Ex – </a:t>
            </a:r>
          </a:p>
          <a:p>
            <a:r>
              <a:rPr lang="en-US" sz="2665" b="1" i="1">
                <a:solidFill>
                  <a:srgbClr val="0070C0"/>
                </a:solidFill>
              </a:rPr>
              <a:t>Gov Cloud by Google </a:t>
            </a:r>
          </a:p>
          <a:p>
            <a:r>
              <a:rPr lang="en-US" sz="2665" b="1" i="1">
                <a:solidFill>
                  <a:srgbClr val="0070C0"/>
                </a:solidFill>
              </a:rPr>
              <a:t>Nebula by NASA</a:t>
            </a:r>
          </a:p>
        </p:txBody>
      </p:sp>
      <p:sp>
        <p:nvSpPr>
          <p:cNvPr id="5" name="Title 1"/>
          <p:cNvSpPr>
            <a:spLocks noGrp="1"/>
          </p:cNvSpPr>
          <p:nvPr/>
        </p:nvSpPr>
        <p:spPr>
          <a:xfrm>
            <a:off x="533400" y="381000"/>
            <a:ext cx="8229600" cy="91821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sym typeface="+mn-ea"/>
              </a:rPr>
              <a:t>Community cloud</a:t>
            </a:r>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95283"/>
            <a:ext cx="8229600" cy="1143000"/>
          </a:xfrm>
          <a:solidFill>
            <a:schemeClr val="tx2">
              <a:lumMod val="75000"/>
            </a:schemeClr>
          </a:solidFill>
        </p:spPr>
        <p:txBody>
          <a:bodyPr/>
          <a:lstStyle/>
          <a:p>
            <a:r>
              <a:rPr lang="en-US">
                <a:solidFill>
                  <a:schemeClr val="bg1"/>
                </a:solidFill>
              </a:rPr>
              <a:t>SERVICE MODELS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Cloud Service Models</a:t>
            </a:r>
          </a:p>
        </p:txBody>
      </p:sp>
      <p:sp>
        <p:nvSpPr>
          <p:cNvPr id="3" name="Content Placeholder 2"/>
          <p:cNvSpPr>
            <a:spLocks noGrp="1"/>
          </p:cNvSpPr>
          <p:nvPr>
            <p:ph idx="1"/>
          </p:nvPr>
        </p:nvSpPr>
        <p:spPr/>
        <p:txBody>
          <a:bodyPr>
            <a:noAutofit/>
          </a:bodyPr>
          <a:lstStyle/>
          <a:p>
            <a:pPr marL="0" indent="0">
              <a:buNone/>
            </a:pPr>
            <a:r>
              <a:rPr lang="en-US" sz="1900"/>
              <a:t>Cloud computing is based on service models. These are categorized into three basic service models which are –</a:t>
            </a:r>
          </a:p>
          <a:p>
            <a:endParaRPr lang="en-US" sz="1900"/>
          </a:p>
          <a:p>
            <a:r>
              <a:rPr lang="en-US" sz="1900" b="1" i="1">
                <a:solidFill>
                  <a:schemeClr val="tx2">
                    <a:lumMod val="75000"/>
                  </a:schemeClr>
                </a:solidFill>
              </a:rPr>
              <a:t>Infrastructure-as–a-Service IaaS</a:t>
            </a:r>
          </a:p>
          <a:p>
            <a:r>
              <a:rPr lang="en-US" sz="1900" b="1" i="1">
                <a:solidFill>
                  <a:schemeClr val="tx2">
                    <a:lumMod val="75000"/>
                  </a:schemeClr>
                </a:solidFill>
              </a:rPr>
              <a:t>Platform-as-a-Service PaaS</a:t>
            </a:r>
          </a:p>
          <a:p>
            <a:r>
              <a:rPr lang="en-US" sz="1900" b="1" i="1">
                <a:solidFill>
                  <a:schemeClr val="tx2">
                    <a:lumMod val="75000"/>
                  </a:schemeClr>
                </a:solidFill>
              </a:rPr>
              <a:t>Software-as-a-Service SaaS</a:t>
            </a:r>
          </a:p>
          <a:p>
            <a:endParaRPr lang="en-US" sz="1900"/>
          </a:p>
          <a:p>
            <a:pPr marL="0" indent="0">
              <a:buNone/>
            </a:pPr>
            <a:r>
              <a:rPr lang="en-US" sz="1900"/>
              <a:t>Anything-as-a-Service XaaS is yet another service model, which includes Network-as-a-Service, Business-as-a-Service, Identity-as-a-Service, Database-as-a-Service or Strategy-as-a-Service.</a:t>
            </a:r>
          </a:p>
          <a:p>
            <a:endParaRPr lang="en-US" sz="1900"/>
          </a:p>
          <a:p>
            <a:pPr marL="0" indent="0">
              <a:buNone/>
            </a:pPr>
            <a:r>
              <a:rPr lang="en-US" sz="1900"/>
              <a:t>The Infrastructure-as-a-Service IaaS is the most basic level of service. Each of the service models inherit the security and management mechanism from the underlying model, as shown in the following diagram:</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p:cNvPicPr>
            <a:picLocks noGrp="1" noChangeAspect="1"/>
          </p:cNvPicPr>
          <p:nvPr>
            <p:ph idx="1"/>
          </p:nvPr>
        </p:nvPicPr>
        <p:blipFill>
          <a:blip r:embed="rId2"/>
          <a:stretch>
            <a:fillRect/>
          </a:stretch>
        </p:blipFill>
        <p:spPr>
          <a:xfrm>
            <a:off x="540385" y="490855"/>
            <a:ext cx="8257540" cy="5635625"/>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p14:cNvContentPartPr/>
              <p14:nvPr/>
            </p14:nvContentPartPr>
            <p14:xfrm>
              <a:off x="4756150" y="1657350"/>
              <a:ext cx="254000" cy="1282700"/>
            </p14:xfrm>
          </p:contentPart>
        </mc:Choice>
        <mc:Fallback xmlns="">
          <p:pic>
            <p:nvPicPr>
              <p:cNvPr id="3" name="Ink 2"/>
            </p:nvPicPr>
            <p:blipFill>
              <a:blip r:embed="rId4"/>
            </p:blipFill>
            <p:spPr>
              <a:xfrm>
                <a:off x="4756150" y="1657350"/>
                <a:ext cx="254000" cy="1282700"/>
              </a:xfrm>
              <a:prstGeom prst="rect"/>
            </p:spPr>
          </p:pic>
        </mc:Fallback>
      </mc:AlternateContent>
      <mc:AlternateContent xmlns:mc="http://schemas.openxmlformats.org/markup-compatibility/2006" xmlns:p14="http://schemas.microsoft.com/office/powerpoint/2010/main">
        <mc:Choice Requires="p14">
          <p:contentPart p14:bwMode="auto" r:id="rId5">
            <p14:nvContentPartPr>
              <p14:cNvPr id="4" name="Ink 3"/>
              <p14:cNvContentPartPr/>
              <p14:nvPr/>
            </p14:nvContentPartPr>
            <p14:xfrm>
              <a:off x="4851400" y="2940050"/>
              <a:ext cx="279400" cy="1041400"/>
            </p14:xfrm>
          </p:contentPart>
        </mc:Choice>
        <mc:Fallback xmlns="">
          <p:pic>
            <p:nvPicPr>
              <p:cNvPr id="4" name="Ink 3"/>
            </p:nvPicPr>
            <p:blipFill>
              <a:blip r:embed="rId6"/>
            </p:blipFill>
            <p:spPr>
              <a:xfrm>
                <a:off x="4851400" y="2940050"/>
                <a:ext cx="279400" cy="1041400"/>
              </a:xfrm>
              <a:prstGeom prst="rect"/>
            </p:spPr>
          </p:pic>
        </mc:Fallback>
      </mc:AlternateContent>
      <mc:AlternateContent xmlns:mc="http://schemas.openxmlformats.org/markup-compatibility/2006" xmlns:p14="http://schemas.microsoft.com/office/powerpoint/2010/main">
        <mc:Choice Requires="p14">
          <p:contentPart p14:bwMode="auto" r:id="rId7">
            <p14:nvContentPartPr>
              <p14:cNvPr id="6" name="Ink 5"/>
              <p14:cNvContentPartPr/>
              <p14:nvPr/>
            </p14:nvContentPartPr>
            <p14:xfrm>
              <a:off x="2584450" y="3860800"/>
              <a:ext cx="2025650" cy="2197100"/>
            </p14:xfrm>
          </p:contentPart>
        </mc:Choice>
        <mc:Fallback xmlns="">
          <p:pic>
            <p:nvPicPr>
              <p:cNvPr id="6" name="Ink 5"/>
            </p:nvPicPr>
            <p:blipFill>
              <a:blip r:embed="rId8"/>
            </p:blipFill>
            <p:spPr>
              <a:xfrm>
                <a:off x="2584450" y="3860800"/>
                <a:ext cx="2025650" cy="2197100"/>
              </a:xfrm>
              <a:prstGeom prst="rect"/>
            </p:spPr>
          </p:pic>
        </mc:Fallback>
      </mc:AlternateContent>
      <mc:AlternateContent xmlns:mc="http://schemas.openxmlformats.org/markup-compatibility/2006" xmlns:p14="http://schemas.microsoft.com/office/powerpoint/2010/main">
        <mc:Choice Requires="p14">
          <p:contentPart p14:bwMode="auto" r:id="rId9">
            <p14:nvContentPartPr>
              <p14:cNvPr id="7" name="Ink 6"/>
              <p14:cNvContentPartPr/>
              <p14:nvPr/>
            </p14:nvContentPartPr>
            <p14:xfrm>
              <a:off x="4597400" y="5575300"/>
              <a:ext cx="527050" cy="368300"/>
            </p14:xfrm>
          </p:contentPart>
        </mc:Choice>
        <mc:Fallback xmlns="">
          <p:pic>
            <p:nvPicPr>
              <p:cNvPr id="7" name="Ink 6"/>
            </p:nvPicPr>
            <p:blipFill>
              <a:blip r:embed="rId10"/>
            </p:blipFill>
            <p:spPr>
              <a:xfrm>
                <a:off x="4597400" y="5575300"/>
                <a:ext cx="527050" cy="368300"/>
              </a:xfrm>
              <a:prstGeom prst="rect"/>
            </p:spPr>
          </p:pic>
        </mc:Fallback>
      </mc:AlternateContent>
      <mc:AlternateContent xmlns:mc="http://schemas.openxmlformats.org/markup-compatibility/2006" xmlns:p14="http://schemas.microsoft.com/office/powerpoint/2010/main">
        <mc:Choice Requires="p14">
          <p:contentPart p14:bwMode="auto" r:id="rId11">
            <p14:nvContentPartPr>
              <p14:cNvPr id="8" name="Ink 7"/>
              <p14:cNvContentPartPr/>
              <p14:nvPr/>
            </p14:nvContentPartPr>
            <p14:xfrm>
              <a:off x="4673600" y="5746750"/>
              <a:ext cx="215900" cy="615950"/>
            </p14:xfrm>
          </p:contentPart>
        </mc:Choice>
        <mc:Fallback xmlns="">
          <p:pic>
            <p:nvPicPr>
              <p:cNvPr id="8" name="Ink 7"/>
            </p:nvPicPr>
            <p:blipFill>
              <a:blip r:embed="rId12"/>
            </p:blipFill>
            <p:spPr>
              <a:xfrm>
                <a:off x="4673600" y="5746750"/>
                <a:ext cx="215900" cy="615950"/>
              </a:xfrm>
              <a:prstGeom prst="rect"/>
            </p:spPr>
          </p:pic>
        </mc:Fallback>
      </mc:AlternateContent>
      <mc:AlternateContent xmlns:mc="http://schemas.openxmlformats.org/markup-compatibility/2006" xmlns:p14="http://schemas.microsoft.com/office/powerpoint/2010/main">
        <mc:Choice Requires="p14">
          <p:contentPart p14:bwMode="auto" r:id="rId13">
            <p14:nvContentPartPr>
              <p14:cNvPr id="9" name="Ink 8"/>
              <p14:cNvContentPartPr/>
              <p14:nvPr/>
            </p14:nvContentPartPr>
            <p14:xfrm>
              <a:off x="2546350" y="1689100"/>
              <a:ext cx="114300" cy="2419350"/>
            </p14:xfrm>
          </p:contentPart>
        </mc:Choice>
        <mc:Fallback xmlns="">
          <p:pic>
            <p:nvPicPr>
              <p:cNvPr id="9" name="Ink 8"/>
            </p:nvPicPr>
            <p:blipFill>
              <a:blip r:embed="rId14"/>
            </p:blipFill>
            <p:spPr>
              <a:xfrm>
                <a:off x="2546350" y="1689100"/>
                <a:ext cx="114300" cy="2419350"/>
              </a:xfrm>
              <a:prstGeom prst="rect"/>
            </p:spPr>
          </p:pic>
        </mc:Fallback>
      </mc:AlternateContent>
      <mc:AlternateContent xmlns:mc="http://schemas.openxmlformats.org/markup-compatibility/2006" xmlns:p14="http://schemas.microsoft.com/office/powerpoint/2010/main">
        <mc:Choice Requires="p14">
          <p:contentPart p14:bwMode="auto" r:id="rId15">
            <p14:nvContentPartPr>
              <p14:cNvPr id="10" name="Ink 9"/>
              <p14:cNvContentPartPr/>
              <p14:nvPr/>
            </p14:nvContentPartPr>
            <p14:xfrm>
              <a:off x="6178550" y="660400"/>
              <a:ext cx="1600200" cy="1193800"/>
            </p14:xfrm>
          </p:contentPart>
        </mc:Choice>
        <mc:Fallback xmlns="">
          <p:pic>
            <p:nvPicPr>
              <p:cNvPr id="10" name="Ink 9"/>
            </p:nvPicPr>
            <p:blipFill>
              <a:blip r:embed="rId16"/>
            </p:blipFill>
            <p:spPr>
              <a:xfrm>
                <a:off x="6178550" y="660400"/>
                <a:ext cx="1600200" cy="1193800"/>
              </a:xfrm>
              <a:prstGeom prst="rect"/>
            </p:spPr>
          </p:pic>
        </mc:Fallback>
      </mc:AlternateContent>
      <mc:AlternateContent xmlns:mc="http://schemas.openxmlformats.org/markup-compatibility/2006" xmlns:p14="http://schemas.microsoft.com/office/powerpoint/2010/main">
        <mc:Choice Requires="p14">
          <p:contentPart p14:bwMode="auto" r:id="rId17">
            <p14:nvContentPartPr>
              <p14:cNvPr id="11" name="Ink 10"/>
              <p14:cNvContentPartPr/>
              <p14:nvPr/>
            </p14:nvContentPartPr>
            <p14:xfrm>
              <a:off x="7664450" y="679450"/>
              <a:ext cx="2127250" cy="1073150"/>
            </p14:xfrm>
          </p:contentPart>
        </mc:Choice>
        <mc:Fallback xmlns="">
          <p:pic>
            <p:nvPicPr>
              <p:cNvPr id="11" name="Ink 10"/>
            </p:nvPicPr>
            <p:blipFill>
              <a:blip r:embed="rId18"/>
            </p:blipFill>
            <p:spPr>
              <a:xfrm>
                <a:off x="7664450" y="679450"/>
                <a:ext cx="2127250" cy="1073150"/>
              </a:xfrm>
              <a:prstGeom prst="rect"/>
            </p:spPr>
          </p:pic>
        </mc:Fallback>
      </mc:AlternateContent>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nvSpPr>
        <p:spPr>
          <a:xfrm>
            <a:off x="685800" y="2742883"/>
            <a:ext cx="8229600" cy="1143000"/>
          </a:xfrm>
          <a:prstGeom prst="rect">
            <a:avLst/>
          </a:prstGeom>
          <a:solidFill>
            <a:schemeClr val="tx2">
              <a:lumMod val="60000"/>
              <a:lumOff val="40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t>Infrastructure-as-a-Service IaaS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86995" y="305435"/>
            <a:ext cx="8905240" cy="6216015"/>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17"/>
            <a:ext cx="8229600" cy="1143000"/>
          </a:xfrm>
        </p:spPr>
        <p:txBody>
          <a:bodyPr/>
          <a:lstStyle/>
          <a:p>
            <a:r>
              <a:rPr lang="en-US"/>
              <a:t>Infrastructure-as-a-Service IaaS</a:t>
            </a:r>
          </a:p>
        </p:txBody>
      </p:sp>
      <p:sp>
        <p:nvSpPr>
          <p:cNvPr id="3" name="Content Placeholder 2"/>
          <p:cNvSpPr>
            <a:spLocks noGrp="1"/>
          </p:cNvSpPr>
          <p:nvPr>
            <p:ph idx="1"/>
          </p:nvPr>
        </p:nvSpPr>
        <p:spPr>
          <a:xfrm>
            <a:off x="381000" y="1066800"/>
            <a:ext cx="4491355" cy="4977130"/>
          </a:xfrm>
          <a:ln w="28575" cmpd="sng">
            <a:solidFill>
              <a:schemeClr val="accent1">
                <a:shade val="50000"/>
              </a:schemeClr>
            </a:solidFill>
            <a:prstDash val="solid"/>
          </a:ln>
        </p:spPr>
        <p:txBody>
          <a:bodyPr>
            <a:noAutofit/>
          </a:bodyPr>
          <a:lstStyle/>
          <a:p>
            <a:pPr marL="0" indent="0">
              <a:buNone/>
            </a:pPr>
            <a:r>
              <a:rPr lang="en-US" sz="1900"/>
              <a:t>IaaS provides access to thefollowing fundamental resources such as:</a:t>
            </a:r>
          </a:p>
          <a:p>
            <a:endParaRPr lang="en-US" sz="1900"/>
          </a:p>
          <a:p>
            <a:r>
              <a:rPr lang="en-US" sz="1900"/>
              <a:t> physical machines,</a:t>
            </a:r>
          </a:p>
          <a:p>
            <a:r>
              <a:rPr lang="en-US" sz="1900"/>
              <a:t> virtual machines, </a:t>
            </a:r>
          </a:p>
          <a:p>
            <a:r>
              <a:rPr lang="en-US" sz="1900"/>
              <a:t>virtual storage, </a:t>
            </a:r>
          </a:p>
          <a:p>
            <a:r>
              <a:rPr lang="en-US" sz="1900"/>
              <a:t>rent processing, storage,</a:t>
            </a:r>
          </a:p>
          <a:p>
            <a:r>
              <a:rPr lang="en-US" sz="1900"/>
              <a:t> N/W capacity and computing resources, </a:t>
            </a:r>
          </a:p>
          <a:p>
            <a:r>
              <a:rPr lang="en-US" sz="1900"/>
              <a:t>Firewall, load balance, etc.</a:t>
            </a:r>
          </a:p>
          <a:p>
            <a:r>
              <a:rPr lang="en-US" sz="1900"/>
              <a:t>Load Balancer</a:t>
            </a:r>
          </a:p>
          <a:p>
            <a:r>
              <a:rPr lang="en-US" sz="1900"/>
              <a:t>IP Adresses</a:t>
            </a:r>
          </a:p>
          <a:p>
            <a:r>
              <a:rPr lang="en-US" sz="1900"/>
              <a:t>Software Bundels</a:t>
            </a:r>
          </a:p>
          <a:p>
            <a:r>
              <a:rPr lang="en-US" sz="1900"/>
              <a:t>Data Center Space</a:t>
            </a:r>
          </a:p>
          <a:p>
            <a:r>
              <a:rPr lang="en-US" sz="1900"/>
              <a:t>Network Component</a:t>
            </a:r>
          </a:p>
          <a:p>
            <a:endParaRPr lang="en-US" sz="1900"/>
          </a:p>
          <a:p>
            <a:endParaRPr lang="en-US" sz="1900"/>
          </a:p>
        </p:txBody>
      </p:sp>
      <p:sp>
        <p:nvSpPr>
          <p:cNvPr id="4" name="Text Box 3"/>
          <p:cNvSpPr txBox="1"/>
          <p:nvPr/>
        </p:nvSpPr>
        <p:spPr>
          <a:xfrm>
            <a:off x="5010785" y="1143000"/>
            <a:ext cx="3843020" cy="3415030"/>
          </a:xfrm>
          <a:prstGeom prst="rect">
            <a:avLst/>
          </a:prstGeom>
          <a:noFill/>
          <a:ln w="28575" cmpd="sng">
            <a:solidFill>
              <a:schemeClr val="accent1">
                <a:shade val="50000"/>
              </a:schemeClr>
            </a:solidFill>
            <a:prstDash val="solid"/>
          </a:ln>
        </p:spPr>
        <p:txBody>
          <a:bodyPr wrap="square" rtlCol="0" anchor="t">
            <a:spAutoFit/>
          </a:bodyPr>
          <a:lstStyle/>
          <a:p>
            <a:pPr marL="285750" indent="-285750">
              <a:buFont typeface="Arial" panose="020B0604020202020204" pitchFamily="34" charset="0"/>
              <a:buChar char="•"/>
            </a:pPr>
            <a:r>
              <a:rPr lang="en-US">
                <a:sym typeface="+mn-ea"/>
              </a:rPr>
              <a:t>This model delivers computer infrastructure on an outsourced basis to support enterprise operations</a:t>
            </a:r>
            <a:endParaRPr lang="en-US"/>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sym typeface="+mn-ea"/>
              </a:rPr>
              <a:t>All of the above resources are made available to end user via server virtualization. </a:t>
            </a:r>
          </a:p>
          <a:p>
            <a:pPr marL="285750" indent="-285750">
              <a:buFont typeface="Arial" panose="020B0604020202020204" pitchFamily="34" charset="0"/>
              <a:buChar char="•"/>
            </a:pPr>
            <a:endParaRPr lang="en-US">
              <a:sym typeface="+mn-ea"/>
            </a:endParaRPr>
          </a:p>
          <a:p>
            <a:pPr marL="285750" indent="-285750">
              <a:buFont typeface="Arial" panose="020B0604020202020204" pitchFamily="34" charset="0"/>
              <a:buChar char="•"/>
            </a:pPr>
            <a:r>
              <a:rPr lang="en-US">
                <a:sym typeface="+mn-ea"/>
              </a:rPr>
              <a:t>Moreover, these resources are accessed by the customers as if they own them.</a:t>
            </a:r>
            <a:endParaRPr lang="en-US"/>
          </a:p>
        </p:txBody>
      </p:sp>
      <p:pic>
        <p:nvPicPr>
          <p:cNvPr id="5" name="Picture 4"/>
          <p:cNvPicPr>
            <a:picLocks noChangeAspect="1"/>
          </p:cNvPicPr>
          <p:nvPr/>
        </p:nvPicPr>
        <p:blipFill>
          <a:blip r:embed="rId2"/>
          <a:stretch>
            <a:fillRect/>
          </a:stretch>
        </p:blipFill>
        <p:spPr>
          <a:xfrm>
            <a:off x="5181600" y="4648200"/>
            <a:ext cx="3126740" cy="1980565"/>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IaaS Examples</a:t>
            </a:r>
          </a:p>
        </p:txBody>
      </p:sp>
      <p:sp>
        <p:nvSpPr>
          <p:cNvPr id="3" name="Content Placeholder 2"/>
          <p:cNvSpPr>
            <a:spLocks noGrp="1"/>
          </p:cNvSpPr>
          <p:nvPr>
            <p:ph sz="half" idx="1"/>
          </p:nvPr>
        </p:nvSpPr>
        <p:spPr>
          <a:xfrm>
            <a:off x="304800" y="1676400"/>
            <a:ext cx="4038600" cy="4525963"/>
          </a:xfrm>
        </p:spPr>
        <p:txBody>
          <a:bodyPr>
            <a:normAutofit fontScale="85000" lnSpcReduction="10000"/>
          </a:bodyPr>
          <a:lstStyle/>
          <a:p>
            <a:endParaRPr lang="en-US"/>
          </a:p>
          <a:p>
            <a:r>
              <a:rPr lang="en-US"/>
              <a:t>Popular examples of IaaS include </a:t>
            </a:r>
          </a:p>
          <a:p>
            <a:r>
              <a:rPr lang="en-US"/>
              <a:t>DigitalOcean, </a:t>
            </a:r>
          </a:p>
          <a:p>
            <a:r>
              <a:rPr lang="en-US"/>
              <a:t>Linode, </a:t>
            </a:r>
          </a:p>
          <a:p>
            <a:r>
              <a:rPr lang="en-US"/>
              <a:t>Rackspace, </a:t>
            </a:r>
          </a:p>
          <a:p>
            <a:r>
              <a:rPr lang="en-US"/>
              <a:t>Amazon Web Services (AWS), </a:t>
            </a:r>
          </a:p>
          <a:p>
            <a:r>
              <a:rPr lang="en-US"/>
              <a:t>Cisco Metacloud,</a:t>
            </a:r>
          </a:p>
          <a:p>
            <a:r>
              <a:rPr lang="en-US"/>
              <a:t> Microsoft Azure, and </a:t>
            </a:r>
          </a:p>
          <a:p>
            <a:r>
              <a:rPr lang="en-US"/>
              <a:t>Google Compute Engine (GCE)</a:t>
            </a:r>
          </a:p>
        </p:txBody>
      </p:sp>
      <p:pic>
        <p:nvPicPr>
          <p:cNvPr id="4" name="Content Placeholder 3"/>
          <p:cNvPicPr>
            <a:picLocks noGrp="1" noChangeAspect="1"/>
          </p:cNvPicPr>
          <p:nvPr>
            <p:ph sz="half" idx="2"/>
          </p:nvPr>
        </p:nvPicPr>
        <p:blipFill>
          <a:blip r:embed="rId2"/>
          <a:stretch>
            <a:fillRect/>
          </a:stretch>
        </p:blipFill>
        <p:spPr>
          <a:xfrm>
            <a:off x="4040505" y="2449830"/>
            <a:ext cx="4646295" cy="2499360"/>
          </a:xfrm>
          <a:prstGeom prst="rect">
            <a:avLst/>
          </a:prstGeom>
          <a:ln>
            <a:solidFill>
              <a:schemeClr val="tx1"/>
            </a:solid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563245" y="1306195"/>
            <a:ext cx="8035925" cy="512572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596900" y="381000"/>
              <a:ext cx="19050" cy="469900"/>
            </p14:xfrm>
          </p:contentPart>
        </mc:Choice>
        <mc:Fallback xmlns="">
          <p:pic>
            <p:nvPicPr>
              <p:cNvPr id="4" name="Ink 3"/>
            </p:nvPicPr>
            <p:blipFill>
              <a:blip r:embed="rId3"/>
            </p:blipFill>
            <p:spPr>
              <a:xfrm>
                <a:off x="596900" y="381000"/>
                <a:ext cx="19050" cy="469900"/>
              </a:xfrm>
              <a:prstGeom prst="rect"/>
            </p:spPr>
          </p:pic>
        </mc:Fallback>
      </mc:AlternateContent>
      <mc:AlternateContent xmlns:mc="http://schemas.openxmlformats.org/markup-compatibility/2006" xmlns:p14="http://schemas.microsoft.com/office/powerpoint/2010/main">
        <mc:Choice Requires="p14">
          <p:contentPart p14:bwMode="auto" r:id="rId4">
            <p14:nvContentPartPr>
              <p14:cNvPr id="5" name="Ink 4"/>
              <p14:cNvContentPartPr/>
              <p14:nvPr/>
            </p14:nvContentPartPr>
            <p14:xfrm>
              <a:off x="577850" y="374650"/>
              <a:ext cx="368300" cy="508000"/>
            </p14:xfrm>
          </p:contentPart>
        </mc:Choice>
        <mc:Fallback xmlns="">
          <p:pic>
            <p:nvPicPr>
              <p:cNvPr id="5" name="Ink 4"/>
            </p:nvPicPr>
            <p:blipFill>
              <a:blip r:embed="rId5"/>
            </p:blipFill>
            <p:spPr>
              <a:xfrm>
                <a:off x="577850" y="374650"/>
                <a:ext cx="368300" cy="508000"/>
              </a:xfrm>
              <a:prstGeom prst="rect"/>
            </p:spPr>
          </p:pic>
        </mc:Fallback>
      </mc:AlternateContent>
      <mc:AlternateContent xmlns:mc="http://schemas.openxmlformats.org/markup-compatibility/2006" xmlns:p14="http://schemas.microsoft.com/office/powerpoint/2010/main">
        <mc:Choice Requires="p14">
          <p:contentPart p14:bwMode="auto" r:id="rId6">
            <p14:nvContentPartPr>
              <p14:cNvPr id="6" name="Ink 5"/>
              <p14:cNvContentPartPr/>
              <p14:nvPr/>
            </p14:nvContentPartPr>
            <p14:xfrm>
              <a:off x="939800" y="438150"/>
              <a:ext cx="38100" cy="431800"/>
            </p14:xfrm>
          </p:contentPart>
        </mc:Choice>
        <mc:Fallback xmlns="">
          <p:pic>
            <p:nvPicPr>
              <p:cNvPr id="6" name="Ink 5"/>
            </p:nvPicPr>
            <p:blipFill>
              <a:blip r:embed="rId7"/>
            </p:blipFill>
            <p:spPr>
              <a:xfrm>
                <a:off x="939800" y="438150"/>
                <a:ext cx="38100" cy="431800"/>
              </a:xfrm>
              <a:prstGeom prst="rect"/>
            </p:spPr>
          </p:pic>
        </mc:Fallback>
      </mc:AlternateContent>
      <mc:AlternateContent xmlns:mc="http://schemas.openxmlformats.org/markup-compatibility/2006" xmlns:p14="http://schemas.microsoft.com/office/powerpoint/2010/main">
        <mc:Choice Requires="p14">
          <p:contentPart p14:bwMode="auto" r:id="rId8">
            <p14:nvContentPartPr>
              <p14:cNvPr id="7" name="Ink 6"/>
              <p14:cNvContentPartPr/>
              <p14:nvPr/>
            </p14:nvContentPartPr>
            <p14:xfrm>
              <a:off x="1168400" y="361950"/>
              <a:ext cx="50800" cy="501650"/>
            </p14:xfrm>
          </p:contentPart>
        </mc:Choice>
        <mc:Fallback xmlns="">
          <p:pic>
            <p:nvPicPr>
              <p:cNvPr id="7" name="Ink 6"/>
            </p:nvPicPr>
            <p:blipFill>
              <a:blip r:embed="rId9"/>
            </p:blipFill>
            <p:spPr>
              <a:xfrm>
                <a:off x="1168400" y="361950"/>
                <a:ext cx="50800" cy="501650"/>
              </a:xfrm>
              <a:prstGeom prst="rect"/>
            </p:spPr>
          </p:pic>
        </mc:Fallback>
      </mc:AlternateContent>
      <mc:AlternateContent xmlns:mc="http://schemas.openxmlformats.org/markup-compatibility/2006" xmlns:p14="http://schemas.microsoft.com/office/powerpoint/2010/main">
        <mc:Choice Requires="p14">
          <p:contentPart p14:bwMode="auto" r:id="rId10">
            <p14:nvContentPartPr>
              <p14:cNvPr id="8" name="Ink 7"/>
              <p14:cNvContentPartPr/>
              <p14:nvPr/>
            </p14:nvContentPartPr>
            <p14:xfrm>
              <a:off x="1301750" y="355600"/>
              <a:ext cx="565150" cy="63500"/>
            </p14:xfrm>
          </p:contentPart>
        </mc:Choice>
        <mc:Fallback xmlns="">
          <p:pic>
            <p:nvPicPr>
              <p:cNvPr id="8" name="Ink 7"/>
            </p:nvPicPr>
            <p:blipFill>
              <a:blip r:embed="rId11"/>
            </p:blipFill>
            <p:spPr>
              <a:xfrm>
                <a:off x="1301750" y="355600"/>
                <a:ext cx="565150" cy="63500"/>
              </a:xfrm>
              <a:prstGeom prst="rect"/>
            </p:spPr>
          </p:pic>
        </mc:Fallback>
      </mc:AlternateContent>
      <mc:AlternateContent xmlns:mc="http://schemas.openxmlformats.org/markup-compatibility/2006" xmlns:p14="http://schemas.microsoft.com/office/powerpoint/2010/main">
        <mc:Choice Requires="p14">
          <p:contentPart p14:bwMode="auto" r:id="rId12">
            <p14:nvContentPartPr>
              <p14:cNvPr id="9" name="Ink 8"/>
              <p14:cNvContentPartPr/>
              <p14:nvPr/>
            </p14:nvContentPartPr>
            <p14:xfrm>
              <a:off x="1543050" y="412750"/>
              <a:ext cx="19050" cy="425450"/>
            </p14:xfrm>
          </p:contentPart>
        </mc:Choice>
        <mc:Fallback xmlns="">
          <p:pic>
            <p:nvPicPr>
              <p:cNvPr id="9" name="Ink 8"/>
            </p:nvPicPr>
            <p:blipFill>
              <a:blip r:embed="rId13"/>
            </p:blipFill>
            <p:spPr>
              <a:xfrm>
                <a:off x="1543050" y="412750"/>
                <a:ext cx="19050" cy="425450"/>
              </a:xfrm>
              <a:prstGeom prst="rect"/>
            </p:spPr>
          </p:pic>
        </mc:Fallback>
      </mc:AlternateContent>
      <mc:AlternateContent xmlns:mc="http://schemas.openxmlformats.org/markup-compatibility/2006" xmlns:p14="http://schemas.microsoft.com/office/powerpoint/2010/main">
        <mc:Choice Requires="p14">
          <p:contentPart p14:bwMode="auto" r:id="rId14">
            <p14:nvContentPartPr>
              <p14:cNvPr id="10" name="Ink 9"/>
              <p14:cNvContentPartPr/>
              <p14:nvPr/>
            </p14:nvContentPartPr>
            <p14:xfrm>
              <a:off x="6407150" y="298450"/>
              <a:ext cx="406400" cy="368300"/>
            </p14:xfrm>
          </p:contentPart>
        </mc:Choice>
        <mc:Fallback xmlns="">
          <p:pic>
            <p:nvPicPr>
              <p:cNvPr id="10" name="Ink 9"/>
            </p:nvPicPr>
            <p:blipFill>
              <a:blip r:embed="rId15"/>
            </p:blipFill>
            <p:spPr>
              <a:xfrm>
                <a:off x="6407150" y="298450"/>
                <a:ext cx="406400" cy="368300"/>
              </a:xfrm>
              <a:prstGeom prst="rect"/>
            </p:spPr>
          </p:pic>
        </mc:Fallback>
      </mc:AlternateContent>
      <mc:AlternateContent xmlns:mc="http://schemas.openxmlformats.org/markup-compatibility/2006" xmlns:p14="http://schemas.microsoft.com/office/powerpoint/2010/main">
        <mc:Choice Requires="p14">
          <p:contentPart p14:bwMode="auto" r:id="rId16">
            <p14:nvContentPartPr>
              <p14:cNvPr id="11" name="Ink 10"/>
              <p14:cNvContentPartPr/>
              <p14:nvPr/>
            </p14:nvContentPartPr>
            <p14:xfrm>
              <a:off x="6832600" y="317500"/>
              <a:ext cx="133350" cy="349250"/>
            </p14:xfrm>
          </p:contentPart>
        </mc:Choice>
        <mc:Fallback xmlns="">
          <p:pic>
            <p:nvPicPr>
              <p:cNvPr id="11" name="Ink 10"/>
            </p:nvPicPr>
            <p:blipFill>
              <a:blip r:embed="rId17"/>
            </p:blipFill>
            <p:spPr>
              <a:xfrm>
                <a:off x="6832600" y="317500"/>
                <a:ext cx="133350" cy="349250"/>
              </a:xfrm>
              <a:prstGeom prst="rect"/>
            </p:spPr>
          </p:pic>
        </mc:Fallback>
      </mc:AlternateContent>
      <mc:AlternateContent xmlns:mc="http://schemas.openxmlformats.org/markup-compatibility/2006" xmlns:p14="http://schemas.microsoft.com/office/powerpoint/2010/main">
        <mc:Choice Requires="p14">
          <p:contentPart p14:bwMode="auto" r:id="rId18">
            <p14:nvContentPartPr>
              <p14:cNvPr id="12" name="Ink 11"/>
              <p14:cNvContentPartPr/>
              <p14:nvPr/>
            </p14:nvContentPartPr>
            <p14:xfrm>
              <a:off x="6896100" y="298450"/>
              <a:ext cx="292100" cy="330200"/>
            </p14:xfrm>
          </p:contentPart>
        </mc:Choice>
        <mc:Fallback xmlns="">
          <p:pic>
            <p:nvPicPr>
              <p:cNvPr id="12" name="Ink 11"/>
            </p:nvPicPr>
            <p:blipFill>
              <a:blip r:embed="rId19"/>
            </p:blipFill>
            <p:spPr>
              <a:xfrm>
                <a:off x="6896100" y="298450"/>
                <a:ext cx="292100" cy="330200"/>
              </a:xfrm>
              <a:prstGeom prst="rect"/>
            </p:spPr>
          </p:pic>
        </mc:Fallback>
      </mc:AlternateContent>
      <mc:AlternateContent xmlns:mc="http://schemas.openxmlformats.org/markup-compatibility/2006" xmlns:p14="http://schemas.microsoft.com/office/powerpoint/2010/main">
        <mc:Choice Requires="p14">
          <p:contentPart p14:bwMode="auto" r:id="rId20">
            <p14:nvContentPartPr>
              <p14:cNvPr id="13" name="Ink 12"/>
              <p14:cNvContentPartPr/>
              <p14:nvPr/>
            </p14:nvContentPartPr>
            <p14:xfrm>
              <a:off x="6864350" y="241300"/>
              <a:ext cx="476250" cy="469900"/>
            </p14:xfrm>
          </p:contentPart>
        </mc:Choice>
        <mc:Fallback xmlns="">
          <p:pic>
            <p:nvPicPr>
              <p:cNvPr id="13" name="Ink 12"/>
            </p:nvPicPr>
            <p:blipFill>
              <a:blip r:embed="rId21"/>
            </p:blipFill>
            <p:spPr>
              <a:xfrm>
                <a:off x="6864350" y="241300"/>
                <a:ext cx="476250" cy="469900"/>
              </a:xfrm>
              <a:prstGeom prst="rect"/>
            </p:spPr>
          </p:pic>
        </mc:Fallback>
      </mc:AlternateContent>
      <mc:AlternateContent xmlns:mc="http://schemas.openxmlformats.org/markup-compatibility/2006" xmlns:p14="http://schemas.microsoft.com/office/powerpoint/2010/main">
        <mc:Choice Requires="p14">
          <p:contentPart p14:bwMode="auto" r:id="rId22">
            <p14:nvContentPartPr>
              <p14:cNvPr id="14" name="Ink 13"/>
              <p14:cNvContentPartPr/>
              <p14:nvPr/>
            </p14:nvContentPartPr>
            <p14:xfrm>
              <a:off x="7251700" y="203200"/>
              <a:ext cx="298450" cy="273050"/>
            </p14:xfrm>
          </p:contentPart>
        </mc:Choice>
        <mc:Fallback xmlns="">
          <p:pic>
            <p:nvPicPr>
              <p:cNvPr id="14" name="Ink 13"/>
            </p:nvPicPr>
            <p:blipFill>
              <a:blip r:embed="rId23"/>
            </p:blipFill>
            <p:spPr>
              <a:xfrm>
                <a:off x="7251700" y="203200"/>
                <a:ext cx="298450" cy="273050"/>
              </a:xfrm>
              <a:prstGeom prst="rect"/>
            </p:spPr>
          </p:pic>
        </mc:Fallback>
      </mc:AlternateContent>
      <mc:AlternateContent xmlns:mc="http://schemas.openxmlformats.org/markup-compatibility/2006" xmlns:p14="http://schemas.microsoft.com/office/powerpoint/2010/main">
        <mc:Choice Requires="p14">
          <p:contentPart p14:bwMode="auto" r:id="rId24">
            <p14:nvContentPartPr>
              <p14:cNvPr id="15" name="Ink 14"/>
              <p14:cNvContentPartPr/>
              <p14:nvPr/>
            </p14:nvContentPartPr>
            <p14:xfrm>
              <a:off x="2089150" y="1193800"/>
              <a:ext cx="1854200" cy="762000"/>
            </p14:xfrm>
          </p:contentPart>
        </mc:Choice>
        <mc:Fallback xmlns="">
          <p:pic>
            <p:nvPicPr>
              <p:cNvPr id="15" name="Ink 14"/>
            </p:nvPicPr>
            <p:blipFill>
              <a:blip r:embed="rId25"/>
            </p:blipFill>
            <p:spPr>
              <a:xfrm>
                <a:off x="2089150" y="1193800"/>
                <a:ext cx="1854200" cy="762000"/>
              </a:xfrm>
              <a:prstGeom prst="rect"/>
            </p:spPr>
          </p:pic>
        </mc:Fallback>
      </mc:AlternateContent>
      <mc:AlternateContent xmlns:mc="http://schemas.openxmlformats.org/markup-compatibility/2006" xmlns:p14="http://schemas.microsoft.com/office/powerpoint/2010/main">
        <mc:Choice Requires="p14">
          <p:contentPart p14:bwMode="auto" r:id="rId26">
            <p14:nvContentPartPr>
              <p14:cNvPr id="16" name="Ink 15"/>
              <p14:cNvContentPartPr/>
              <p14:nvPr/>
            </p14:nvContentPartPr>
            <p14:xfrm>
              <a:off x="5486400" y="933450"/>
              <a:ext cx="2114550" cy="952500"/>
            </p14:xfrm>
          </p:contentPart>
        </mc:Choice>
        <mc:Fallback xmlns="">
          <p:pic>
            <p:nvPicPr>
              <p:cNvPr id="16" name="Ink 15"/>
            </p:nvPicPr>
            <p:blipFill>
              <a:blip r:embed="rId27"/>
            </p:blipFill>
            <p:spPr>
              <a:xfrm>
                <a:off x="5486400" y="933450"/>
                <a:ext cx="2114550" cy="952500"/>
              </a:xfrm>
              <a:prstGeom prst="rect"/>
            </p:spPr>
          </p:pic>
        </mc:Fallback>
      </mc:AlternateContent>
      <mc:AlternateContent xmlns:mc="http://schemas.openxmlformats.org/markup-compatibility/2006" xmlns:p14="http://schemas.microsoft.com/office/powerpoint/2010/main">
        <mc:Choice Requires="p14">
          <p:contentPart p14:bwMode="auto" r:id="rId28">
            <p14:nvContentPartPr>
              <p14:cNvPr id="17" name="Ink 16"/>
              <p14:cNvContentPartPr/>
              <p14:nvPr/>
            </p14:nvContentPartPr>
            <p14:xfrm>
              <a:off x="5835650" y="1416050"/>
              <a:ext cx="82550" cy="609600"/>
            </p14:xfrm>
          </p:contentPart>
        </mc:Choice>
        <mc:Fallback xmlns="">
          <p:pic>
            <p:nvPicPr>
              <p:cNvPr id="17" name="Ink 16"/>
            </p:nvPicPr>
            <p:blipFill>
              <a:blip r:embed="rId29"/>
            </p:blipFill>
            <p:spPr>
              <a:xfrm>
                <a:off x="5835650" y="1416050"/>
                <a:ext cx="82550" cy="609600"/>
              </a:xfrm>
              <a:prstGeom prst="rect"/>
            </p:spPr>
          </p:pic>
        </mc:Fallback>
      </mc:AlternateContent>
      <mc:AlternateContent xmlns:mc="http://schemas.openxmlformats.org/markup-compatibility/2006" xmlns:p14="http://schemas.microsoft.com/office/powerpoint/2010/main">
        <mc:Choice Requires="p14">
          <p:contentPart p14:bwMode="auto" r:id="rId30">
            <p14:nvContentPartPr>
              <p14:cNvPr id="18" name="Ink 17"/>
              <p14:cNvContentPartPr/>
              <p14:nvPr/>
            </p14:nvContentPartPr>
            <p14:xfrm>
              <a:off x="5778500" y="1454150"/>
              <a:ext cx="285750" cy="222250"/>
            </p14:xfrm>
          </p:contentPart>
        </mc:Choice>
        <mc:Fallback xmlns="">
          <p:pic>
            <p:nvPicPr>
              <p:cNvPr id="18" name="Ink 17"/>
            </p:nvPicPr>
            <p:blipFill>
              <a:blip r:embed="rId31"/>
            </p:blipFill>
            <p:spPr>
              <a:xfrm>
                <a:off x="5778500" y="1454150"/>
                <a:ext cx="285750" cy="222250"/>
              </a:xfrm>
              <a:prstGeom prst="rect"/>
            </p:spPr>
          </p:pic>
        </mc:Fallback>
      </mc:AlternateContent>
      <mc:AlternateContent xmlns:mc="http://schemas.openxmlformats.org/markup-compatibility/2006" xmlns:p14="http://schemas.microsoft.com/office/powerpoint/2010/main">
        <mc:Choice Requires="p14">
          <p:contentPart p14:bwMode="auto" r:id="rId32">
            <p14:nvContentPartPr>
              <p14:cNvPr id="19" name="Ink 18"/>
              <p14:cNvContentPartPr/>
              <p14:nvPr/>
            </p14:nvContentPartPr>
            <p14:xfrm>
              <a:off x="6108700" y="1460500"/>
              <a:ext cx="323850" cy="190500"/>
            </p14:xfrm>
          </p:contentPart>
        </mc:Choice>
        <mc:Fallback xmlns="">
          <p:pic>
            <p:nvPicPr>
              <p:cNvPr id="19" name="Ink 18"/>
            </p:nvPicPr>
            <p:blipFill>
              <a:blip r:embed="rId33"/>
            </p:blipFill>
            <p:spPr>
              <a:xfrm>
                <a:off x="6108700" y="1460500"/>
                <a:ext cx="323850" cy="190500"/>
              </a:xfrm>
              <a:prstGeom prst="rect"/>
            </p:spPr>
          </p:pic>
        </mc:Fallback>
      </mc:AlternateContent>
      <mc:AlternateContent xmlns:mc="http://schemas.openxmlformats.org/markup-compatibility/2006" xmlns:p14="http://schemas.microsoft.com/office/powerpoint/2010/main">
        <mc:Choice Requires="p14">
          <p:contentPart p14:bwMode="auto" r:id="rId34">
            <p14:nvContentPartPr>
              <p14:cNvPr id="20" name="Ink 19"/>
              <p14:cNvContentPartPr/>
              <p14:nvPr/>
            </p14:nvContentPartPr>
            <p14:xfrm>
              <a:off x="6438900" y="1238250"/>
              <a:ext cx="292100" cy="463550"/>
            </p14:xfrm>
          </p:contentPart>
        </mc:Choice>
        <mc:Fallback xmlns="">
          <p:pic>
            <p:nvPicPr>
              <p:cNvPr id="20" name="Ink 19"/>
            </p:nvPicPr>
            <p:blipFill>
              <a:blip r:embed="rId35"/>
            </p:blipFill>
            <p:spPr>
              <a:xfrm>
                <a:off x="6438900" y="1238250"/>
                <a:ext cx="292100" cy="463550"/>
              </a:xfrm>
              <a:prstGeom prst="rect"/>
            </p:spPr>
          </p:pic>
        </mc:Fallback>
      </mc:AlternateContent>
      <mc:AlternateContent xmlns:mc="http://schemas.openxmlformats.org/markup-compatibility/2006" xmlns:p14="http://schemas.microsoft.com/office/powerpoint/2010/main">
        <mc:Choice Requires="p14">
          <p:contentPart p14:bwMode="auto" r:id="rId36">
            <p14:nvContentPartPr>
              <p14:cNvPr id="21" name="Ink 20"/>
              <p14:cNvContentPartPr/>
              <p14:nvPr/>
            </p14:nvContentPartPr>
            <p14:xfrm>
              <a:off x="6750050" y="1206500"/>
              <a:ext cx="571500" cy="368300"/>
            </p14:xfrm>
          </p:contentPart>
        </mc:Choice>
        <mc:Fallback xmlns="">
          <p:pic>
            <p:nvPicPr>
              <p:cNvPr id="21" name="Ink 20"/>
            </p:nvPicPr>
            <p:blipFill>
              <a:blip r:embed="rId37"/>
            </p:blipFill>
            <p:spPr>
              <a:xfrm>
                <a:off x="6750050" y="1206500"/>
                <a:ext cx="571500" cy="368300"/>
              </a:xfrm>
              <a:prstGeom prst="rect"/>
            </p:spPr>
          </p:pic>
        </mc:Fallback>
      </mc:AlternateContent>
      <mc:AlternateContent xmlns:mc="http://schemas.openxmlformats.org/markup-compatibility/2006" xmlns:p14="http://schemas.microsoft.com/office/powerpoint/2010/main">
        <mc:Choice Requires="p14">
          <p:contentPart p14:bwMode="auto" r:id="rId38">
            <p14:nvContentPartPr>
              <p14:cNvPr id="22" name="Ink 21"/>
              <p14:cNvContentPartPr/>
              <p14:nvPr/>
            </p14:nvContentPartPr>
            <p14:xfrm>
              <a:off x="7086600" y="1257300"/>
              <a:ext cx="12700" cy="360"/>
            </p14:xfrm>
          </p:contentPart>
        </mc:Choice>
        <mc:Fallback xmlns="">
          <p:pic>
            <p:nvPicPr>
              <p:cNvPr id="22" name="Ink 21"/>
            </p:nvPicPr>
            <p:blipFill>
              <a:blip r:embed="rId39"/>
            </p:blipFill>
            <p:spPr>
              <a:xfrm>
                <a:off x="7086600" y="1257300"/>
                <a:ext cx="12700" cy="360"/>
              </a:xfrm>
              <a:prstGeom prst="rect"/>
            </p:spPr>
          </p:pic>
        </mc:Fallback>
      </mc:AlternateContent>
      <mc:AlternateContent xmlns:mc="http://schemas.openxmlformats.org/markup-compatibility/2006" xmlns:p14="http://schemas.microsoft.com/office/powerpoint/2010/main">
        <mc:Choice Requires="p14">
          <p:contentPart p14:bwMode="auto" r:id="rId40">
            <p14:nvContentPartPr>
              <p14:cNvPr id="23" name="Ink 22"/>
              <p14:cNvContentPartPr/>
              <p14:nvPr/>
            </p14:nvContentPartPr>
            <p14:xfrm>
              <a:off x="2419350" y="1517650"/>
              <a:ext cx="107950" cy="730250"/>
            </p14:xfrm>
          </p:contentPart>
        </mc:Choice>
        <mc:Fallback xmlns="">
          <p:pic>
            <p:nvPicPr>
              <p:cNvPr id="23" name="Ink 22"/>
            </p:nvPicPr>
            <p:blipFill>
              <a:blip r:embed="rId41"/>
            </p:blipFill>
            <p:spPr>
              <a:xfrm>
                <a:off x="2419350" y="1517650"/>
                <a:ext cx="107950" cy="730250"/>
              </a:xfrm>
              <a:prstGeom prst="rect"/>
            </p:spPr>
          </p:pic>
        </mc:Fallback>
      </mc:AlternateContent>
      <mc:AlternateContent xmlns:mc="http://schemas.openxmlformats.org/markup-compatibility/2006" xmlns:p14="http://schemas.microsoft.com/office/powerpoint/2010/main">
        <mc:Choice Requires="p14">
          <p:contentPart p14:bwMode="auto" r:id="rId42">
            <p14:nvContentPartPr>
              <p14:cNvPr id="24" name="Ink 23"/>
              <p14:cNvContentPartPr/>
              <p14:nvPr/>
            </p14:nvContentPartPr>
            <p14:xfrm>
              <a:off x="2400300" y="1543050"/>
              <a:ext cx="304800" cy="228600"/>
            </p14:xfrm>
          </p:contentPart>
        </mc:Choice>
        <mc:Fallback xmlns="">
          <p:pic>
            <p:nvPicPr>
              <p:cNvPr id="24" name="Ink 23"/>
            </p:nvPicPr>
            <p:blipFill>
              <a:blip r:embed="rId43"/>
            </p:blipFill>
            <p:spPr>
              <a:xfrm>
                <a:off x="2400300" y="1543050"/>
                <a:ext cx="304800" cy="228600"/>
              </a:xfrm>
              <a:prstGeom prst="rect"/>
            </p:spPr>
          </p:pic>
        </mc:Fallback>
      </mc:AlternateContent>
      <mc:AlternateContent xmlns:mc="http://schemas.openxmlformats.org/markup-compatibility/2006" xmlns:p14="http://schemas.microsoft.com/office/powerpoint/2010/main">
        <mc:Choice Requires="p14">
          <p:contentPart p14:bwMode="auto" r:id="rId44">
            <p14:nvContentPartPr>
              <p14:cNvPr id="25" name="Ink 24"/>
              <p14:cNvContentPartPr/>
              <p14:nvPr/>
            </p14:nvContentPartPr>
            <p14:xfrm>
              <a:off x="2628900" y="1549400"/>
              <a:ext cx="349250" cy="222250"/>
            </p14:xfrm>
          </p:contentPart>
        </mc:Choice>
        <mc:Fallback xmlns="">
          <p:pic>
            <p:nvPicPr>
              <p:cNvPr id="25" name="Ink 24"/>
            </p:nvPicPr>
            <p:blipFill>
              <a:blip r:embed="rId45"/>
            </p:blipFill>
            <p:spPr>
              <a:xfrm>
                <a:off x="2628900" y="1549400"/>
                <a:ext cx="349250" cy="222250"/>
              </a:xfrm>
              <a:prstGeom prst="rect"/>
            </p:spPr>
          </p:pic>
        </mc:Fallback>
      </mc:AlternateContent>
      <mc:AlternateContent xmlns:mc="http://schemas.openxmlformats.org/markup-compatibility/2006" xmlns:p14="http://schemas.microsoft.com/office/powerpoint/2010/main">
        <mc:Choice Requires="p14">
          <p:contentPart p14:bwMode="auto" r:id="rId46">
            <p14:nvContentPartPr>
              <p14:cNvPr id="26" name="Ink 25"/>
              <p14:cNvContentPartPr/>
              <p14:nvPr/>
            </p14:nvContentPartPr>
            <p14:xfrm>
              <a:off x="2870200" y="1454150"/>
              <a:ext cx="12700" cy="360"/>
            </p14:xfrm>
          </p:contentPart>
        </mc:Choice>
        <mc:Fallback xmlns="">
          <p:pic>
            <p:nvPicPr>
              <p:cNvPr id="26" name="Ink 25"/>
            </p:nvPicPr>
            <p:blipFill>
              <a:blip r:embed="rId39"/>
            </p:blipFill>
            <p:spPr>
              <a:xfrm>
                <a:off x="2870200" y="1454150"/>
                <a:ext cx="12700" cy="360"/>
              </a:xfrm>
              <a:prstGeom prst="rect"/>
            </p:spPr>
          </p:pic>
        </mc:Fallback>
      </mc:AlternateContent>
      <mc:AlternateContent xmlns:mc="http://schemas.openxmlformats.org/markup-compatibility/2006" xmlns:p14="http://schemas.microsoft.com/office/powerpoint/2010/main">
        <mc:Choice Requires="p14">
          <p:contentPart p14:bwMode="auto" r:id="rId47">
            <p14:nvContentPartPr>
              <p14:cNvPr id="27" name="Ink 26"/>
              <p14:cNvContentPartPr/>
              <p14:nvPr/>
            </p14:nvContentPartPr>
            <p14:xfrm>
              <a:off x="2876550" y="1454150"/>
              <a:ext cx="571500" cy="260350"/>
            </p14:xfrm>
          </p:contentPart>
        </mc:Choice>
        <mc:Fallback xmlns="">
          <p:pic>
            <p:nvPicPr>
              <p:cNvPr id="27" name="Ink 26"/>
            </p:nvPicPr>
            <p:blipFill>
              <a:blip r:embed="rId48"/>
            </p:blipFill>
            <p:spPr>
              <a:xfrm>
                <a:off x="2876550" y="1454150"/>
                <a:ext cx="571500" cy="260350"/>
              </a:xfrm>
              <a:prstGeom prst="rect"/>
            </p:spPr>
          </p:pic>
        </mc:Fallback>
      </mc:AlternateContent>
      <mc:AlternateContent xmlns:mc="http://schemas.openxmlformats.org/markup-compatibility/2006" xmlns:p14="http://schemas.microsoft.com/office/powerpoint/2010/main">
        <mc:Choice Requires="p14">
          <p:contentPart p14:bwMode="auto" r:id="rId49">
            <p14:nvContentPartPr>
              <p14:cNvPr id="28" name="Ink 27"/>
              <p14:cNvContentPartPr/>
              <p14:nvPr/>
            </p14:nvContentPartPr>
            <p14:xfrm>
              <a:off x="3409950" y="1200150"/>
              <a:ext cx="482600" cy="539750"/>
            </p14:xfrm>
          </p:contentPart>
        </mc:Choice>
        <mc:Fallback xmlns="">
          <p:pic>
            <p:nvPicPr>
              <p:cNvPr id="28" name="Ink 27"/>
            </p:nvPicPr>
            <p:blipFill>
              <a:blip r:embed="rId50"/>
            </p:blipFill>
            <p:spPr>
              <a:xfrm>
                <a:off x="3409950" y="1200150"/>
                <a:ext cx="482600" cy="539750"/>
              </a:xfrm>
              <a:prstGeom prst="rect"/>
            </p:spPr>
          </p:pic>
        </mc:Fallback>
      </mc:AlternateContent>
      <mc:AlternateContent xmlns:mc="http://schemas.openxmlformats.org/markup-compatibility/2006" xmlns:p14="http://schemas.microsoft.com/office/powerpoint/2010/main">
        <mc:Choice Requires="p14">
          <p:contentPart p14:bwMode="auto" r:id="rId51">
            <p14:nvContentPartPr>
              <p14:cNvPr id="29" name="Ink 28"/>
              <p14:cNvContentPartPr/>
              <p14:nvPr/>
            </p14:nvContentPartPr>
            <p14:xfrm>
              <a:off x="3460750" y="1250950"/>
              <a:ext cx="381000" cy="146050"/>
            </p14:xfrm>
          </p:contentPart>
        </mc:Choice>
        <mc:Fallback xmlns="">
          <p:pic>
            <p:nvPicPr>
              <p:cNvPr id="29" name="Ink 28"/>
            </p:nvPicPr>
            <p:blipFill>
              <a:blip r:embed="rId52"/>
            </p:blipFill>
            <p:spPr>
              <a:xfrm>
                <a:off x="3460750" y="1250950"/>
                <a:ext cx="381000" cy="146050"/>
              </a:xfrm>
              <a:prstGeom prst="rect"/>
            </p:spPr>
          </p:pic>
        </mc:Fallback>
      </mc:AlternateContent>
      <mc:AlternateContent xmlns:mc="http://schemas.openxmlformats.org/markup-compatibility/2006" xmlns:p14="http://schemas.microsoft.com/office/powerpoint/2010/main">
        <mc:Choice Requires="p14">
          <p:contentPart p14:bwMode="auto" r:id="rId53">
            <p14:nvContentPartPr>
              <p14:cNvPr id="30" name="Ink 29"/>
              <p14:cNvContentPartPr/>
              <p14:nvPr/>
            </p14:nvContentPartPr>
            <p14:xfrm>
              <a:off x="323850" y="876300"/>
              <a:ext cx="1123950" cy="165100"/>
            </p14:xfrm>
          </p:contentPart>
        </mc:Choice>
        <mc:Fallback xmlns="">
          <p:pic>
            <p:nvPicPr>
              <p:cNvPr id="30" name="Ink 29"/>
            </p:nvPicPr>
            <p:blipFill>
              <a:blip r:embed="rId54"/>
            </p:blipFill>
            <p:spPr>
              <a:xfrm>
                <a:off x="323850" y="876300"/>
                <a:ext cx="1123950" cy="165100"/>
              </a:xfrm>
              <a:prstGeom prst="rect"/>
            </p:spPr>
          </p:pic>
        </mc:Fallback>
      </mc:AlternateContent>
      <mc:AlternateContent xmlns:mc="http://schemas.openxmlformats.org/markup-compatibility/2006" xmlns:p14="http://schemas.microsoft.com/office/powerpoint/2010/main">
        <mc:Choice Requires="p14">
          <p:contentPart p14:bwMode="auto" r:id="rId55">
            <p14:nvContentPartPr>
              <p14:cNvPr id="31" name="Ink 30"/>
              <p14:cNvContentPartPr/>
              <p14:nvPr/>
            </p14:nvContentPartPr>
            <p14:xfrm>
              <a:off x="6337300" y="768350"/>
              <a:ext cx="1441450" cy="63500"/>
            </p14:xfrm>
          </p:contentPart>
        </mc:Choice>
        <mc:Fallback xmlns="">
          <p:pic>
            <p:nvPicPr>
              <p:cNvPr id="31" name="Ink 30"/>
            </p:nvPicPr>
            <p:blipFill>
              <a:blip r:embed="rId56"/>
            </p:blipFill>
            <p:spPr>
              <a:xfrm>
                <a:off x="6337300" y="768350"/>
                <a:ext cx="1441450" cy="63500"/>
              </a:xfrm>
              <a:prstGeom prst="rect"/>
            </p:spPr>
          </p:pic>
        </mc:Fallback>
      </mc:AlternateContent>
      <mc:AlternateContent xmlns:mc="http://schemas.openxmlformats.org/markup-compatibility/2006" xmlns:p14="http://schemas.microsoft.com/office/powerpoint/2010/main">
        <mc:Choice Requires="p14">
          <p:contentPart p14:bwMode="auto" r:id="rId57">
            <p14:nvContentPartPr>
              <p14:cNvPr id="32" name="Ink 31"/>
              <p14:cNvContentPartPr/>
              <p14:nvPr/>
            </p14:nvContentPartPr>
            <p14:xfrm>
              <a:off x="2870200" y="781050"/>
              <a:ext cx="615950" cy="387350"/>
            </p14:xfrm>
          </p:contentPart>
        </mc:Choice>
        <mc:Fallback xmlns="">
          <p:pic>
            <p:nvPicPr>
              <p:cNvPr id="32" name="Ink 31"/>
            </p:nvPicPr>
            <p:blipFill>
              <a:blip r:embed="rId58"/>
            </p:blipFill>
            <p:spPr>
              <a:xfrm>
                <a:off x="2870200" y="781050"/>
                <a:ext cx="615950" cy="387350"/>
              </a:xfrm>
              <a:prstGeom prst="rect"/>
            </p:spPr>
          </p:pic>
        </mc:Fallback>
      </mc:AlternateContent>
      <mc:AlternateContent xmlns:mc="http://schemas.openxmlformats.org/markup-compatibility/2006" xmlns:p14="http://schemas.microsoft.com/office/powerpoint/2010/main">
        <mc:Choice Requires="p14">
          <p:contentPart p14:bwMode="auto" r:id="rId59">
            <p14:nvContentPartPr>
              <p14:cNvPr id="33" name="Ink 32"/>
              <p14:cNvContentPartPr/>
              <p14:nvPr/>
            </p14:nvContentPartPr>
            <p14:xfrm>
              <a:off x="7321550" y="863600"/>
              <a:ext cx="736600" cy="323850"/>
            </p14:xfrm>
          </p:contentPart>
        </mc:Choice>
        <mc:Fallback xmlns="">
          <p:pic>
            <p:nvPicPr>
              <p:cNvPr id="33" name="Ink 32"/>
            </p:nvPicPr>
            <p:blipFill>
              <a:blip r:embed="rId60"/>
            </p:blipFill>
            <p:spPr>
              <a:xfrm>
                <a:off x="7321550" y="863600"/>
                <a:ext cx="736600" cy="323850"/>
              </a:xfrm>
              <a:prstGeom prst="rect"/>
            </p:spPr>
          </p:pic>
        </mc:Fallback>
      </mc:AlternateContent>
      <mc:AlternateContent xmlns:mc="http://schemas.openxmlformats.org/markup-compatibility/2006" xmlns:p14="http://schemas.microsoft.com/office/powerpoint/2010/main">
        <mc:Choice Requires="p14">
          <p:contentPart p14:bwMode="auto" r:id="rId61">
            <p14:nvContentPartPr>
              <p14:cNvPr id="34" name="Ink 33"/>
              <p14:cNvContentPartPr/>
              <p14:nvPr/>
            </p14:nvContentPartPr>
            <p14:xfrm>
              <a:off x="165100" y="2190750"/>
              <a:ext cx="273050" cy="463550"/>
            </p14:xfrm>
          </p:contentPart>
        </mc:Choice>
        <mc:Fallback xmlns="">
          <p:pic>
            <p:nvPicPr>
              <p:cNvPr id="34" name="Ink 33"/>
            </p:nvPicPr>
            <p:blipFill>
              <a:blip r:embed="rId62"/>
            </p:blipFill>
            <p:spPr>
              <a:xfrm>
                <a:off x="165100" y="2190750"/>
                <a:ext cx="273050" cy="463550"/>
              </a:xfrm>
              <a:prstGeom prst="rect"/>
            </p:spPr>
          </p:pic>
        </mc:Fallback>
      </mc:AlternateContent>
      <mc:AlternateContent xmlns:mc="http://schemas.openxmlformats.org/markup-compatibility/2006" xmlns:p14="http://schemas.microsoft.com/office/powerpoint/2010/main">
        <mc:Choice Requires="p14">
          <p:contentPart p14:bwMode="auto" r:id="rId63">
            <p14:nvContentPartPr>
              <p14:cNvPr id="35" name="Ink 34"/>
              <p14:cNvContentPartPr/>
              <p14:nvPr/>
            </p14:nvContentPartPr>
            <p14:xfrm>
              <a:off x="292100" y="2120900"/>
              <a:ext cx="323850" cy="412750"/>
            </p14:xfrm>
          </p:contentPart>
        </mc:Choice>
        <mc:Fallback xmlns="">
          <p:pic>
            <p:nvPicPr>
              <p:cNvPr id="35" name="Ink 34"/>
            </p:nvPicPr>
            <p:blipFill>
              <a:blip r:embed="rId64"/>
            </p:blipFill>
            <p:spPr>
              <a:xfrm>
                <a:off x="292100" y="2120900"/>
                <a:ext cx="323850" cy="412750"/>
              </a:xfrm>
              <a:prstGeom prst="rect"/>
            </p:spPr>
          </p:pic>
        </mc:Fallback>
      </mc:AlternateContent>
      <mc:AlternateContent xmlns:mc="http://schemas.openxmlformats.org/markup-compatibility/2006" xmlns:p14="http://schemas.microsoft.com/office/powerpoint/2010/main">
        <mc:Choice Requires="p14">
          <p:contentPart p14:bwMode="auto" r:id="rId65">
            <p14:nvContentPartPr>
              <p14:cNvPr id="36" name="Ink 35"/>
              <p14:cNvContentPartPr/>
              <p14:nvPr/>
            </p14:nvContentPartPr>
            <p14:xfrm>
              <a:off x="311150" y="1765300"/>
              <a:ext cx="711200" cy="1200150"/>
            </p14:xfrm>
          </p:contentPart>
        </mc:Choice>
        <mc:Fallback xmlns="">
          <p:pic>
            <p:nvPicPr>
              <p:cNvPr id="36" name="Ink 35"/>
            </p:nvPicPr>
            <p:blipFill>
              <a:blip r:embed="rId66"/>
            </p:blipFill>
            <p:spPr>
              <a:xfrm>
                <a:off x="311150" y="1765300"/>
                <a:ext cx="711200" cy="1200150"/>
              </a:xfrm>
              <a:prstGeom prst="rect"/>
            </p:spPr>
          </p:pic>
        </mc:Fallback>
      </mc:AlternateContent>
      <mc:AlternateContent xmlns:mc="http://schemas.openxmlformats.org/markup-compatibility/2006" xmlns:p14="http://schemas.microsoft.com/office/powerpoint/2010/main">
        <mc:Choice Requires="p14">
          <p:contentPart p14:bwMode="auto" r:id="rId67">
            <p14:nvContentPartPr>
              <p14:cNvPr id="37" name="Ink 36"/>
              <p14:cNvContentPartPr/>
              <p14:nvPr/>
            </p14:nvContentPartPr>
            <p14:xfrm>
              <a:off x="857250" y="1727200"/>
              <a:ext cx="317500" cy="241300"/>
            </p14:xfrm>
          </p:contentPart>
        </mc:Choice>
        <mc:Fallback xmlns="">
          <p:pic>
            <p:nvPicPr>
              <p:cNvPr id="37" name="Ink 36"/>
            </p:nvPicPr>
            <p:blipFill>
              <a:blip r:embed="rId68"/>
            </p:blipFill>
            <p:spPr>
              <a:xfrm>
                <a:off x="857250" y="1727200"/>
                <a:ext cx="317500" cy="241300"/>
              </a:xfrm>
              <a:prstGeom prst="rect"/>
            </p:spPr>
          </p:pic>
        </mc:Fallback>
      </mc:AlternateContent>
      <mc:AlternateContent xmlns:mc="http://schemas.openxmlformats.org/markup-compatibility/2006" xmlns:p14="http://schemas.microsoft.com/office/powerpoint/2010/main">
        <mc:Choice Requires="p14">
          <p:contentPart p14:bwMode="auto" r:id="rId69">
            <p14:nvContentPartPr>
              <p14:cNvPr id="38" name="Ink 37"/>
              <p14:cNvContentPartPr/>
              <p14:nvPr/>
            </p14:nvContentPartPr>
            <p14:xfrm>
              <a:off x="654050" y="1536700"/>
              <a:ext cx="12700" cy="360"/>
            </p14:xfrm>
          </p:contentPart>
        </mc:Choice>
        <mc:Fallback xmlns="">
          <p:pic>
            <p:nvPicPr>
              <p:cNvPr id="38" name="Ink 37"/>
            </p:nvPicPr>
            <p:blipFill>
              <a:blip r:embed="rId39"/>
            </p:blipFill>
            <p:spPr>
              <a:xfrm>
                <a:off x="654050" y="1536700"/>
                <a:ext cx="12700" cy="360"/>
              </a:xfrm>
              <a:prstGeom prst="rect"/>
            </p:spPr>
          </p:pic>
        </mc:Fallback>
      </mc:AlternateContent>
      <mc:AlternateContent xmlns:mc="http://schemas.openxmlformats.org/markup-compatibility/2006" xmlns:p14="http://schemas.microsoft.com/office/powerpoint/2010/main">
        <mc:Choice Requires="p14">
          <p:contentPart p14:bwMode="auto" r:id="rId70">
            <p14:nvContentPartPr>
              <p14:cNvPr id="39" name="Ink 38"/>
              <p14:cNvContentPartPr/>
              <p14:nvPr/>
            </p14:nvContentPartPr>
            <p14:xfrm>
              <a:off x="1079500" y="1187450"/>
              <a:ext cx="457200" cy="596900"/>
            </p14:xfrm>
          </p:contentPart>
        </mc:Choice>
        <mc:Fallback xmlns="">
          <p:pic>
            <p:nvPicPr>
              <p:cNvPr id="39" name="Ink 38"/>
            </p:nvPicPr>
            <p:blipFill>
              <a:blip r:embed="rId71"/>
            </p:blipFill>
            <p:spPr>
              <a:xfrm>
                <a:off x="1079500" y="1187450"/>
                <a:ext cx="457200" cy="596900"/>
              </a:xfrm>
              <a:prstGeom prst="rect"/>
            </p:spPr>
          </p:pic>
        </mc:Fallback>
      </mc:AlternateContent>
      <mc:AlternateContent xmlns:mc="http://schemas.openxmlformats.org/markup-compatibility/2006" xmlns:p14="http://schemas.microsoft.com/office/powerpoint/2010/main">
        <mc:Choice Requires="p14">
          <p:contentPart p14:bwMode="auto" r:id="rId72">
            <p14:nvContentPartPr>
              <p14:cNvPr id="40" name="Ink 39"/>
              <p14:cNvContentPartPr/>
              <p14:nvPr/>
            </p14:nvContentPartPr>
            <p14:xfrm>
              <a:off x="590550" y="1428750"/>
              <a:ext cx="254000" cy="190500"/>
            </p14:xfrm>
          </p:contentPart>
        </mc:Choice>
        <mc:Fallback xmlns="">
          <p:pic>
            <p:nvPicPr>
              <p:cNvPr id="40" name="Ink 39"/>
            </p:nvPicPr>
            <p:blipFill>
              <a:blip r:embed="rId73"/>
            </p:blipFill>
            <p:spPr>
              <a:xfrm>
                <a:off x="590550" y="1428750"/>
                <a:ext cx="254000" cy="190500"/>
              </a:xfrm>
              <a:prstGeom prst="rect"/>
            </p:spPr>
          </p:pic>
        </mc:Fallback>
      </mc:AlternateContent>
      <mc:AlternateContent xmlns:mc="http://schemas.openxmlformats.org/markup-compatibility/2006" xmlns:p14="http://schemas.microsoft.com/office/powerpoint/2010/main">
        <mc:Choice Requires="p14">
          <p:contentPart p14:bwMode="auto" r:id="rId74">
            <p14:nvContentPartPr>
              <p14:cNvPr id="41" name="Ink 40"/>
              <p14:cNvContentPartPr/>
              <p14:nvPr/>
            </p14:nvContentPartPr>
            <p14:xfrm>
              <a:off x="50800" y="1670050"/>
              <a:ext cx="1397000" cy="1447800"/>
            </p14:xfrm>
          </p:contentPart>
        </mc:Choice>
        <mc:Fallback xmlns="">
          <p:pic>
            <p:nvPicPr>
              <p:cNvPr id="41" name="Ink 40"/>
            </p:nvPicPr>
            <p:blipFill>
              <a:blip r:embed="rId75"/>
            </p:blipFill>
            <p:spPr>
              <a:xfrm>
                <a:off x="50800" y="1670050"/>
                <a:ext cx="1397000" cy="1447800"/>
              </a:xfrm>
              <a:prstGeom prst="rect"/>
            </p:spPr>
          </p:pic>
        </mc:Fallback>
      </mc:AlternateContent>
      <mc:AlternateContent xmlns:mc="http://schemas.openxmlformats.org/markup-compatibility/2006" xmlns:p14="http://schemas.microsoft.com/office/powerpoint/2010/main">
        <mc:Choice Requires="p14">
          <p:contentPart p14:bwMode="auto" r:id="rId76">
            <p14:nvContentPartPr>
              <p14:cNvPr id="42" name="Ink 41"/>
              <p14:cNvContentPartPr/>
              <p14:nvPr/>
            </p14:nvContentPartPr>
            <p14:xfrm>
              <a:off x="381000" y="1746250"/>
              <a:ext cx="1225550" cy="1339850"/>
            </p14:xfrm>
          </p:contentPart>
        </mc:Choice>
        <mc:Fallback xmlns="">
          <p:pic>
            <p:nvPicPr>
              <p:cNvPr id="42" name="Ink 41"/>
            </p:nvPicPr>
            <p:blipFill>
              <a:blip r:embed="rId77"/>
            </p:blipFill>
            <p:spPr>
              <a:xfrm>
                <a:off x="381000" y="1746250"/>
                <a:ext cx="1225550" cy="1339850"/>
              </a:xfrm>
              <a:prstGeom prst="rect"/>
            </p:spPr>
          </p:pic>
        </mc:Fallback>
      </mc:AlternateContent>
      <mc:AlternateContent xmlns:mc="http://schemas.openxmlformats.org/markup-compatibility/2006" xmlns:p14="http://schemas.microsoft.com/office/powerpoint/2010/main">
        <mc:Choice Requires="p14">
          <p:contentPart p14:bwMode="auto" r:id="rId78">
            <p14:nvContentPartPr>
              <p14:cNvPr id="43" name="Ink 42"/>
              <p14:cNvContentPartPr/>
              <p14:nvPr/>
            </p14:nvContentPartPr>
            <p14:xfrm>
              <a:off x="139700" y="3733800"/>
              <a:ext cx="762000" cy="565150"/>
            </p14:xfrm>
          </p:contentPart>
        </mc:Choice>
        <mc:Fallback xmlns="">
          <p:pic>
            <p:nvPicPr>
              <p:cNvPr id="43" name="Ink 42"/>
            </p:nvPicPr>
            <p:blipFill>
              <a:blip r:embed="rId79"/>
            </p:blipFill>
            <p:spPr>
              <a:xfrm>
                <a:off x="139700" y="3733800"/>
                <a:ext cx="762000" cy="565150"/>
              </a:xfrm>
              <a:prstGeom prst="rect"/>
            </p:spPr>
          </p:pic>
        </mc:Fallback>
      </mc:AlternateContent>
      <mc:AlternateContent xmlns:mc="http://schemas.openxmlformats.org/markup-compatibility/2006" xmlns:p14="http://schemas.microsoft.com/office/powerpoint/2010/main">
        <mc:Choice Requires="p14">
          <p:contentPart p14:bwMode="auto" r:id="rId80">
            <p14:nvContentPartPr>
              <p14:cNvPr id="44" name="Ink 43"/>
              <p14:cNvContentPartPr/>
              <p14:nvPr/>
            </p14:nvContentPartPr>
            <p14:xfrm>
              <a:off x="844550" y="3200400"/>
              <a:ext cx="927100" cy="565150"/>
            </p14:xfrm>
          </p:contentPart>
        </mc:Choice>
        <mc:Fallback xmlns="">
          <p:pic>
            <p:nvPicPr>
              <p:cNvPr id="44" name="Ink 43"/>
            </p:nvPicPr>
            <p:blipFill>
              <a:blip r:embed="rId81"/>
            </p:blipFill>
            <p:spPr>
              <a:xfrm>
                <a:off x="844550" y="3200400"/>
                <a:ext cx="927100" cy="565150"/>
              </a:xfrm>
              <a:prstGeom prst="rect"/>
            </p:spPr>
          </p:pic>
        </mc:Fallback>
      </mc:AlternateContent>
      <mc:AlternateContent xmlns:mc="http://schemas.openxmlformats.org/markup-compatibility/2006" xmlns:p14="http://schemas.microsoft.com/office/powerpoint/2010/main">
        <mc:Choice Requires="p14">
          <p:contentPart p14:bwMode="auto" r:id="rId82">
            <p14:nvContentPartPr>
              <p14:cNvPr id="45" name="Ink 44"/>
              <p14:cNvContentPartPr/>
              <p14:nvPr/>
            </p14:nvContentPartPr>
            <p14:xfrm>
              <a:off x="1543050" y="3054350"/>
              <a:ext cx="12700" cy="360"/>
            </p14:xfrm>
          </p:contentPart>
        </mc:Choice>
        <mc:Fallback xmlns="">
          <p:pic>
            <p:nvPicPr>
              <p:cNvPr id="45" name="Ink 44"/>
            </p:nvPicPr>
            <p:blipFill>
              <a:blip r:embed="rId39"/>
            </p:blipFill>
            <p:spPr>
              <a:xfrm>
                <a:off x="1543050" y="3054350"/>
                <a:ext cx="12700" cy="360"/>
              </a:xfrm>
              <a:prstGeom prst="rect"/>
            </p:spPr>
          </p:pic>
        </mc:Fallback>
      </mc:AlternateContent>
      <mc:AlternateContent xmlns:mc="http://schemas.openxmlformats.org/markup-compatibility/2006" xmlns:p14="http://schemas.microsoft.com/office/powerpoint/2010/main">
        <mc:Choice Requires="p14">
          <p:contentPart p14:bwMode="auto" r:id="rId83">
            <p14:nvContentPartPr>
              <p14:cNvPr id="46" name="Ink 45"/>
              <p14:cNvContentPartPr/>
              <p14:nvPr/>
            </p14:nvContentPartPr>
            <p14:xfrm>
              <a:off x="1549400" y="2527300"/>
              <a:ext cx="215900" cy="558800"/>
            </p14:xfrm>
          </p:contentPart>
        </mc:Choice>
        <mc:Fallback xmlns="">
          <p:pic>
            <p:nvPicPr>
              <p:cNvPr id="46" name="Ink 45"/>
            </p:nvPicPr>
            <p:blipFill>
              <a:blip r:embed="rId84"/>
            </p:blipFill>
            <p:spPr>
              <a:xfrm>
                <a:off x="1549400" y="2527300"/>
                <a:ext cx="215900" cy="558800"/>
              </a:xfrm>
              <a:prstGeom prst="rect"/>
            </p:spPr>
          </p:pic>
        </mc:Fallback>
      </mc:AlternateContent>
      <mc:AlternateContent xmlns:mc="http://schemas.openxmlformats.org/markup-compatibility/2006" xmlns:p14="http://schemas.microsoft.com/office/powerpoint/2010/main">
        <mc:Choice Requires="p14">
          <p:contentPart p14:bwMode="auto" r:id="rId85">
            <p14:nvContentPartPr>
              <p14:cNvPr id="47" name="Ink 46"/>
              <p14:cNvContentPartPr/>
              <p14:nvPr/>
            </p14:nvContentPartPr>
            <p14:xfrm>
              <a:off x="1714500" y="2819400"/>
              <a:ext cx="260350" cy="501650"/>
            </p14:xfrm>
          </p:contentPart>
        </mc:Choice>
        <mc:Fallback xmlns="">
          <p:pic>
            <p:nvPicPr>
              <p:cNvPr id="47" name="Ink 46"/>
            </p:nvPicPr>
            <p:blipFill>
              <a:blip r:embed="rId86"/>
            </p:blipFill>
            <p:spPr>
              <a:xfrm>
                <a:off x="1714500" y="2819400"/>
                <a:ext cx="260350" cy="501650"/>
              </a:xfrm>
              <a:prstGeom prst="rect"/>
            </p:spPr>
          </p:pic>
        </mc:Fallback>
      </mc:AlternateContent>
      <mc:AlternateContent xmlns:mc="http://schemas.openxmlformats.org/markup-compatibility/2006" xmlns:p14="http://schemas.microsoft.com/office/powerpoint/2010/main">
        <mc:Choice Requires="p14">
          <p:contentPart p14:bwMode="auto" r:id="rId87">
            <p14:nvContentPartPr>
              <p14:cNvPr id="48" name="Ink 47"/>
              <p14:cNvContentPartPr/>
              <p14:nvPr/>
            </p14:nvContentPartPr>
            <p14:xfrm>
              <a:off x="1568450" y="2489200"/>
              <a:ext cx="273050" cy="234950"/>
            </p14:xfrm>
          </p:contentPart>
        </mc:Choice>
        <mc:Fallback xmlns="">
          <p:pic>
            <p:nvPicPr>
              <p:cNvPr id="48" name="Ink 47"/>
            </p:nvPicPr>
            <p:blipFill>
              <a:blip r:embed="rId88"/>
            </p:blipFill>
            <p:spPr>
              <a:xfrm>
                <a:off x="1568450" y="2489200"/>
                <a:ext cx="273050" cy="234950"/>
              </a:xfrm>
              <a:prstGeom prst="rect"/>
            </p:spPr>
          </p:pic>
        </mc:Fallback>
      </mc:AlternateContent>
      <mc:AlternateContent xmlns:mc="http://schemas.openxmlformats.org/markup-compatibility/2006" xmlns:p14="http://schemas.microsoft.com/office/powerpoint/2010/main">
        <mc:Choice Requires="p14">
          <p:contentPart p14:bwMode="auto" r:id="rId89">
            <p14:nvContentPartPr>
              <p14:cNvPr id="49" name="Ink 48"/>
              <p14:cNvContentPartPr/>
              <p14:nvPr/>
            </p14:nvContentPartPr>
            <p14:xfrm>
              <a:off x="127000" y="2965450"/>
              <a:ext cx="1974850" cy="1625600"/>
            </p14:xfrm>
          </p:contentPart>
        </mc:Choice>
        <mc:Fallback xmlns="">
          <p:pic>
            <p:nvPicPr>
              <p:cNvPr id="49" name="Ink 48"/>
            </p:nvPicPr>
            <p:blipFill>
              <a:blip r:embed="rId90"/>
            </p:blipFill>
            <p:spPr>
              <a:xfrm>
                <a:off x="127000" y="2965450"/>
                <a:ext cx="1974850" cy="1625600"/>
              </a:xfrm>
              <a:prstGeom prst="rect"/>
            </p:spPr>
          </p:pic>
        </mc:Fallback>
      </mc:AlternateContent>
      <mc:AlternateContent xmlns:mc="http://schemas.openxmlformats.org/markup-compatibility/2006" xmlns:p14="http://schemas.microsoft.com/office/powerpoint/2010/main">
        <mc:Choice Requires="p14">
          <p:contentPart p14:bwMode="auto" r:id="rId91">
            <p14:nvContentPartPr>
              <p14:cNvPr id="50" name="Ink 49"/>
              <p14:cNvContentPartPr/>
              <p14:nvPr/>
            </p14:nvContentPartPr>
            <p14:xfrm>
              <a:off x="234950" y="3048000"/>
              <a:ext cx="1936750" cy="1606550"/>
            </p14:xfrm>
          </p:contentPart>
        </mc:Choice>
        <mc:Fallback xmlns="">
          <p:pic>
            <p:nvPicPr>
              <p:cNvPr id="50" name="Ink 49"/>
            </p:nvPicPr>
            <p:blipFill>
              <a:blip r:embed="rId92"/>
            </p:blipFill>
            <p:spPr>
              <a:xfrm>
                <a:off x="234950" y="3048000"/>
                <a:ext cx="1936750" cy="1606550"/>
              </a:xfrm>
              <a:prstGeom prst="rect"/>
            </p:spPr>
          </p:pic>
        </mc:Fallback>
      </mc:AlternateContent>
      <mc:AlternateContent xmlns:mc="http://schemas.openxmlformats.org/markup-compatibility/2006" xmlns:p14="http://schemas.microsoft.com/office/powerpoint/2010/main">
        <mc:Choice Requires="p14">
          <p:contentPart p14:bwMode="auto" r:id="rId93">
            <p14:nvContentPartPr>
              <p14:cNvPr id="51" name="Ink 50"/>
              <p14:cNvContentPartPr/>
              <p14:nvPr/>
            </p14:nvContentPartPr>
            <p14:xfrm>
              <a:off x="2698750" y="3625850"/>
              <a:ext cx="19050" cy="615950"/>
            </p14:xfrm>
          </p:contentPart>
        </mc:Choice>
        <mc:Fallback xmlns="">
          <p:pic>
            <p:nvPicPr>
              <p:cNvPr id="51" name="Ink 50"/>
            </p:nvPicPr>
            <p:blipFill>
              <a:blip r:embed="rId94"/>
            </p:blipFill>
            <p:spPr>
              <a:xfrm>
                <a:off x="2698750" y="3625850"/>
                <a:ext cx="19050" cy="615950"/>
              </a:xfrm>
              <a:prstGeom prst="rect"/>
            </p:spPr>
          </p:pic>
        </mc:Fallback>
      </mc:AlternateContent>
      <mc:AlternateContent xmlns:mc="http://schemas.openxmlformats.org/markup-compatibility/2006" xmlns:p14="http://schemas.microsoft.com/office/powerpoint/2010/main">
        <mc:Choice Requires="p14">
          <p:contentPart p14:bwMode="auto" r:id="rId95">
            <p14:nvContentPartPr>
              <p14:cNvPr id="52" name="Ink 51"/>
              <p14:cNvContentPartPr/>
              <p14:nvPr/>
            </p14:nvContentPartPr>
            <p14:xfrm>
              <a:off x="2654300" y="3530600"/>
              <a:ext cx="508000" cy="692150"/>
            </p14:xfrm>
          </p:contentPart>
        </mc:Choice>
        <mc:Fallback xmlns="">
          <p:pic>
            <p:nvPicPr>
              <p:cNvPr id="52" name="Ink 51"/>
            </p:nvPicPr>
            <p:blipFill>
              <a:blip r:embed="rId96"/>
            </p:blipFill>
            <p:spPr>
              <a:xfrm>
                <a:off x="2654300" y="3530600"/>
                <a:ext cx="508000" cy="692150"/>
              </a:xfrm>
              <a:prstGeom prst="rect"/>
            </p:spPr>
          </p:pic>
        </mc:Fallback>
      </mc:AlternateContent>
      <mc:AlternateContent xmlns:mc="http://schemas.openxmlformats.org/markup-compatibility/2006" xmlns:p14="http://schemas.microsoft.com/office/powerpoint/2010/main">
        <mc:Choice Requires="p14">
          <p:contentPart p14:bwMode="auto" r:id="rId97">
            <p14:nvContentPartPr>
              <p14:cNvPr id="53" name="Ink 52"/>
              <p14:cNvContentPartPr/>
              <p14:nvPr/>
            </p14:nvContentPartPr>
            <p14:xfrm>
              <a:off x="3835400" y="3460750"/>
              <a:ext cx="120650" cy="603250"/>
            </p14:xfrm>
          </p:contentPart>
        </mc:Choice>
        <mc:Fallback xmlns="">
          <p:pic>
            <p:nvPicPr>
              <p:cNvPr id="53" name="Ink 52"/>
            </p:nvPicPr>
            <p:blipFill>
              <a:blip r:embed="rId98"/>
            </p:blipFill>
            <p:spPr>
              <a:xfrm>
                <a:off x="3835400" y="3460750"/>
                <a:ext cx="120650" cy="603250"/>
              </a:xfrm>
              <a:prstGeom prst="rect"/>
            </p:spPr>
          </p:pic>
        </mc:Fallback>
      </mc:AlternateContent>
      <mc:AlternateContent xmlns:mc="http://schemas.openxmlformats.org/markup-compatibility/2006" xmlns:p14="http://schemas.microsoft.com/office/powerpoint/2010/main">
        <mc:Choice Requires="p14">
          <p:contentPart p14:bwMode="auto" r:id="rId99">
            <p14:nvContentPartPr>
              <p14:cNvPr id="54" name="Ink 53"/>
              <p14:cNvContentPartPr/>
              <p14:nvPr/>
            </p14:nvContentPartPr>
            <p14:xfrm>
              <a:off x="3867150" y="3409950"/>
              <a:ext cx="558800" cy="647700"/>
            </p14:xfrm>
          </p:contentPart>
        </mc:Choice>
        <mc:Fallback xmlns="">
          <p:pic>
            <p:nvPicPr>
              <p:cNvPr id="54" name="Ink 53"/>
            </p:nvPicPr>
            <p:blipFill>
              <a:blip r:embed="rId100"/>
            </p:blipFill>
            <p:spPr>
              <a:xfrm>
                <a:off x="3867150" y="3409950"/>
                <a:ext cx="558800" cy="647700"/>
              </a:xfrm>
              <a:prstGeom prst="rect"/>
            </p:spPr>
          </p:pic>
        </mc:Fallback>
      </mc:AlternateContent>
      <mc:AlternateContent xmlns:mc="http://schemas.openxmlformats.org/markup-compatibility/2006" xmlns:p14="http://schemas.microsoft.com/office/powerpoint/2010/main">
        <mc:Choice Requires="p14">
          <p:contentPart p14:bwMode="auto" r:id="rId101">
            <p14:nvContentPartPr>
              <p14:cNvPr id="55" name="Ink 54"/>
              <p14:cNvContentPartPr/>
              <p14:nvPr/>
            </p14:nvContentPartPr>
            <p14:xfrm>
              <a:off x="1619250" y="4572000"/>
              <a:ext cx="171450" cy="609600"/>
            </p14:xfrm>
          </p:contentPart>
        </mc:Choice>
        <mc:Fallback xmlns="">
          <p:pic>
            <p:nvPicPr>
              <p:cNvPr id="55" name="Ink 54"/>
            </p:nvPicPr>
            <p:blipFill>
              <a:blip r:embed="rId102"/>
            </p:blipFill>
            <p:spPr>
              <a:xfrm>
                <a:off x="1619250" y="4572000"/>
                <a:ext cx="171450" cy="609600"/>
              </a:xfrm>
              <a:prstGeom prst="rect"/>
            </p:spPr>
          </p:pic>
        </mc:Fallback>
      </mc:AlternateContent>
      <mc:AlternateContent xmlns:mc="http://schemas.openxmlformats.org/markup-compatibility/2006" xmlns:p14="http://schemas.microsoft.com/office/powerpoint/2010/main">
        <mc:Choice Requires="p14">
          <p:contentPart p14:bwMode="auto" r:id="rId103">
            <p14:nvContentPartPr>
              <p14:cNvPr id="56" name="Ink 55"/>
              <p14:cNvContentPartPr/>
              <p14:nvPr/>
            </p14:nvContentPartPr>
            <p14:xfrm>
              <a:off x="1657350" y="4546600"/>
              <a:ext cx="520700" cy="622300"/>
            </p14:xfrm>
          </p:contentPart>
        </mc:Choice>
        <mc:Fallback xmlns="">
          <p:pic>
            <p:nvPicPr>
              <p:cNvPr id="56" name="Ink 55"/>
            </p:nvPicPr>
            <p:blipFill>
              <a:blip r:embed="rId104"/>
            </p:blipFill>
            <p:spPr>
              <a:xfrm>
                <a:off x="1657350" y="4546600"/>
                <a:ext cx="520700" cy="622300"/>
              </a:xfrm>
              <a:prstGeom prst="rect"/>
            </p:spPr>
          </p:pic>
        </mc:Fallback>
      </mc:AlternateContent>
      <mc:AlternateContent xmlns:mc="http://schemas.openxmlformats.org/markup-compatibility/2006" xmlns:p14="http://schemas.microsoft.com/office/powerpoint/2010/main">
        <mc:Choice Requires="p14">
          <p:contentPart p14:bwMode="auto" r:id="rId105">
            <p14:nvContentPartPr>
              <p14:cNvPr id="57" name="Ink 56"/>
              <p14:cNvContentPartPr/>
              <p14:nvPr/>
            </p14:nvContentPartPr>
            <p14:xfrm>
              <a:off x="2603500" y="4629150"/>
              <a:ext cx="101600" cy="508000"/>
            </p14:xfrm>
          </p:contentPart>
        </mc:Choice>
        <mc:Fallback xmlns="">
          <p:pic>
            <p:nvPicPr>
              <p:cNvPr id="57" name="Ink 56"/>
            </p:nvPicPr>
            <p:blipFill>
              <a:blip r:embed="rId106"/>
            </p:blipFill>
            <p:spPr>
              <a:xfrm>
                <a:off x="2603500" y="4629150"/>
                <a:ext cx="101600" cy="508000"/>
              </a:xfrm>
              <a:prstGeom prst="rect"/>
            </p:spPr>
          </p:pic>
        </mc:Fallback>
      </mc:AlternateContent>
      <mc:AlternateContent xmlns:mc="http://schemas.openxmlformats.org/markup-compatibility/2006" xmlns:p14="http://schemas.microsoft.com/office/powerpoint/2010/main">
        <mc:Choice Requires="p14">
          <p:contentPart p14:bwMode="auto" r:id="rId107">
            <p14:nvContentPartPr>
              <p14:cNvPr id="58" name="Ink 57"/>
              <p14:cNvContentPartPr/>
              <p14:nvPr/>
            </p14:nvContentPartPr>
            <p14:xfrm>
              <a:off x="2616200" y="4476750"/>
              <a:ext cx="584200" cy="673100"/>
            </p14:xfrm>
          </p:contentPart>
        </mc:Choice>
        <mc:Fallback xmlns="">
          <p:pic>
            <p:nvPicPr>
              <p:cNvPr id="58" name="Ink 57"/>
            </p:nvPicPr>
            <p:blipFill>
              <a:blip r:embed="rId108"/>
            </p:blipFill>
            <p:spPr>
              <a:xfrm>
                <a:off x="2616200" y="4476750"/>
                <a:ext cx="584200" cy="673100"/>
              </a:xfrm>
              <a:prstGeom prst="rect"/>
            </p:spPr>
          </p:pic>
        </mc:Fallback>
      </mc:AlternateContent>
      <mc:AlternateContent xmlns:mc="http://schemas.openxmlformats.org/markup-compatibility/2006" xmlns:p14="http://schemas.microsoft.com/office/powerpoint/2010/main">
        <mc:Choice Requires="p14">
          <p:contentPart p14:bwMode="auto" r:id="rId109">
            <p14:nvContentPartPr>
              <p14:cNvPr id="59" name="Ink 58"/>
              <p14:cNvContentPartPr/>
              <p14:nvPr/>
            </p14:nvContentPartPr>
            <p14:xfrm>
              <a:off x="3924300" y="4489450"/>
              <a:ext cx="95250" cy="615950"/>
            </p14:xfrm>
          </p:contentPart>
        </mc:Choice>
        <mc:Fallback xmlns="">
          <p:pic>
            <p:nvPicPr>
              <p:cNvPr id="59" name="Ink 58"/>
            </p:nvPicPr>
            <p:blipFill>
              <a:blip r:embed="rId110"/>
            </p:blipFill>
            <p:spPr>
              <a:xfrm>
                <a:off x="3924300" y="4489450"/>
                <a:ext cx="95250" cy="615950"/>
              </a:xfrm>
              <a:prstGeom prst="rect"/>
            </p:spPr>
          </p:pic>
        </mc:Fallback>
      </mc:AlternateContent>
      <mc:AlternateContent xmlns:mc="http://schemas.openxmlformats.org/markup-compatibility/2006" xmlns:p14="http://schemas.microsoft.com/office/powerpoint/2010/main">
        <mc:Choice Requires="p14">
          <p:contentPart p14:bwMode="auto" r:id="rId111">
            <p14:nvContentPartPr>
              <p14:cNvPr id="60" name="Ink 59"/>
              <p14:cNvContentPartPr/>
              <p14:nvPr/>
            </p14:nvContentPartPr>
            <p14:xfrm>
              <a:off x="3867150" y="4406900"/>
              <a:ext cx="723900" cy="755650"/>
            </p14:xfrm>
          </p:contentPart>
        </mc:Choice>
        <mc:Fallback xmlns="">
          <p:pic>
            <p:nvPicPr>
              <p:cNvPr id="60" name="Ink 59"/>
            </p:nvPicPr>
            <p:blipFill>
              <a:blip r:embed="rId112"/>
            </p:blipFill>
            <p:spPr>
              <a:xfrm>
                <a:off x="3867150" y="4406900"/>
                <a:ext cx="723900" cy="755650"/>
              </a:xfrm>
              <a:prstGeom prst="rect"/>
            </p:spPr>
          </p:pic>
        </mc:Fallback>
      </mc:AlternateContent>
      <mc:AlternateContent xmlns:mc="http://schemas.openxmlformats.org/markup-compatibility/2006" xmlns:p14="http://schemas.microsoft.com/office/powerpoint/2010/main">
        <mc:Choice Requires="p14">
          <p:contentPart p14:bwMode="auto" r:id="rId113">
            <p14:nvContentPartPr>
              <p14:cNvPr id="61" name="Ink 60"/>
              <p14:cNvContentPartPr/>
              <p14:nvPr/>
            </p14:nvContentPartPr>
            <p14:xfrm>
              <a:off x="3587750" y="2044700"/>
              <a:ext cx="622300" cy="482600"/>
            </p14:xfrm>
          </p:contentPart>
        </mc:Choice>
        <mc:Fallback xmlns="">
          <p:pic>
            <p:nvPicPr>
              <p:cNvPr id="61" name="Ink 60"/>
            </p:nvPicPr>
            <p:blipFill>
              <a:blip r:embed="rId114"/>
            </p:blipFill>
            <p:spPr>
              <a:xfrm>
                <a:off x="3587750" y="2044700"/>
                <a:ext cx="622300" cy="482600"/>
              </a:xfrm>
              <a:prstGeom prst="rect"/>
            </p:spPr>
          </p:pic>
        </mc:Fallback>
      </mc:AlternateContent>
      <mc:AlternateContent xmlns:mc="http://schemas.openxmlformats.org/markup-compatibility/2006" xmlns:p14="http://schemas.microsoft.com/office/powerpoint/2010/main">
        <mc:Choice Requires="p14">
          <p:contentPart p14:bwMode="auto" r:id="rId115">
            <p14:nvContentPartPr>
              <p14:cNvPr id="62" name="Ink 61"/>
              <p14:cNvContentPartPr/>
              <p14:nvPr/>
            </p14:nvContentPartPr>
            <p14:xfrm>
              <a:off x="3505200" y="2070100"/>
              <a:ext cx="101600" cy="222250"/>
            </p14:xfrm>
          </p:contentPart>
        </mc:Choice>
        <mc:Fallback xmlns="">
          <p:pic>
            <p:nvPicPr>
              <p:cNvPr id="62" name="Ink 61"/>
            </p:nvPicPr>
            <p:blipFill>
              <a:blip r:embed="rId116"/>
            </p:blipFill>
            <p:spPr>
              <a:xfrm>
                <a:off x="3505200" y="2070100"/>
                <a:ext cx="101600" cy="222250"/>
              </a:xfrm>
              <a:prstGeom prst="rect"/>
            </p:spPr>
          </p:pic>
        </mc:Fallback>
      </mc:AlternateContent>
      <mc:AlternateContent xmlns:mc="http://schemas.openxmlformats.org/markup-compatibility/2006" xmlns:p14="http://schemas.microsoft.com/office/powerpoint/2010/main">
        <mc:Choice Requires="p14">
          <p:contentPart p14:bwMode="auto" r:id="rId117">
            <p14:nvContentPartPr>
              <p14:cNvPr id="63" name="Ink 62"/>
              <p14:cNvContentPartPr/>
              <p14:nvPr/>
            </p14:nvContentPartPr>
            <p14:xfrm>
              <a:off x="3498850" y="2076450"/>
              <a:ext cx="406400" cy="38100"/>
            </p14:xfrm>
          </p:contentPart>
        </mc:Choice>
        <mc:Fallback xmlns="">
          <p:pic>
            <p:nvPicPr>
              <p:cNvPr id="63" name="Ink 62"/>
            </p:nvPicPr>
            <p:blipFill>
              <a:blip r:embed="rId118"/>
            </p:blipFill>
            <p:spPr>
              <a:xfrm>
                <a:off x="3498850" y="2076450"/>
                <a:ext cx="406400" cy="38100"/>
              </a:xfrm>
              <a:prstGeom prst="rect"/>
            </p:spPr>
          </p:pic>
        </mc:Fallback>
      </mc:AlternateContent>
      <mc:AlternateContent xmlns:mc="http://schemas.openxmlformats.org/markup-compatibility/2006" xmlns:p14="http://schemas.microsoft.com/office/powerpoint/2010/main">
        <mc:Choice Requires="p14">
          <p:contentPart p14:bwMode="auto" r:id="rId119">
            <p14:nvContentPartPr>
              <p14:cNvPr id="64" name="Ink 63"/>
              <p14:cNvContentPartPr/>
              <p14:nvPr/>
            </p14:nvContentPartPr>
            <p14:xfrm>
              <a:off x="2368550" y="2286000"/>
              <a:ext cx="222250" cy="292100"/>
            </p14:xfrm>
          </p:contentPart>
        </mc:Choice>
        <mc:Fallback xmlns="">
          <p:pic>
            <p:nvPicPr>
              <p:cNvPr id="64" name="Ink 63"/>
            </p:nvPicPr>
            <p:blipFill>
              <a:blip r:embed="rId120"/>
            </p:blipFill>
            <p:spPr>
              <a:xfrm>
                <a:off x="2368550" y="2286000"/>
                <a:ext cx="222250" cy="292100"/>
              </a:xfrm>
              <a:prstGeom prst="rect"/>
            </p:spPr>
          </p:pic>
        </mc:Fallback>
      </mc:AlternateContent>
      <mc:AlternateContent xmlns:mc="http://schemas.openxmlformats.org/markup-compatibility/2006" xmlns:p14="http://schemas.microsoft.com/office/powerpoint/2010/main">
        <mc:Choice Requires="p14">
          <p:contentPart p14:bwMode="auto" r:id="rId121">
            <p14:nvContentPartPr>
              <p14:cNvPr id="65" name="Ink 64"/>
              <p14:cNvContentPartPr/>
              <p14:nvPr/>
            </p14:nvContentPartPr>
            <p14:xfrm>
              <a:off x="2597150" y="2305050"/>
              <a:ext cx="1193800" cy="317500"/>
            </p14:xfrm>
          </p:contentPart>
        </mc:Choice>
        <mc:Fallback xmlns="">
          <p:pic>
            <p:nvPicPr>
              <p:cNvPr id="65" name="Ink 64"/>
            </p:nvPicPr>
            <p:blipFill>
              <a:blip r:embed="rId122"/>
            </p:blipFill>
            <p:spPr>
              <a:xfrm>
                <a:off x="2597150" y="2305050"/>
                <a:ext cx="1193800" cy="317500"/>
              </a:xfrm>
              <a:prstGeom prst="rect"/>
            </p:spPr>
          </p:pic>
        </mc:Fallback>
      </mc:AlternateContent>
      <mc:AlternateContent xmlns:mc="http://schemas.openxmlformats.org/markup-compatibility/2006" xmlns:p14="http://schemas.microsoft.com/office/powerpoint/2010/main">
        <mc:Choice Requires="p14">
          <p:contentPart p14:bwMode="auto" r:id="rId123">
            <p14:nvContentPartPr>
              <p14:cNvPr id="66" name="Ink 65"/>
              <p14:cNvContentPartPr/>
              <p14:nvPr/>
            </p14:nvContentPartPr>
            <p14:xfrm>
              <a:off x="3790950" y="2095500"/>
              <a:ext cx="209550" cy="838200"/>
            </p14:xfrm>
          </p:contentPart>
        </mc:Choice>
        <mc:Fallback xmlns="">
          <p:pic>
            <p:nvPicPr>
              <p:cNvPr id="66" name="Ink 65"/>
            </p:nvPicPr>
            <p:blipFill>
              <a:blip r:embed="rId124"/>
            </p:blipFill>
            <p:spPr>
              <a:xfrm>
                <a:off x="3790950" y="2095500"/>
                <a:ext cx="209550" cy="838200"/>
              </a:xfrm>
              <a:prstGeom prst="rect"/>
            </p:spPr>
          </p:pic>
        </mc:Fallback>
      </mc:AlternateContent>
      <mc:AlternateContent xmlns:mc="http://schemas.openxmlformats.org/markup-compatibility/2006" xmlns:p14="http://schemas.microsoft.com/office/powerpoint/2010/main">
        <mc:Choice Requires="p14">
          <p:contentPart p14:bwMode="auto" r:id="rId125">
            <p14:nvContentPartPr>
              <p14:cNvPr id="67" name="Ink 66"/>
              <p14:cNvContentPartPr/>
              <p14:nvPr/>
            </p14:nvContentPartPr>
            <p14:xfrm>
              <a:off x="4013200" y="2317750"/>
              <a:ext cx="139700" cy="19050"/>
            </p14:xfrm>
          </p:contentPart>
        </mc:Choice>
        <mc:Fallback xmlns="">
          <p:pic>
            <p:nvPicPr>
              <p:cNvPr id="67" name="Ink 66"/>
            </p:nvPicPr>
            <p:blipFill>
              <a:blip r:embed="rId126"/>
            </p:blipFill>
            <p:spPr>
              <a:xfrm>
                <a:off x="4013200" y="2317750"/>
                <a:ext cx="139700" cy="19050"/>
              </a:xfrm>
              <a:prstGeom prst="rect"/>
            </p:spPr>
          </p:pic>
        </mc:Fallback>
      </mc:AlternateContent>
      <mc:AlternateContent xmlns:mc="http://schemas.openxmlformats.org/markup-compatibility/2006" xmlns:p14="http://schemas.microsoft.com/office/powerpoint/2010/main">
        <mc:Choice Requires="p14">
          <p:contentPart p14:bwMode="auto" r:id="rId127">
            <p14:nvContentPartPr>
              <p14:cNvPr id="68" name="Ink 67"/>
              <p14:cNvContentPartPr/>
              <p14:nvPr/>
            </p14:nvContentPartPr>
            <p14:xfrm>
              <a:off x="3467100" y="2222500"/>
              <a:ext cx="114300" cy="31750"/>
            </p14:xfrm>
          </p:contentPart>
        </mc:Choice>
        <mc:Fallback xmlns="">
          <p:pic>
            <p:nvPicPr>
              <p:cNvPr id="68" name="Ink 67"/>
            </p:nvPicPr>
            <p:blipFill>
              <a:blip r:embed="rId128"/>
            </p:blipFill>
            <p:spPr>
              <a:xfrm>
                <a:off x="3467100" y="2222500"/>
                <a:ext cx="114300" cy="31750"/>
              </a:xfrm>
              <a:prstGeom prst="rect"/>
            </p:spPr>
          </p:pic>
        </mc:Fallback>
      </mc:AlternateContent>
      <mc:AlternateContent xmlns:mc="http://schemas.openxmlformats.org/markup-compatibility/2006" xmlns:p14="http://schemas.microsoft.com/office/powerpoint/2010/main">
        <mc:Choice Requires="p14">
          <p:contentPart p14:bwMode="auto" r:id="rId129">
            <p14:nvContentPartPr>
              <p14:cNvPr id="69" name="Ink 68"/>
              <p14:cNvContentPartPr/>
              <p14:nvPr/>
            </p14:nvContentPartPr>
            <p14:xfrm>
              <a:off x="4914900" y="2019300"/>
              <a:ext cx="1428750" cy="527050"/>
            </p14:xfrm>
          </p:contentPart>
        </mc:Choice>
        <mc:Fallback xmlns="">
          <p:pic>
            <p:nvPicPr>
              <p:cNvPr id="69" name="Ink 68"/>
            </p:nvPicPr>
            <p:blipFill>
              <a:blip r:embed="rId130"/>
            </p:blipFill>
            <p:spPr>
              <a:xfrm>
                <a:off x="4914900" y="2019300"/>
                <a:ext cx="1428750" cy="527050"/>
              </a:xfrm>
              <a:prstGeom prst="rect"/>
            </p:spPr>
          </p:pic>
        </mc:Fallback>
      </mc:AlternateContent>
      <mc:AlternateContent xmlns:mc="http://schemas.openxmlformats.org/markup-compatibility/2006" xmlns:p14="http://schemas.microsoft.com/office/powerpoint/2010/main">
        <mc:Choice Requires="p14">
          <p:contentPart p14:bwMode="auto" r:id="rId131">
            <p14:nvContentPartPr>
              <p14:cNvPr id="70" name="Ink 69"/>
              <p14:cNvContentPartPr/>
              <p14:nvPr/>
            </p14:nvContentPartPr>
            <p14:xfrm>
              <a:off x="6242050" y="1866900"/>
              <a:ext cx="152400" cy="425450"/>
            </p14:xfrm>
          </p:contentPart>
        </mc:Choice>
        <mc:Fallback xmlns="">
          <p:pic>
            <p:nvPicPr>
              <p:cNvPr id="70" name="Ink 69"/>
            </p:nvPicPr>
            <p:blipFill>
              <a:blip r:embed="rId132"/>
            </p:blipFill>
            <p:spPr>
              <a:xfrm>
                <a:off x="6242050" y="1866900"/>
                <a:ext cx="152400" cy="425450"/>
              </a:xfrm>
              <a:prstGeom prst="rect"/>
            </p:spPr>
          </p:pic>
        </mc:Fallback>
      </mc:AlternateContent>
      <mc:AlternateContent xmlns:mc="http://schemas.openxmlformats.org/markup-compatibility/2006" xmlns:p14="http://schemas.microsoft.com/office/powerpoint/2010/main">
        <mc:Choice Requires="p14">
          <p:contentPart p14:bwMode="auto" r:id="rId133">
            <p14:nvContentPartPr>
              <p14:cNvPr id="71" name="Ink 70"/>
              <p14:cNvContentPartPr/>
              <p14:nvPr/>
            </p14:nvContentPartPr>
            <p14:xfrm>
              <a:off x="5314950" y="2533650"/>
              <a:ext cx="781050" cy="387350"/>
            </p14:xfrm>
          </p:contentPart>
        </mc:Choice>
        <mc:Fallback xmlns="">
          <p:pic>
            <p:nvPicPr>
              <p:cNvPr id="71" name="Ink 70"/>
            </p:nvPicPr>
            <p:blipFill>
              <a:blip r:embed="rId134"/>
            </p:blipFill>
            <p:spPr>
              <a:xfrm>
                <a:off x="5314950" y="2533650"/>
                <a:ext cx="781050" cy="387350"/>
              </a:xfrm>
              <a:prstGeom prst="rect"/>
            </p:spPr>
          </p:pic>
        </mc:Fallback>
      </mc:AlternateContent>
      <mc:AlternateContent xmlns:mc="http://schemas.openxmlformats.org/markup-compatibility/2006" xmlns:p14="http://schemas.microsoft.com/office/powerpoint/2010/main">
        <mc:Choice Requires="p14">
          <p:contentPart p14:bwMode="auto" r:id="rId135">
            <p14:nvContentPartPr>
              <p14:cNvPr id="72" name="Ink 71"/>
              <p14:cNvContentPartPr/>
              <p14:nvPr/>
            </p14:nvContentPartPr>
            <p14:xfrm>
              <a:off x="6299200" y="2362200"/>
              <a:ext cx="552450" cy="304800"/>
            </p14:xfrm>
          </p:contentPart>
        </mc:Choice>
        <mc:Fallback xmlns="">
          <p:pic>
            <p:nvPicPr>
              <p:cNvPr id="72" name="Ink 71"/>
            </p:nvPicPr>
            <p:blipFill>
              <a:blip r:embed="rId136"/>
            </p:blipFill>
            <p:spPr>
              <a:xfrm>
                <a:off x="6299200" y="2362200"/>
                <a:ext cx="552450" cy="304800"/>
              </a:xfrm>
              <a:prstGeom prst="rect"/>
            </p:spPr>
          </p:pic>
        </mc:Fallback>
      </mc:AlternateContent>
      <mc:AlternateContent xmlns:mc="http://schemas.openxmlformats.org/markup-compatibility/2006" xmlns:p14="http://schemas.microsoft.com/office/powerpoint/2010/main">
        <mc:Choice Requires="p14">
          <p:contentPart p14:bwMode="auto" r:id="rId137">
            <p14:nvContentPartPr>
              <p14:cNvPr id="73" name="Ink 72"/>
              <p14:cNvContentPartPr/>
              <p14:nvPr/>
            </p14:nvContentPartPr>
            <p14:xfrm>
              <a:off x="6851650" y="2057400"/>
              <a:ext cx="215900" cy="463550"/>
            </p14:xfrm>
          </p:contentPart>
        </mc:Choice>
        <mc:Fallback xmlns="">
          <p:pic>
            <p:nvPicPr>
              <p:cNvPr id="73" name="Ink 72"/>
            </p:nvPicPr>
            <p:blipFill>
              <a:blip r:embed="rId138"/>
            </p:blipFill>
            <p:spPr>
              <a:xfrm>
                <a:off x="6851650" y="2057400"/>
                <a:ext cx="215900" cy="463550"/>
              </a:xfrm>
              <a:prstGeom prst="rect"/>
            </p:spPr>
          </p:pic>
        </mc:Fallback>
      </mc:AlternateContent>
      <mc:AlternateContent xmlns:mc="http://schemas.openxmlformats.org/markup-compatibility/2006" xmlns:p14="http://schemas.microsoft.com/office/powerpoint/2010/main">
        <mc:Choice Requires="p14">
          <p:contentPart p14:bwMode="auto" r:id="rId139">
            <p14:nvContentPartPr>
              <p14:cNvPr id="74" name="Ink 73"/>
              <p14:cNvContentPartPr/>
              <p14:nvPr/>
            </p14:nvContentPartPr>
            <p14:xfrm>
              <a:off x="6838950" y="2209800"/>
              <a:ext cx="209550" cy="101600"/>
            </p14:xfrm>
          </p:contentPart>
        </mc:Choice>
        <mc:Fallback xmlns="">
          <p:pic>
            <p:nvPicPr>
              <p:cNvPr id="74" name="Ink 73"/>
            </p:nvPicPr>
            <p:blipFill>
              <a:blip r:embed="rId140"/>
            </p:blipFill>
            <p:spPr>
              <a:xfrm>
                <a:off x="6838950" y="2209800"/>
                <a:ext cx="209550" cy="101600"/>
              </a:xfrm>
              <a:prstGeom prst="rect"/>
            </p:spPr>
          </p:pic>
        </mc:Fallback>
      </mc:AlternateContent>
      <mc:AlternateContent xmlns:mc="http://schemas.openxmlformats.org/markup-compatibility/2006" xmlns:p14="http://schemas.microsoft.com/office/powerpoint/2010/main">
        <mc:Choice Requires="p14">
          <p:contentPart p14:bwMode="auto" r:id="rId141">
            <p14:nvContentPartPr>
              <p14:cNvPr id="75" name="Ink 74"/>
              <p14:cNvContentPartPr/>
              <p14:nvPr/>
            </p14:nvContentPartPr>
            <p14:xfrm>
              <a:off x="5556250" y="4229100"/>
              <a:ext cx="2876550" cy="1435100"/>
            </p14:xfrm>
          </p:contentPart>
        </mc:Choice>
        <mc:Fallback xmlns="">
          <p:pic>
            <p:nvPicPr>
              <p:cNvPr id="75" name="Ink 74"/>
            </p:nvPicPr>
            <p:blipFill>
              <a:blip r:embed="rId142"/>
            </p:blipFill>
            <p:spPr>
              <a:xfrm>
                <a:off x="5556250" y="4229100"/>
                <a:ext cx="2876550" cy="1435100"/>
              </a:xfrm>
              <a:prstGeom prst="rect"/>
            </p:spPr>
          </p:pic>
        </mc:Fallback>
      </mc:AlternateContent>
      <mc:AlternateContent xmlns:mc="http://schemas.openxmlformats.org/markup-compatibility/2006" xmlns:p14="http://schemas.microsoft.com/office/powerpoint/2010/main">
        <mc:Choice Requires="p14">
          <p:contentPart p14:bwMode="auto" r:id="rId143">
            <p14:nvContentPartPr>
              <p14:cNvPr id="76" name="Ink 75"/>
              <p14:cNvContentPartPr/>
              <p14:nvPr/>
            </p14:nvContentPartPr>
            <p14:xfrm>
              <a:off x="4737100" y="3886200"/>
              <a:ext cx="1352550" cy="628650"/>
            </p14:xfrm>
          </p:contentPart>
        </mc:Choice>
        <mc:Fallback xmlns="">
          <p:pic>
            <p:nvPicPr>
              <p:cNvPr id="76" name="Ink 75"/>
            </p:nvPicPr>
            <p:blipFill>
              <a:blip r:embed="rId144"/>
            </p:blipFill>
            <p:spPr>
              <a:xfrm>
                <a:off x="4737100" y="3886200"/>
                <a:ext cx="1352550" cy="628650"/>
              </a:xfrm>
              <a:prstGeom prst="rect"/>
            </p:spPr>
          </p:pic>
        </mc:Fallback>
      </mc:AlternateContent>
      <mc:AlternateContent xmlns:mc="http://schemas.openxmlformats.org/markup-compatibility/2006" xmlns:p14="http://schemas.microsoft.com/office/powerpoint/2010/main">
        <mc:Choice Requires="p14">
          <p:contentPart p14:bwMode="auto" r:id="rId145">
            <p14:nvContentPartPr>
              <p14:cNvPr id="77" name="Ink 76"/>
              <p14:cNvContentPartPr/>
              <p14:nvPr/>
            </p14:nvContentPartPr>
            <p14:xfrm>
              <a:off x="4711700" y="3911600"/>
              <a:ext cx="603250" cy="44450"/>
            </p14:xfrm>
          </p:contentPart>
        </mc:Choice>
        <mc:Fallback xmlns="">
          <p:pic>
            <p:nvPicPr>
              <p:cNvPr id="77" name="Ink 76"/>
            </p:nvPicPr>
            <p:blipFill>
              <a:blip r:embed="rId146"/>
            </p:blipFill>
            <p:spPr>
              <a:xfrm>
                <a:off x="4711700" y="3911600"/>
                <a:ext cx="603250" cy="44450"/>
              </a:xfrm>
              <a:prstGeom prst="rect"/>
            </p:spPr>
          </p:pic>
        </mc:Fallback>
      </mc:AlternateContent>
      <mc:AlternateContent xmlns:mc="http://schemas.openxmlformats.org/markup-compatibility/2006" xmlns:p14="http://schemas.microsoft.com/office/powerpoint/2010/main">
        <mc:Choice Requires="p14">
          <p:contentPart p14:bwMode="auto" r:id="rId147">
            <p14:nvContentPartPr>
              <p14:cNvPr id="78" name="Ink 77"/>
              <p14:cNvContentPartPr/>
              <p14:nvPr/>
            </p14:nvContentPartPr>
            <p14:xfrm>
              <a:off x="4762500" y="4857750"/>
              <a:ext cx="908050" cy="63500"/>
            </p14:xfrm>
          </p:contentPart>
        </mc:Choice>
        <mc:Fallback xmlns="">
          <p:pic>
            <p:nvPicPr>
              <p:cNvPr id="78" name="Ink 77"/>
            </p:nvPicPr>
            <p:blipFill>
              <a:blip r:embed="rId148"/>
            </p:blipFill>
            <p:spPr>
              <a:xfrm>
                <a:off x="4762500" y="4857750"/>
                <a:ext cx="908050" cy="63500"/>
              </a:xfrm>
              <a:prstGeom prst="rect"/>
            </p:spPr>
          </p:pic>
        </mc:Fallback>
      </mc:AlternateContent>
      <mc:AlternateContent xmlns:mc="http://schemas.openxmlformats.org/markup-compatibility/2006" xmlns:p14="http://schemas.microsoft.com/office/powerpoint/2010/main">
        <mc:Choice Requires="p14">
          <p:contentPart p14:bwMode="auto" r:id="rId149">
            <p14:nvContentPartPr>
              <p14:cNvPr id="79" name="Ink 78"/>
              <p14:cNvContentPartPr/>
              <p14:nvPr/>
            </p14:nvContentPartPr>
            <p14:xfrm>
              <a:off x="4622800" y="4711700"/>
              <a:ext cx="406400" cy="406400"/>
            </p14:xfrm>
          </p:contentPart>
        </mc:Choice>
        <mc:Fallback xmlns="">
          <p:pic>
            <p:nvPicPr>
              <p:cNvPr id="79" name="Ink 78"/>
            </p:nvPicPr>
            <p:blipFill>
              <a:blip r:embed="rId150"/>
            </p:blipFill>
            <p:spPr>
              <a:xfrm>
                <a:off x="4622800" y="4711700"/>
                <a:ext cx="406400" cy="406400"/>
              </a:xfrm>
              <a:prstGeom prst="rect"/>
            </p:spPr>
          </p:pic>
        </mc:Fallback>
      </mc:AlternateContent>
      <mc:AlternateContent xmlns:mc="http://schemas.openxmlformats.org/markup-compatibility/2006" xmlns:p14="http://schemas.microsoft.com/office/powerpoint/2010/main">
        <mc:Choice Requires="p14">
          <p:contentPart p14:bwMode="auto" r:id="rId151">
            <p14:nvContentPartPr>
              <p14:cNvPr id="80" name="Ink 79"/>
              <p14:cNvContentPartPr/>
              <p14:nvPr/>
            </p14:nvContentPartPr>
            <p14:xfrm>
              <a:off x="3282950" y="5073650"/>
              <a:ext cx="2374900" cy="361950"/>
            </p14:xfrm>
          </p:contentPart>
        </mc:Choice>
        <mc:Fallback xmlns="">
          <p:pic>
            <p:nvPicPr>
              <p:cNvPr id="80" name="Ink 79"/>
            </p:nvPicPr>
            <p:blipFill>
              <a:blip r:embed="rId152"/>
            </p:blipFill>
            <p:spPr>
              <a:xfrm>
                <a:off x="3282950" y="5073650"/>
                <a:ext cx="2374900" cy="361950"/>
              </a:xfrm>
              <a:prstGeom prst="rect"/>
            </p:spPr>
          </p:pic>
        </mc:Fallback>
      </mc:AlternateContent>
      <mc:AlternateContent xmlns:mc="http://schemas.openxmlformats.org/markup-compatibility/2006" xmlns:p14="http://schemas.microsoft.com/office/powerpoint/2010/main">
        <mc:Choice Requires="p14">
          <p:contentPart p14:bwMode="auto" r:id="rId153">
            <p14:nvContentPartPr>
              <p14:cNvPr id="81" name="Ink 80"/>
              <p14:cNvContentPartPr/>
              <p14:nvPr/>
            </p14:nvContentPartPr>
            <p14:xfrm>
              <a:off x="3282950" y="5022850"/>
              <a:ext cx="95250" cy="406400"/>
            </p14:xfrm>
          </p:contentPart>
        </mc:Choice>
        <mc:Fallback xmlns="">
          <p:pic>
            <p:nvPicPr>
              <p:cNvPr id="81" name="Ink 80"/>
            </p:nvPicPr>
            <p:blipFill>
              <a:blip r:embed="rId154"/>
            </p:blipFill>
            <p:spPr>
              <a:xfrm>
                <a:off x="3282950" y="5022850"/>
                <a:ext cx="95250" cy="406400"/>
              </a:xfrm>
              <a:prstGeom prst="rect"/>
            </p:spPr>
          </p:pic>
        </mc:Fallback>
      </mc:AlternateContent>
      <mc:AlternateContent xmlns:mc="http://schemas.openxmlformats.org/markup-compatibility/2006" xmlns:p14="http://schemas.microsoft.com/office/powerpoint/2010/main">
        <mc:Choice Requires="p14">
          <p:contentPart p14:bwMode="auto" r:id="rId155">
            <p14:nvContentPartPr>
              <p14:cNvPr id="82" name="Ink 81"/>
              <p14:cNvContentPartPr/>
              <p14:nvPr/>
            </p14:nvContentPartPr>
            <p14:xfrm>
              <a:off x="3333750" y="5067300"/>
              <a:ext cx="495300" cy="44450"/>
            </p14:xfrm>
          </p:contentPart>
        </mc:Choice>
        <mc:Fallback xmlns="">
          <p:pic>
            <p:nvPicPr>
              <p:cNvPr id="82" name="Ink 81"/>
            </p:nvPicPr>
            <p:blipFill>
              <a:blip r:embed="rId156"/>
            </p:blipFill>
            <p:spPr>
              <a:xfrm>
                <a:off x="3333750" y="5067300"/>
                <a:ext cx="495300" cy="44450"/>
              </a:xfrm>
              <a:prstGeom prst="rect"/>
            </p:spPr>
          </p:pic>
        </mc:Fallback>
      </mc:AlternateContent>
      <mc:AlternateContent xmlns:mc="http://schemas.openxmlformats.org/markup-compatibility/2006" xmlns:p14="http://schemas.microsoft.com/office/powerpoint/2010/main">
        <mc:Choice Requires="p14">
          <p:contentPart p14:bwMode="auto" r:id="rId157">
            <p14:nvContentPartPr>
              <p14:cNvPr id="83" name="Ink 82"/>
              <p14:cNvContentPartPr/>
              <p14:nvPr/>
            </p14:nvContentPartPr>
            <p14:xfrm>
              <a:off x="3289300" y="3638550"/>
              <a:ext cx="2590800" cy="1016000"/>
            </p14:xfrm>
          </p:contentPart>
        </mc:Choice>
        <mc:Fallback xmlns="">
          <p:pic>
            <p:nvPicPr>
              <p:cNvPr id="83" name="Ink 82"/>
            </p:nvPicPr>
            <p:blipFill>
              <a:blip r:embed="rId158"/>
            </p:blipFill>
            <p:spPr>
              <a:xfrm>
                <a:off x="3289300" y="3638550"/>
                <a:ext cx="2590800" cy="1016000"/>
              </a:xfrm>
              <a:prstGeom prst="rect"/>
            </p:spPr>
          </p:pic>
        </mc:Fallback>
      </mc:AlternateContent>
      <mc:AlternateContent xmlns:mc="http://schemas.openxmlformats.org/markup-compatibility/2006" xmlns:p14="http://schemas.microsoft.com/office/powerpoint/2010/main">
        <mc:Choice Requires="p14">
          <p:contentPart p14:bwMode="auto" r:id="rId159">
            <p14:nvContentPartPr>
              <p14:cNvPr id="84" name="Ink 83"/>
              <p14:cNvContentPartPr/>
              <p14:nvPr/>
            </p14:nvContentPartPr>
            <p14:xfrm>
              <a:off x="3321050" y="3613150"/>
              <a:ext cx="698500" cy="25400"/>
            </p14:xfrm>
          </p:contentPart>
        </mc:Choice>
        <mc:Fallback xmlns="">
          <p:pic>
            <p:nvPicPr>
              <p:cNvPr id="84" name="Ink 83"/>
            </p:nvPicPr>
            <p:blipFill>
              <a:blip r:embed="rId160"/>
            </p:blipFill>
            <p:spPr>
              <a:xfrm>
                <a:off x="3321050" y="3613150"/>
                <a:ext cx="698500" cy="25400"/>
              </a:xfrm>
              <a:prstGeom prst="rect"/>
            </p:spPr>
          </p:pic>
        </mc:Fallback>
      </mc:AlternateContent>
      <mc:AlternateContent xmlns:mc="http://schemas.openxmlformats.org/markup-compatibility/2006" xmlns:p14="http://schemas.microsoft.com/office/powerpoint/2010/main">
        <mc:Choice Requires="p14">
          <p:contentPart p14:bwMode="auto" r:id="rId161">
            <p14:nvContentPartPr>
              <p14:cNvPr id="85" name="Ink 84"/>
              <p14:cNvContentPartPr/>
              <p14:nvPr/>
            </p14:nvContentPartPr>
            <p14:xfrm>
              <a:off x="2298700" y="5270500"/>
              <a:ext cx="3365500" cy="387350"/>
            </p14:xfrm>
          </p:contentPart>
        </mc:Choice>
        <mc:Fallback xmlns="">
          <p:pic>
            <p:nvPicPr>
              <p:cNvPr id="85" name="Ink 84"/>
            </p:nvPicPr>
            <p:blipFill>
              <a:blip r:embed="rId162"/>
            </p:blipFill>
            <p:spPr>
              <a:xfrm>
                <a:off x="2298700" y="5270500"/>
                <a:ext cx="3365500" cy="387350"/>
              </a:xfrm>
              <a:prstGeom prst="rect"/>
            </p:spPr>
          </p:pic>
        </mc:Fallback>
      </mc:AlternateContent>
      <mc:AlternateContent xmlns:mc="http://schemas.openxmlformats.org/markup-compatibility/2006" xmlns:p14="http://schemas.microsoft.com/office/powerpoint/2010/main">
        <mc:Choice Requires="p14">
          <p:contentPart p14:bwMode="auto" r:id="rId163">
            <p14:nvContentPartPr>
              <p14:cNvPr id="86" name="Ink 85"/>
              <p14:cNvContentPartPr/>
              <p14:nvPr/>
            </p14:nvContentPartPr>
            <p14:xfrm>
              <a:off x="2279650" y="5308600"/>
              <a:ext cx="514350" cy="31750"/>
            </p14:xfrm>
          </p:contentPart>
        </mc:Choice>
        <mc:Fallback xmlns="">
          <p:pic>
            <p:nvPicPr>
              <p:cNvPr id="86" name="Ink 85"/>
            </p:nvPicPr>
            <p:blipFill>
              <a:blip r:embed="rId164"/>
            </p:blipFill>
            <p:spPr>
              <a:xfrm>
                <a:off x="2279650" y="5308600"/>
                <a:ext cx="514350" cy="31750"/>
              </a:xfrm>
              <a:prstGeom prst="rect"/>
            </p:spPr>
          </p:pic>
        </mc:Fallback>
      </mc:AlternateContent>
      <mc:AlternateContent xmlns:mc="http://schemas.openxmlformats.org/markup-compatibility/2006" xmlns:p14="http://schemas.microsoft.com/office/powerpoint/2010/main">
        <mc:Choice Requires="p14">
          <p:contentPart p14:bwMode="auto" r:id="rId165">
            <p14:nvContentPartPr>
              <p14:cNvPr id="87" name="Ink 86"/>
              <p14:cNvContentPartPr/>
              <p14:nvPr/>
            </p14:nvContentPartPr>
            <p14:xfrm>
              <a:off x="1339850" y="4108450"/>
              <a:ext cx="44450" cy="400050"/>
            </p14:xfrm>
          </p:contentPart>
        </mc:Choice>
        <mc:Fallback xmlns="">
          <p:pic>
            <p:nvPicPr>
              <p:cNvPr id="87" name="Ink 86"/>
            </p:nvPicPr>
            <p:blipFill>
              <a:blip r:embed="rId166"/>
            </p:blipFill>
            <p:spPr>
              <a:xfrm>
                <a:off x="1339850" y="4108450"/>
                <a:ext cx="44450" cy="400050"/>
              </a:xfrm>
              <a:prstGeom prst="rect"/>
            </p:spPr>
          </p:pic>
        </mc:Fallback>
      </mc:AlternateContent>
      <mc:AlternateContent xmlns:mc="http://schemas.openxmlformats.org/markup-compatibility/2006" xmlns:p14="http://schemas.microsoft.com/office/powerpoint/2010/main">
        <mc:Choice Requires="p14">
          <p:contentPart p14:bwMode="auto" r:id="rId167">
            <p14:nvContentPartPr>
              <p14:cNvPr id="88" name="Ink 87"/>
              <p14:cNvContentPartPr/>
              <p14:nvPr/>
            </p14:nvContentPartPr>
            <p14:xfrm>
              <a:off x="1320800" y="4076700"/>
              <a:ext cx="273050" cy="342900"/>
            </p14:xfrm>
          </p:contentPart>
        </mc:Choice>
        <mc:Fallback xmlns="">
          <p:pic>
            <p:nvPicPr>
              <p:cNvPr id="88" name="Ink 87"/>
            </p:nvPicPr>
            <p:blipFill>
              <a:blip r:embed="rId168"/>
            </p:blipFill>
            <p:spPr>
              <a:xfrm>
                <a:off x="1320800" y="4076700"/>
                <a:ext cx="273050" cy="342900"/>
              </a:xfrm>
              <a:prstGeom prst="rect"/>
            </p:spPr>
          </p:pic>
        </mc:Fallback>
      </mc:AlternateContent>
      <mc:AlternateContent xmlns:mc="http://schemas.openxmlformats.org/markup-compatibility/2006" xmlns:p14="http://schemas.microsoft.com/office/powerpoint/2010/main">
        <mc:Choice Requires="p14">
          <p:contentPart p14:bwMode="auto" r:id="rId169">
            <p14:nvContentPartPr>
              <p14:cNvPr id="89" name="Ink 88"/>
              <p14:cNvContentPartPr/>
              <p14:nvPr/>
            </p14:nvContentPartPr>
            <p14:xfrm>
              <a:off x="1276350" y="4114800"/>
              <a:ext cx="393700" cy="209550"/>
            </p14:xfrm>
          </p:contentPart>
        </mc:Choice>
        <mc:Fallback xmlns="">
          <p:pic>
            <p:nvPicPr>
              <p:cNvPr id="89" name="Ink 88"/>
            </p:nvPicPr>
            <p:blipFill>
              <a:blip r:embed="rId170"/>
            </p:blipFill>
            <p:spPr>
              <a:xfrm>
                <a:off x="1276350" y="4114800"/>
                <a:ext cx="393700" cy="209550"/>
              </a:xfrm>
              <a:prstGeom prst="rect"/>
            </p:spPr>
          </p:pic>
        </mc:Fallback>
      </mc:AlternateContent>
      <mc:AlternateContent xmlns:mc="http://schemas.openxmlformats.org/markup-compatibility/2006" xmlns:p14="http://schemas.microsoft.com/office/powerpoint/2010/main">
        <mc:Choice Requires="p14">
          <p:contentPart p14:bwMode="auto" r:id="rId171">
            <p14:nvContentPartPr>
              <p14:cNvPr id="90" name="Ink 89"/>
              <p14:cNvContentPartPr/>
              <p14:nvPr/>
            </p14:nvContentPartPr>
            <p14:xfrm>
              <a:off x="2152650" y="3733800"/>
              <a:ext cx="107950" cy="292100"/>
            </p14:xfrm>
          </p:contentPart>
        </mc:Choice>
        <mc:Fallback xmlns="">
          <p:pic>
            <p:nvPicPr>
              <p:cNvPr id="90" name="Ink 89"/>
            </p:nvPicPr>
            <p:blipFill>
              <a:blip r:embed="rId172"/>
            </p:blipFill>
            <p:spPr>
              <a:xfrm>
                <a:off x="2152650" y="3733800"/>
                <a:ext cx="107950" cy="292100"/>
              </a:xfrm>
              <a:prstGeom prst="rect"/>
            </p:spPr>
          </p:pic>
        </mc:Fallback>
      </mc:AlternateContent>
      <mc:AlternateContent xmlns:mc="http://schemas.openxmlformats.org/markup-compatibility/2006" xmlns:p14="http://schemas.microsoft.com/office/powerpoint/2010/main">
        <mc:Choice Requires="p14">
          <p:contentPart p14:bwMode="auto" r:id="rId173">
            <p14:nvContentPartPr>
              <p14:cNvPr id="91" name="Ink 90"/>
              <p14:cNvContentPartPr/>
              <p14:nvPr/>
            </p14:nvContentPartPr>
            <p14:xfrm>
              <a:off x="2178050" y="3638550"/>
              <a:ext cx="374650" cy="495300"/>
            </p14:xfrm>
          </p:contentPart>
        </mc:Choice>
        <mc:Fallback xmlns="">
          <p:pic>
            <p:nvPicPr>
              <p:cNvPr id="91" name="Ink 90"/>
            </p:nvPicPr>
            <p:blipFill>
              <a:blip r:embed="rId174"/>
            </p:blipFill>
            <p:spPr>
              <a:xfrm>
                <a:off x="2178050" y="3638550"/>
                <a:ext cx="374650" cy="495300"/>
              </a:xfrm>
              <a:prstGeom prst="rect"/>
            </p:spPr>
          </p:pic>
        </mc:Fallback>
      </mc:AlternateContent>
      <mc:AlternateContent xmlns:mc="http://schemas.openxmlformats.org/markup-compatibility/2006" xmlns:p14="http://schemas.microsoft.com/office/powerpoint/2010/main">
        <mc:Choice Requires="p14">
          <p:contentPart p14:bwMode="auto" r:id="rId175">
            <p14:nvContentPartPr>
              <p14:cNvPr id="92" name="Ink 91"/>
              <p14:cNvContentPartPr/>
              <p14:nvPr/>
            </p14:nvContentPartPr>
            <p14:xfrm>
              <a:off x="3409950" y="3263900"/>
              <a:ext cx="457200" cy="247650"/>
            </p14:xfrm>
          </p:contentPart>
        </mc:Choice>
        <mc:Fallback xmlns="">
          <p:pic>
            <p:nvPicPr>
              <p:cNvPr id="92" name="Ink 91"/>
            </p:nvPicPr>
            <p:blipFill>
              <a:blip r:embed="rId176"/>
            </p:blipFill>
            <p:spPr>
              <a:xfrm>
                <a:off x="3409950" y="3263900"/>
                <a:ext cx="457200" cy="247650"/>
              </a:xfrm>
              <a:prstGeom prst="rect"/>
            </p:spPr>
          </p:pic>
        </mc:Fallback>
      </mc:AlternateContent>
      <mc:AlternateContent xmlns:mc="http://schemas.openxmlformats.org/markup-compatibility/2006" xmlns:p14="http://schemas.microsoft.com/office/powerpoint/2010/main">
        <mc:Choice Requires="p14">
          <p:contentPart p14:bwMode="auto" r:id="rId177">
            <p14:nvContentPartPr>
              <p14:cNvPr id="93" name="Ink 92"/>
              <p14:cNvContentPartPr/>
              <p14:nvPr/>
            </p14:nvContentPartPr>
            <p14:xfrm>
              <a:off x="3270250" y="4438650"/>
              <a:ext cx="120650" cy="260350"/>
            </p14:xfrm>
          </p:contentPart>
        </mc:Choice>
        <mc:Fallback xmlns="">
          <p:pic>
            <p:nvPicPr>
              <p:cNvPr id="93" name="Ink 92"/>
            </p:nvPicPr>
            <p:blipFill>
              <a:blip r:embed="rId178"/>
            </p:blipFill>
            <p:spPr>
              <a:xfrm>
                <a:off x="3270250" y="4438650"/>
                <a:ext cx="120650" cy="260350"/>
              </a:xfrm>
              <a:prstGeom prst="rect"/>
            </p:spPr>
          </p:pic>
        </mc:Fallback>
      </mc:AlternateContent>
      <mc:AlternateContent xmlns:mc="http://schemas.openxmlformats.org/markup-compatibility/2006" xmlns:p14="http://schemas.microsoft.com/office/powerpoint/2010/main">
        <mc:Choice Requires="p14">
          <p:contentPart p14:bwMode="auto" r:id="rId179">
            <p14:nvContentPartPr>
              <p14:cNvPr id="94" name="Ink 93"/>
              <p14:cNvContentPartPr/>
              <p14:nvPr/>
            </p14:nvContentPartPr>
            <p14:xfrm>
              <a:off x="3238500" y="4457700"/>
              <a:ext cx="234950" cy="311150"/>
            </p14:xfrm>
          </p:contentPart>
        </mc:Choice>
        <mc:Fallback xmlns="">
          <p:pic>
            <p:nvPicPr>
              <p:cNvPr id="94" name="Ink 93"/>
            </p:nvPicPr>
            <p:blipFill>
              <a:blip r:embed="rId180"/>
            </p:blipFill>
            <p:spPr>
              <a:xfrm>
                <a:off x="3238500" y="4457700"/>
                <a:ext cx="234950" cy="311150"/>
              </a:xfrm>
              <a:prstGeom prst="rect"/>
            </p:spPr>
          </p:pic>
        </mc:Fallback>
      </mc:AlternateContent>
      <mc:AlternateContent xmlns:mc="http://schemas.openxmlformats.org/markup-compatibility/2006" xmlns:p14="http://schemas.microsoft.com/office/powerpoint/2010/main">
        <mc:Choice Requires="p14">
          <p:contentPart p14:bwMode="auto" r:id="rId181">
            <p14:nvContentPartPr>
              <p14:cNvPr id="95" name="Ink 94"/>
              <p14:cNvContentPartPr/>
              <p14:nvPr/>
            </p14:nvContentPartPr>
            <p14:xfrm>
              <a:off x="3790950" y="4292600"/>
              <a:ext cx="76200" cy="171450"/>
            </p14:xfrm>
          </p:contentPart>
        </mc:Choice>
        <mc:Fallback xmlns="">
          <p:pic>
            <p:nvPicPr>
              <p:cNvPr id="95" name="Ink 94"/>
            </p:nvPicPr>
            <p:blipFill>
              <a:blip r:embed="rId182"/>
            </p:blipFill>
            <p:spPr>
              <a:xfrm>
                <a:off x="3790950" y="4292600"/>
                <a:ext cx="76200" cy="171450"/>
              </a:xfrm>
              <a:prstGeom prst="rect"/>
            </p:spPr>
          </p:pic>
        </mc:Fallback>
      </mc:AlternateContent>
      <mc:AlternateContent xmlns:mc="http://schemas.openxmlformats.org/markup-compatibility/2006" xmlns:p14="http://schemas.microsoft.com/office/powerpoint/2010/main">
        <mc:Choice Requires="p14">
          <p:contentPart p14:bwMode="auto" r:id="rId183">
            <p14:nvContentPartPr>
              <p14:cNvPr id="96" name="Ink 95"/>
              <p14:cNvContentPartPr/>
              <p14:nvPr/>
            </p14:nvContentPartPr>
            <p14:xfrm>
              <a:off x="3765550" y="4121150"/>
              <a:ext cx="196850" cy="127000"/>
            </p14:xfrm>
          </p:contentPart>
        </mc:Choice>
        <mc:Fallback xmlns="">
          <p:pic>
            <p:nvPicPr>
              <p:cNvPr id="96" name="Ink 95"/>
            </p:nvPicPr>
            <p:blipFill>
              <a:blip r:embed="rId184"/>
            </p:blipFill>
            <p:spPr>
              <a:xfrm>
                <a:off x="3765550" y="4121150"/>
                <a:ext cx="196850" cy="127000"/>
              </a:xfrm>
              <a:prstGeom prst="rect"/>
            </p:spPr>
          </p:pic>
        </mc:Fallback>
      </mc:AlternateContent>
      <mc:AlternateContent xmlns:mc="http://schemas.openxmlformats.org/markup-compatibility/2006" xmlns:p14="http://schemas.microsoft.com/office/powerpoint/2010/main">
        <mc:Choice Requires="p14">
          <p:contentPart p14:bwMode="auto" r:id="rId185">
            <p14:nvContentPartPr>
              <p14:cNvPr id="97" name="Ink 96"/>
              <p14:cNvContentPartPr/>
              <p14:nvPr/>
            </p14:nvContentPartPr>
            <p14:xfrm>
              <a:off x="3860800" y="4273550"/>
              <a:ext cx="158750" cy="88900"/>
            </p14:xfrm>
          </p:contentPart>
        </mc:Choice>
        <mc:Fallback xmlns="">
          <p:pic>
            <p:nvPicPr>
              <p:cNvPr id="97" name="Ink 96"/>
            </p:nvPicPr>
            <p:blipFill>
              <a:blip r:embed="rId186"/>
            </p:blipFill>
            <p:spPr>
              <a:xfrm>
                <a:off x="3860800" y="4273550"/>
                <a:ext cx="158750" cy="88900"/>
              </a:xfrm>
              <a:prstGeom prst="rect"/>
            </p:spPr>
          </p:pic>
        </mc:Fallback>
      </mc:AlternateContent>
      <mc:AlternateContent xmlns:mc="http://schemas.openxmlformats.org/markup-compatibility/2006" xmlns:p14="http://schemas.microsoft.com/office/powerpoint/2010/main">
        <mc:Choice Requires="p14">
          <p:contentPart p14:bwMode="auto" r:id="rId187">
            <p14:nvContentPartPr>
              <p14:cNvPr id="98" name="Ink 97"/>
              <p14:cNvContentPartPr/>
              <p14:nvPr/>
            </p14:nvContentPartPr>
            <p14:xfrm>
              <a:off x="3810000" y="4400550"/>
              <a:ext cx="285750" cy="165100"/>
            </p14:xfrm>
          </p:contentPart>
        </mc:Choice>
        <mc:Fallback xmlns="">
          <p:pic>
            <p:nvPicPr>
              <p:cNvPr id="98" name="Ink 97"/>
            </p:nvPicPr>
            <p:blipFill>
              <a:blip r:embed="rId188"/>
            </p:blipFill>
            <p:spPr>
              <a:xfrm>
                <a:off x="3810000" y="4400550"/>
                <a:ext cx="285750" cy="165100"/>
              </a:xfrm>
              <a:prstGeom prst="rect"/>
            </p:spPr>
          </p:pic>
        </mc:Fallback>
      </mc:AlternateContent>
      <mc:AlternateContent xmlns:mc="http://schemas.openxmlformats.org/markup-compatibility/2006" xmlns:p14="http://schemas.microsoft.com/office/powerpoint/2010/main">
        <mc:Choice Requires="p14">
          <p:contentPart p14:bwMode="auto" r:id="rId189">
            <p14:nvContentPartPr>
              <p14:cNvPr id="99" name="Ink 98"/>
              <p14:cNvContentPartPr/>
              <p14:nvPr/>
            </p14:nvContentPartPr>
            <p14:xfrm>
              <a:off x="5822950" y="4946650"/>
              <a:ext cx="247650" cy="234950"/>
            </p14:xfrm>
          </p:contentPart>
        </mc:Choice>
        <mc:Fallback xmlns="">
          <p:pic>
            <p:nvPicPr>
              <p:cNvPr id="99" name="Ink 98"/>
            </p:nvPicPr>
            <p:blipFill>
              <a:blip r:embed="rId190"/>
            </p:blipFill>
            <p:spPr>
              <a:xfrm>
                <a:off x="5822950" y="4946650"/>
                <a:ext cx="247650" cy="234950"/>
              </a:xfrm>
              <a:prstGeom prst="rect"/>
            </p:spPr>
          </p:pic>
        </mc:Fallback>
      </mc:AlternateContent>
      <mc:AlternateContent xmlns:mc="http://schemas.openxmlformats.org/markup-compatibility/2006" xmlns:p14="http://schemas.microsoft.com/office/powerpoint/2010/main">
        <mc:Choice Requires="p14">
          <p:contentPart p14:bwMode="auto" r:id="rId191">
            <p14:nvContentPartPr>
              <p14:cNvPr id="100" name="Ink 99"/>
              <p14:cNvContentPartPr/>
              <p14:nvPr/>
            </p14:nvContentPartPr>
            <p14:xfrm>
              <a:off x="6140450" y="4914900"/>
              <a:ext cx="609600" cy="222250"/>
            </p14:xfrm>
          </p:contentPart>
        </mc:Choice>
        <mc:Fallback xmlns="">
          <p:pic>
            <p:nvPicPr>
              <p:cNvPr id="100" name="Ink 99"/>
            </p:nvPicPr>
            <p:blipFill>
              <a:blip r:embed="rId192"/>
            </p:blipFill>
            <p:spPr>
              <a:xfrm>
                <a:off x="6140450" y="4914900"/>
                <a:ext cx="609600" cy="222250"/>
              </a:xfrm>
              <a:prstGeom prst="rect"/>
            </p:spPr>
          </p:pic>
        </mc:Fallback>
      </mc:AlternateContent>
      <mc:AlternateContent xmlns:mc="http://schemas.openxmlformats.org/markup-compatibility/2006" xmlns:p14="http://schemas.microsoft.com/office/powerpoint/2010/main">
        <mc:Choice Requires="p14">
          <p:contentPart p14:bwMode="auto" r:id="rId193">
            <p14:nvContentPartPr>
              <p14:cNvPr id="101" name="Ink 100"/>
              <p14:cNvContentPartPr/>
              <p14:nvPr/>
            </p14:nvContentPartPr>
            <p14:xfrm>
              <a:off x="6813550" y="4775200"/>
              <a:ext cx="1111250" cy="241300"/>
            </p14:xfrm>
          </p:contentPart>
        </mc:Choice>
        <mc:Fallback xmlns="">
          <p:pic>
            <p:nvPicPr>
              <p:cNvPr id="101" name="Ink 100"/>
            </p:nvPicPr>
            <p:blipFill>
              <a:blip r:embed="rId194"/>
            </p:blipFill>
            <p:spPr>
              <a:xfrm>
                <a:off x="6813550" y="4775200"/>
                <a:ext cx="1111250" cy="241300"/>
              </a:xfrm>
              <a:prstGeom prst="rect"/>
            </p:spPr>
          </p:pic>
        </mc:Fallback>
      </mc:AlternateContent>
      <mc:AlternateContent xmlns:mc="http://schemas.openxmlformats.org/markup-compatibility/2006" xmlns:p14="http://schemas.microsoft.com/office/powerpoint/2010/main">
        <mc:Choice Requires="p14">
          <p:contentPart p14:bwMode="auto" r:id="rId195">
            <p14:nvContentPartPr>
              <p14:cNvPr id="102" name="Ink 101"/>
              <p14:cNvContentPartPr/>
              <p14:nvPr/>
            </p14:nvContentPartPr>
            <p14:xfrm>
              <a:off x="7759700" y="4622800"/>
              <a:ext cx="12700" cy="360"/>
            </p14:xfrm>
          </p:contentPart>
        </mc:Choice>
        <mc:Fallback xmlns="">
          <p:pic>
            <p:nvPicPr>
              <p:cNvPr id="102" name="Ink 101"/>
            </p:nvPicPr>
            <p:blipFill>
              <a:blip r:embed="rId39"/>
            </p:blipFill>
            <p:spPr>
              <a:xfrm>
                <a:off x="7759700" y="4622800"/>
                <a:ext cx="12700" cy="360"/>
              </a:xfrm>
              <a:prstGeom prst="rect"/>
            </p:spPr>
          </p:pic>
        </mc:Fallback>
      </mc:AlternateContent>
      <mc:AlternateContent xmlns:mc="http://schemas.openxmlformats.org/markup-compatibility/2006" xmlns:p14="http://schemas.microsoft.com/office/powerpoint/2010/main">
        <mc:Choice Requires="p14">
          <p:contentPart p14:bwMode="auto" r:id="rId196">
            <p14:nvContentPartPr>
              <p14:cNvPr id="103" name="Ink 102"/>
              <p14:cNvContentPartPr/>
              <p14:nvPr/>
            </p14:nvContentPartPr>
            <p14:xfrm>
              <a:off x="7956550" y="4419600"/>
              <a:ext cx="381000" cy="1111250"/>
            </p14:xfrm>
          </p:contentPart>
        </mc:Choice>
        <mc:Fallback xmlns="">
          <p:pic>
            <p:nvPicPr>
              <p:cNvPr id="103" name="Ink 102"/>
            </p:nvPicPr>
            <p:blipFill>
              <a:blip r:embed="rId197"/>
            </p:blipFill>
            <p:spPr>
              <a:xfrm>
                <a:off x="7956550" y="4419600"/>
                <a:ext cx="381000" cy="1111250"/>
              </a:xfrm>
              <a:prstGeom prst="rect"/>
            </p:spPr>
          </p:pic>
        </mc:Fallback>
      </mc:AlternateContent>
      <mc:AlternateContent xmlns:mc="http://schemas.openxmlformats.org/markup-compatibility/2006" xmlns:p14="http://schemas.microsoft.com/office/powerpoint/2010/main">
        <mc:Choice Requires="p14">
          <p:contentPart p14:bwMode="auto" r:id="rId198">
            <p14:nvContentPartPr>
              <p14:cNvPr id="104" name="Ink 103"/>
              <p14:cNvContentPartPr/>
              <p14:nvPr/>
            </p14:nvContentPartPr>
            <p14:xfrm>
              <a:off x="8077200" y="4305300"/>
              <a:ext cx="508000" cy="298450"/>
            </p14:xfrm>
          </p:contentPart>
        </mc:Choice>
        <mc:Fallback xmlns="">
          <p:pic>
            <p:nvPicPr>
              <p:cNvPr id="104" name="Ink 103"/>
            </p:nvPicPr>
            <p:blipFill>
              <a:blip r:embed="rId199"/>
            </p:blipFill>
            <p:spPr>
              <a:xfrm>
                <a:off x="8077200" y="4305300"/>
                <a:ext cx="508000" cy="298450"/>
              </a:xfrm>
              <a:prstGeom prst="rect"/>
            </p:spPr>
          </p:pic>
        </mc:Fallback>
      </mc:AlternateContent>
      <mc:AlternateContent xmlns:mc="http://schemas.openxmlformats.org/markup-compatibility/2006" xmlns:p14="http://schemas.microsoft.com/office/powerpoint/2010/main">
        <mc:Choice Requires="p14">
          <p:contentPart p14:bwMode="auto" r:id="rId200">
            <p14:nvContentPartPr>
              <p14:cNvPr id="105" name="Ink 104"/>
              <p14:cNvContentPartPr/>
              <p14:nvPr/>
            </p14:nvContentPartPr>
            <p14:xfrm>
              <a:off x="5537200" y="2774950"/>
              <a:ext cx="1727200" cy="361950"/>
            </p14:xfrm>
          </p:contentPart>
        </mc:Choice>
        <mc:Fallback xmlns="">
          <p:pic>
            <p:nvPicPr>
              <p:cNvPr id="105" name="Ink 104"/>
            </p:nvPicPr>
            <p:blipFill>
              <a:blip r:embed="rId201"/>
            </p:blipFill>
            <p:spPr>
              <a:xfrm>
                <a:off x="5537200" y="2774950"/>
                <a:ext cx="1727200" cy="361950"/>
              </a:xfrm>
              <a:prstGeom prst="rect"/>
            </p:spPr>
          </p:pic>
        </mc:Fallback>
      </mc:AlternateContent>
      <mc:AlternateContent xmlns:mc="http://schemas.openxmlformats.org/markup-compatibility/2006" xmlns:p14="http://schemas.microsoft.com/office/powerpoint/2010/main">
        <mc:Choice Requires="p14">
          <p:contentPart p14:bwMode="auto" r:id="rId202">
            <p14:nvContentPartPr>
              <p14:cNvPr id="106" name="Ink 105"/>
              <p14:cNvContentPartPr/>
              <p14:nvPr/>
            </p14:nvContentPartPr>
            <p14:xfrm>
              <a:off x="2076450" y="412750"/>
              <a:ext cx="1663700" cy="698500"/>
            </p14:xfrm>
          </p:contentPart>
        </mc:Choice>
        <mc:Fallback xmlns="">
          <p:pic>
            <p:nvPicPr>
              <p:cNvPr id="106" name="Ink 105"/>
            </p:nvPicPr>
            <p:blipFill>
              <a:blip r:embed="rId203"/>
            </p:blipFill>
            <p:spPr>
              <a:xfrm>
                <a:off x="2076450" y="412750"/>
                <a:ext cx="1663700" cy="698500"/>
              </a:xfrm>
              <a:prstGeom prst="rect"/>
            </p:spPr>
          </p:pic>
        </mc:Fallback>
      </mc:AlternateContent>
      <mc:AlternateContent xmlns:mc="http://schemas.openxmlformats.org/markup-compatibility/2006" xmlns:p14="http://schemas.microsoft.com/office/powerpoint/2010/main">
        <mc:Choice Requires="p14">
          <p:contentPart p14:bwMode="auto" r:id="rId204">
            <p14:nvContentPartPr>
              <p14:cNvPr id="107" name="Ink 106"/>
              <p14:cNvContentPartPr/>
              <p14:nvPr/>
            </p14:nvContentPartPr>
            <p14:xfrm>
              <a:off x="2032000" y="260350"/>
              <a:ext cx="654050" cy="171450"/>
            </p14:xfrm>
          </p:contentPart>
        </mc:Choice>
        <mc:Fallback xmlns="">
          <p:pic>
            <p:nvPicPr>
              <p:cNvPr id="107" name="Ink 106"/>
            </p:nvPicPr>
            <p:blipFill>
              <a:blip r:embed="rId205"/>
            </p:blipFill>
            <p:spPr>
              <a:xfrm>
                <a:off x="2032000" y="260350"/>
                <a:ext cx="654050" cy="171450"/>
              </a:xfrm>
              <a:prstGeom prst="rect"/>
            </p:spPr>
          </p:pic>
        </mc:Fallback>
      </mc:AlternateContent>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IaaS Benefits</a:t>
            </a:r>
          </a:p>
        </p:txBody>
      </p:sp>
      <p:sp>
        <p:nvSpPr>
          <p:cNvPr id="3" name="Content Placeholder 2"/>
          <p:cNvSpPr>
            <a:spLocks noGrp="1"/>
          </p:cNvSpPr>
          <p:nvPr>
            <p:ph idx="1"/>
          </p:nvPr>
        </p:nvSpPr>
        <p:spPr>
          <a:xfrm>
            <a:off x="457200" y="1295400"/>
            <a:ext cx="8229600" cy="5184140"/>
          </a:xfrm>
        </p:spPr>
        <p:txBody>
          <a:bodyPr>
            <a:noAutofit/>
          </a:bodyPr>
          <a:lstStyle/>
          <a:p>
            <a:endParaRPr lang="en-US" sz="1800" i="1">
              <a:solidFill>
                <a:srgbClr val="FF0000"/>
              </a:solidFill>
            </a:endParaRPr>
          </a:p>
          <a:p>
            <a:pPr marL="0" indent="0">
              <a:buNone/>
            </a:pPr>
            <a:r>
              <a:rPr lang="en-US" sz="1800" i="1">
                <a:solidFill>
                  <a:srgbClr val="FF0000"/>
                </a:solidFill>
              </a:rPr>
              <a:t>IaaS allows the cloud provider to freely locate the infrastructure over the Internet in a cost-effective manner. </a:t>
            </a:r>
          </a:p>
          <a:p>
            <a:endParaRPr lang="en-US" sz="1800"/>
          </a:p>
          <a:p>
            <a:pPr marL="0" indent="0">
              <a:buNone/>
            </a:pPr>
            <a:r>
              <a:rPr lang="en-US" sz="1800"/>
              <a:t>Some of the key benefits of IaaS are listed below: </a:t>
            </a:r>
          </a:p>
          <a:p>
            <a:endParaRPr lang="en-US" sz="1800"/>
          </a:p>
          <a:p>
            <a:pPr>
              <a:buAutoNum type="arabicPeriod"/>
            </a:pPr>
            <a:r>
              <a:rPr lang="en-US" sz="1800" b="1"/>
              <a:t>Full Control of the computing resources through Administrative Access to VMs. </a:t>
            </a:r>
            <a:r>
              <a:rPr lang="en-US" sz="1800"/>
              <a:t>--</a:t>
            </a:r>
          </a:p>
          <a:p>
            <a:pPr marL="0" indent="0">
              <a:buNone/>
            </a:pPr>
            <a:endParaRPr lang="en-US" sz="1800"/>
          </a:p>
          <a:p>
            <a:pPr marL="0" indent="0">
              <a:buNone/>
            </a:pPr>
            <a:r>
              <a:rPr lang="en-US" sz="1800"/>
              <a:t> IaaS allows the consumer to access computing resources through administrative access to virtual machines in the following manner: </a:t>
            </a:r>
          </a:p>
          <a:p>
            <a:pPr>
              <a:buAutoNum type="arabicPeriod"/>
            </a:pPr>
            <a:endParaRPr lang="en-US" sz="1800"/>
          </a:p>
          <a:p>
            <a:r>
              <a:rPr lang="en-US" sz="1800"/>
              <a:t>Consumer issues administrative command to cloud provider to run the virtual machine or to save data on cloud's server. </a:t>
            </a:r>
          </a:p>
          <a:p>
            <a:r>
              <a:rPr lang="en-US" sz="1800"/>
              <a:t>Consumer issues administrative command to virtual machines they owned to start web server or installing new applications. </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sym typeface="+mn-ea"/>
              </a:rPr>
              <a:t>IaaS Benefits</a:t>
            </a:r>
            <a:r>
              <a:rPr lang="en-US"/>
              <a:t/>
            </a:r>
            <a:br>
              <a:rPr lang="en-US"/>
            </a:br>
            <a:endParaRPr lang="en-US"/>
          </a:p>
        </p:txBody>
      </p:sp>
      <p:sp>
        <p:nvSpPr>
          <p:cNvPr id="3" name="Content Placeholder 2"/>
          <p:cNvSpPr>
            <a:spLocks noGrp="1"/>
          </p:cNvSpPr>
          <p:nvPr>
            <p:ph idx="1"/>
          </p:nvPr>
        </p:nvSpPr>
        <p:spPr/>
        <p:txBody>
          <a:bodyPr>
            <a:noAutofit/>
          </a:bodyPr>
          <a:lstStyle/>
          <a:p>
            <a:pPr marL="0" indent="0">
              <a:buNone/>
            </a:pPr>
            <a:r>
              <a:rPr lang="en-US" sz="1700" b="1"/>
              <a:t>2. Flexible and Efficient renting of Computer Hardware. </a:t>
            </a:r>
          </a:p>
          <a:p>
            <a:r>
              <a:rPr lang="en-US" sz="1700"/>
              <a:t>IaaS resources such as virtual machines, storages, bandwidth, IP addresses, monitoring services, firewalls, etc.,</a:t>
            </a:r>
          </a:p>
          <a:p>
            <a:r>
              <a:rPr lang="en-US" sz="1700"/>
              <a:t> all are made available to the consumers on rent. </a:t>
            </a:r>
          </a:p>
          <a:p>
            <a:r>
              <a:rPr lang="en-US" sz="1700"/>
              <a:t>The consumer has to pay based the length of time a consumer retains a resource. Also with administrative access to virtual machines, the consumer can also run any software, even a custom operating system.</a:t>
            </a:r>
          </a:p>
          <a:p>
            <a:pPr marL="0" indent="0">
              <a:buNone/>
            </a:pPr>
            <a:r>
              <a:rPr lang="en-US" sz="1700"/>
              <a:t>	</a:t>
            </a:r>
          </a:p>
          <a:p>
            <a:pPr marL="0" indent="0">
              <a:buNone/>
            </a:pPr>
            <a:r>
              <a:rPr lang="en-US" sz="1700" b="1"/>
              <a:t>3. Portability, Interoperability with Legacy Applications. </a:t>
            </a:r>
          </a:p>
          <a:p>
            <a:endParaRPr lang="en-US" sz="1700"/>
          </a:p>
          <a:p>
            <a:r>
              <a:rPr lang="en-US" sz="1700"/>
              <a:t>It is possible to maintain legacy between applications and workloads between IaaS clouds. </a:t>
            </a:r>
          </a:p>
          <a:p>
            <a:r>
              <a:rPr lang="en-US" sz="1700"/>
              <a:t>For example, network applications such as web server, e-mail server that normally runs on consumer-owned server hardware can also be run from VMs in IaaS cloud.</a:t>
            </a:r>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3911600" y="2114550"/>
              <a:ext cx="1123950" cy="482600"/>
            </p14:xfrm>
          </p:contentPart>
        </mc:Choice>
        <mc:Fallback xmlns="">
          <p:pic>
            <p:nvPicPr>
              <p:cNvPr id="4" name="Ink 3"/>
            </p:nvPicPr>
            <p:blipFill>
              <a:blip r:embed="rId3"/>
            </p:blipFill>
            <p:spPr>
              <a:xfrm>
                <a:off x="3911600" y="2114550"/>
                <a:ext cx="1123950" cy="482600"/>
              </a:xfrm>
              <a:prstGeom prst="rect"/>
            </p:spPr>
          </p:pic>
        </mc:Fallback>
      </mc:AlternateContent>
      <mc:AlternateContent xmlns:mc="http://schemas.openxmlformats.org/markup-compatibility/2006" xmlns:p14="http://schemas.microsoft.com/office/powerpoint/2010/main">
        <mc:Choice Requires="p14">
          <p:contentPart p14:bwMode="auto" r:id="rId4">
            <p14:nvContentPartPr>
              <p14:cNvPr id="5" name="Ink 4"/>
              <p14:cNvContentPartPr/>
              <p14:nvPr/>
            </p14:nvContentPartPr>
            <p14:xfrm>
              <a:off x="508000" y="2717800"/>
              <a:ext cx="1365250" cy="660400"/>
            </p14:xfrm>
          </p:contentPart>
        </mc:Choice>
        <mc:Fallback xmlns="">
          <p:pic>
            <p:nvPicPr>
              <p:cNvPr id="5" name="Ink 4"/>
            </p:nvPicPr>
            <p:blipFill>
              <a:blip r:embed="rId5"/>
            </p:blipFill>
            <p:spPr>
              <a:xfrm>
                <a:off x="508000" y="2717800"/>
                <a:ext cx="1365250" cy="660400"/>
              </a:xfrm>
              <a:prstGeom prst="rect"/>
            </p:spPr>
          </p:pic>
        </mc:Fallback>
      </mc:AlternateContent>
      <mc:AlternateContent xmlns:mc="http://schemas.openxmlformats.org/markup-compatibility/2006" xmlns:p14="http://schemas.microsoft.com/office/powerpoint/2010/main">
        <mc:Choice Requires="p14">
          <p:contentPart p14:bwMode="auto" r:id="rId6">
            <p14:nvContentPartPr>
              <p14:cNvPr id="6" name="Ink 5"/>
              <p14:cNvContentPartPr/>
              <p14:nvPr/>
            </p14:nvContentPartPr>
            <p14:xfrm>
              <a:off x="292100" y="4070350"/>
              <a:ext cx="711200" cy="374650"/>
            </p14:xfrm>
          </p:contentPart>
        </mc:Choice>
        <mc:Fallback xmlns="">
          <p:pic>
            <p:nvPicPr>
              <p:cNvPr id="6" name="Ink 5"/>
            </p:nvPicPr>
            <p:blipFill>
              <a:blip r:embed="rId7"/>
            </p:blipFill>
            <p:spPr>
              <a:xfrm>
                <a:off x="292100" y="4070350"/>
                <a:ext cx="711200" cy="374650"/>
              </a:xfrm>
              <a:prstGeom prst="rect"/>
            </p:spPr>
          </p:pic>
        </mc:Fallback>
      </mc:AlternateContent>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sym typeface="+mn-ea"/>
              </a:rPr>
              <a:t>IaaS Benefits</a:t>
            </a:r>
            <a:r>
              <a:rPr lang="en-US"/>
              <a:t/>
            </a:r>
            <a:br>
              <a:rPr lang="en-US"/>
            </a:br>
            <a:endParaRPr lang="en-US"/>
          </a:p>
        </p:txBody>
      </p:sp>
      <p:sp>
        <p:nvSpPr>
          <p:cNvPr id="3" name="Content Placeholder 2"/>
          <p:cNvSpPr>
            <a:spLocks noGrp="1"/>
          </p:cNvSpPr>
          <p:nvPr>
            <p:ph idx="1"/>
          </p:nvPr>
        </p:nvSpPr>
        <p:spPr/>
        <p:txBody>
          <a:bodyPr>
            <a:normAutofit/>
          </a:bodyPr>
          <a:lstStyle/>
          <a:p>
            <a:pPr marL="0" indent="0">
              <a:buNone/>
            </a:pPr>
            <a:r>
              <a:rPr lang="en-US" sz="1800" b="1"/>
              <a:t>4. Cost Saving &amp; On Demand Scalability</a:t>
            </a:r>
            <a:r>
              <a:rPr lang="en-US" sz="1800"/>
              <a:t> </a:t>
            </a:r>
          </a:p>
          <a:p>
            <a:endParaRPr lang="en-US" sz="1800"/>
          </a:p>
          <a:p>
            <a:pPr marL="0" indent="0">
              <a:buNone/>
            </a:pPr>
            <a:r>
              <a:rPr lang="en-US" sz="1800" b="1"/>
              <a:t>5. No need to set up, maintain or update the hardware</a:t>
            </a:r>
          </a:p>
          <a:p>
            <a:endParaRPr lang="en-US" sz="1800"/>
          </a:p>
          <a:p>
            <a:pPr marL="0" indent="0">
              <a:buNone/>
            </a:pPr>
            <a:r>
              <a:rPr lang="en-US" sz="1800" b="1"/>
              <a:t>6. IaaS has greater reliability with the service provider. If any particular hardware components fail, or even internet connection fails or entire data go offline, an organization’s infrastructure would not be affected</a:t>
            </a:r>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2762250" y="5486400"/>
              <a:ext cx="4260850" cy="203200"/>
            </p14:xfrm>
          </p:contentPart>
        </mc:Choice>
        <mc:Fallback xmlns="">
          <p:pic>
            <p:nvPicPr>
              <p:cNvPr id="4" name="Ink 3"/>
            </p:nvPicPr>
            <p:blipFill>
              <a:blip r:embed="rId3"/>
            </p:blipFill>
            <p:spPr>
              <a:xfrm>
                <a:off x="2762250" y="5486400"/>
                <a:ext cx="4260850" cy="203200"/>
              </a:xfrm>
              <a:prstGeom prst="rect"/>
            </p:spPr>
          </p:pic>
        </mc:Fallback>
      </mc:AlternateContent>
      <mc:AlternateContent xmlns:mc="http://schemas.openxmlformats.org/markup-compatibility/2006" xmlns:p14="http://schemas.microsoft.com/office/powerpoint/2010/main">
        <mc:Choice Requires="p14">
          <p:contentPart p14:bwMode="auto" r:id="rId4">
            <p14:nvContentPartPr>
              <p14:cNvPr id="5" name="Ink 4"/>
              <p14:cNvContentPartPr/>
              <p14:nvPr/>
            </p14:nvContentPartPr>
            <p14:xfrm>
              <a:off x="2743200" y="5086350"/>
              <a:ext cx="31750" cy="584200"/>
            </p14:xfrm>
          </p:contentPart>
        </mc:Choice>
        <mc:Fallback xmlns="">
          <p:pic>
            <p:nvPicPr>
              <p:cNvPr id="5" name="Ink 4"/>
            </p:nvPicPr>
            <p:blipFill>
              <a:blip r:embed="rId5"/>
            </p:blipFill>
            <p:spPr>
              <a:xfrm>
                <a:off x="2743200" y="5086350"/>
                <a:ext cx="31750" cy="584200"/>
              </a:xfrm>
              <a:prstGeom prst="rect"/>
            </p:spPr>
          </p:pic>
        </mc:Fallback>
      </mc:AlternateContent>
      <mc:AlternateContent xmlns:mc="http://schemas.openxmlformats.org/markup-compatibility/2006" xmlns:p14="http://schemas.microsoft.com/office/powerpoint/2010/main">
        <mc:Choice Requires="p14">
          <p:contentPart p14:bwMode="auto" r:id="rId6">
            <p14:nvContentPartPr>
              <p14:cNvPr id="6" name="Ink 5"/>
              <p14:cNvContentPartPr/>
              <p14:nvPr/>
            </p14:nvContentPartPr>
            <p14:xfrm>
              <a:off x="2730500" y="5073650"/>
              <a:ext cx="311150" cy="628650"/>
            </p14:xfrm>
          </p:contentPart>
        </mc:Choice>
        <mc:Fallback xmlns="">
          <p:pic>
            <p:nvPicPr>
              <p:cNvPr id="6" name="Ink 5"/>
            </p:nvPicPr>
            <p:blipFill>
              <a:blip r:embed="rId7"/>
            </p:blipFill>
            <p:spPr>
              <a:xfrm>
                <a:off x="2730500" y="5073650"/>
                <a:ext cx="311150" cy="628650"/>
              </a:xfrm>
              <a:prstGeom prst="rect"/>
            </p:spPr>
          </p:pic>
        </mc:Fallback>
      </mc:AlternateContent>
      <mc:AlternateContent xmlns:mc="http://schemas.openxmlformats.org/markup-compatibility/2006" xmlns:p14="http://schemas.microsoft.com/office/powerpoint/2010/main">
        <mc:Choice Requires="p14">
          <p:contentPart p14:bwMode="auto" r:id="rId8">
            <p14:nvContentPartPr>
              <p14:cNvPr id="7" name="Ink 6"/>
              <p14:cNvContentPartPr/>
              <p14:nvPr/>
            </p14:nvContentPartPr>
            <p14:xfrm>
              <a:off x="4146550" y="4095750"/>
              <a:ext cx="114300" cy="1485900"/>
            </p14:xfrm>
          </p:contentPart>
        </mc:Choice>
        <mc:Fallback xmlns="">
          <p:pic>
            <p:nvPicPr>
              <p:cNvPr id="7" name="Ink 6"/>
            </p:nvPicPr>
            <p:blipFill>
              <a:blip r:embed="rId9"/>
            </p:blipFill>
            <p:spPr>
              <a:xfrm>
                <a:off x="4146550" y="4095750"/>
                <a:ext cx="114300" cy="1485900"/>
              </a:xfrm>
              <a:prstGeom prst="rect"/>
            </p:spPr>
          </p:pic>
        </mc:Fallback>
      </mc:AlternateContent>
      <mc:AlternateContent xmlns:mc="http://schemas.openxmlformats.org/markup-compatibility/2006" xmlns:p14="http://schemas.microsoft.com/office/powerpoint/2010/main">
        <mc:Choice Requires="p14">
          <p:contentPart p14:bwMode="auto" r:id="rId10">
            <p14:nvContentPartPr>
              <p14:cNvPr id="8" name="Ink 7"/>
              <p14:cNvContentPartPr/>
              <p14:nvPr/>
            </p14:nvContentPartPr>
            <p14:xfrm>
              <a:off x="4025900" y="4038600"/>
              <a:ext cx="635000" cy="1504950"/>
            </p14:xfrm>
          </p:contentPart>
        </mc:Choice>
        <mc:Fallback xmlns="">
          <p:pic>
            <p:nvPicPr>
              <p:cNvPr id="8" name="Ink 7"/>
            </p:nvPicPr>
            <p:blipFill>
              <a:blip r:embed="rId11"/>
            </p:blipFill>
            <p:spPr>
              <a:xfrm>
                <a:off x="4025900" y="4038600"/>
                <a:ext cx="635000" cy="1504950"/>
              </a:xfrm>
              <a:prstGeom prst="rect"/>
            </p:spPr>
          </p:pic>
        </mc:Fallback>
      </mc:AlternateContent>
      <mc:AlternateContent xmlns:mc="http://schemas.openxmlformats.org/markup-compatibility/2006" xmlns:p14="http://schemas.microsoft.com/office/powerpoint/2010/main">
        <mc:Choice Requires="p14">
          <p:contentPart p14:bwMode="auto" r:id="rId12">
            <p14:nvContentPartPr>
              <p14:cNvPr id="9" name="Ink 8"/>
              <p14:cNvContentPartPr/>
              <p14:nvPr/>
            </p14:nvContentPartPr>
            <p14:xfrm>
              <a:off x="2660650" y="4197350"/>
              <a:ext cx="12700" cy="360"/>
            </p14:xfrm>
          </p:contentPart>
        </mc:Choice>
        <mc:Fallback xmlns="">
          <p:pic>
            <p:nvPicPr>
              <p:cNvPr id="9" name="Ink 8"/>
            </p:nvPicPr>
            <p:blipFill>
              <a:blip r:embed="rId13"/>
            </p:blipFill>
            <p:spPr>
              <a:xfrm>
                <a:off x="2660650" y="4197350"/>
                <a:ext cx="12700" cy="360"/>
              </a:xfrm>
              <a:prstGeom prst="rect"/>
            </p:spPr>
          </p:pic>
        </mc:Fallback>
      </mc:AlternateContent>
      <mc:AlternateContent xmlns:mc="http://schemas.openxmlformats.org/markup-compatibility/2006" xmlns:p14="http://schemas.microsoft.com/office/powerpoint/2010/main">
        <mc:Choice Requires="p14">
          <p:contentPart p14:bwMode="auto" r:id="rId14">
            <p14:nvContentPartPr>
              <p14:cNvPr id="10" name="Ink 9"/>
              <p14:cNvContentPartPr/>
              <p14:nvPr/>
            </p14:nvContentPartPr>
            <p14:xfrm>
              <a:off x="2597150" y="3994150"/>
              <a:ext cx="4775200" cy="247650"/>
            </p14:xfrm>
          </p:contentPart>
        </mc:Choice>
        <mc:Fallback xmlns="">
          <p:pic>
            <p:nvPicPr>
              <p:cNvPr id="10" name="Ink 9"/>
            </p:nvPicPr>
            <p:blipFill>
              <a:blip r:embed="rId15"/>
            </p:blipFill>
            <p:spPr>
              <a:xfrm>
                <a:off x="2597150" y="3994150"/>
                <a:ext cx="4775200" cy="247650"/>
              </a:xfrm>
              <a:prstGeom prst="rect"/>
            </p:spPr>
          </p:pic>
        </mc:Fallback>
      </mc:AlternateContent>
      <mc:AlternateContent xmlns:mc="http://schemas.openxmlformats.org/markup-compatibility/2006" xmlns:p14="http://schemas.microsoft.com/office/powerpoint/2010/main">
        <mc:Choice Requires="p14">
          <p:contentPart p14:bwMode="auto" r:id="rId16">
            <p14:nvContentPartPr>
              <p14:cNvPr id="11" name="Ink 10"/>
              <p14:cNvContentPartPr/>
              <p14:nvPr/>
            </p14:nvContentPartPr>
            <p14:xfrm>
              <a:off x="5340350" y="4629150"/>
              <a:ext cx="120650" cy="901700"/>
            </p14:xfrm>
          </p:contentPart>
        </mc:Choice>
        <mc:Fallback xmlns="">
          <p:pic>
            <p:nvPicPr>
              <p:cNvPr id="11" name="Ink 10"/>
            </p:nvPicPr>
            <p:blipFill>
              <a:blip r:embed="rId17"/>
            </p:blipFill>
            <p:spPr>
              <a:xfrm>
                <a:off x="5340350" y="4629150"/>
                <a:ext cx="120650" cy="901700"/>
              </a:xfrm>
              <a:prstGeom prst="rect"/>
            </p:spPr>
          </p:pic>
        </mc:Fallback>
      </mc:AlternateContent>
      <mc:AlternateContent xmlns:mc="http://schemas.openxmlformats.org/markup-compatibility/2006" xmlns:p14="http://schemas.microsoft.com/office/powerpoint/2010/main">
        <mc:Choice Requires="p14">
          <p:contentPart p14:bwMode="auto" r:id="rId18">
            <p14:nvContentPartPr>
              <p14:cNvPr id="12" name="Ink 11"/>
              <p14:cNvContentPartPr/>
              <p14:nvPr/>
            </p14:nvContentPartPr>
            <p14:xfrm>
              <a:off x="5429250" y="4610100"/>
              <a:ext cx="488950" cy="946150"/>
            </p14:xfrm>
          </p:contentPart>
        </mc:Choice>
        <mc:Fallback xmlns="">
          <p:pic>
            <p:nvPicPr>
              <p:cNvPr id="12" name="Ink 11"/>
            </p:nvPicPr>
            <p:blipFill>
              <a:blip r:embed="rId19"/>
            </p:blipFill>
            <p:spPr>
              <a:xfrm>
                <a:off x="5429250" y="4610100"/>
                <a:ext cx="488950" cy="946150"/>
              </a:xfrm>
              <a:prstGeom prst="rect"/>
            </p:spPr>
          </p:pic>
        </mc:Fallback>
      </mc:AlternateContent>
      <mc:AlternateContent xmlns:mc="http://schemas.openxmlformats.org/markup-compatibility/2006" xmlns:p14="http://schemas.microsoft.com/office/powerpoint/2010/main">
        <mc:Choice Requires="p14">
          <p:contentPart p14:bwMode="auto" r:id="rId20">
            <p14:nvContentPartPr>
              <p14:cNvPr id="13" name="Ink 12"/>
              <p14:cNvContentPartPr/>
              <p14:nvPr/>
            </p14:nvContentPartPr>
            <p14:xfrm>
              <a:off x="6629400" y="4914900"/>
              <a:ext cx="82550" cy="635000"/>
            </p14:xfrm>
          </p:contentPart>
        </mc:Choice>
        <mc:Fallback xmlns="">
          <p:pic>
            <p:nvPicPr>
              <p:cNvPr id="13" name="Ink 12"/>
            </p:nvPicPr>
            <p:blipFill>
              <a:blip r:embed="rId21"/>
            </p:blipFill>
            <p:spPr>
              <a:xfrm>
                <a:off x="6629400" y="4914900"/>
                <a:ext cx="82550" cy="635000"/>
              </a:xfrm>
              <a:prstGeom prst="rect"/>
            </p:spPr>
          </p:pic>
        </mc:Fallback>
      </mc:AlternateContent>
      <mc:AlternateContent xmlns:mc="http://schemas.openxmlformats.org/markup-compatibility/2006" xmlns:p14="http://schemas.microsoft.com/office/powerpoint/2010/main">
        <mc:Choice Requires="p14">
          <p:contentPart p14:bwMode="auto" r:id="rId22">
            <p14:nvContentPartPr>
              <p14:cNvPr id="14" name="Ink 13"/>
              <p14:cNvContentPartPr/>
              <p14:nvPr/>
            </p14:nvContentPartPr>
            <p14:xfrm>
              <a:off x="6635750" y="4876800"/>
              <a:ext cx="469900" cy="685800"/>
            </p14:xfrm>
          </p:contentPart>
        </mc:Choice>
        <mc:Fallback xmlns="">
          <p:pic>
            <p:nvPicPr>
              <p:cNvPr id="14" name="Ink 13"/>
            </p:nvPicPr>
            <p:blipFill>
              <a:blip r:embed="rId23"/>
            </p:blipFill>
            <p:spPr>
              <a:xfrm>
                <a:off x="6635750" y="4876800"/>
                <a:ext cx="469900" cy="685800"/>
              </a:xfrm>
              <a:prstGeom prst="rect"/>
            </p:spPr>
          </p:pic>
        </mc:Fallback>
      </mc:AlternateContent>
      <mc:AlternateContent xmlns:mc="http://schemas.openxmlformats.org/markup-compatibility/2006" xmlns:p14="http://schemas.microsoft.com/office/powerpoint/2010/main">
        <mc:Choice Requires="p14">
          <p:contentPart p14:bwMode="auto" r:id="rId24">
            <p14:nvContentPartPr>
              <p14:cNvPr id="15" name="Ink 14"/>
              <p14:cNvContentPartPr/>
              <p14:nvPr/>
            </p14:nvContentPartPr>
            <p14:xfrm>
              <a:off x="7353300" y="4051300"/>
              <a:ext cx="63500" cy="1320800"/>
            </p14:xfrm>
          </p:contentPart>
        </mc:Choice>
        <mc:Fallback xmlns="">
          <p:pic>
            <p:nvPicPr>
              <p:cNvPr id="15" name="Ink 14"/>
            </p:nvPicPr>
            <p:blipFill>
              <a:blip r:embed="rId25"/>
            </p:blipFill>
            <p:spPr>
              <a:xfrm>
                <a:off x="7353300" y="4051300"/>
                <a:ext cx="63500" cy="1320800"/>
              </a:xfrm>
              <a:prstGeom prst="rect"/>
            </p:spPr>
          </p:pic>
        </mc:Fallback>
      </mc:AlternateContent>
      <mc:AlternateContent xmlns:mc="http://schemas.openxmlformats.org/markup-compatibility/2006" xmlns:p14="http://schemas.microsoft.com/office/powerpoint/2010/main">
        <mc:Choice Requires="p14">
          <p:contentPart p14:bwMode="auto" r:id="rId26">
            <p14:nvContentPartPr>
              <p14:cNvPr id="16" name="Ink 15"/>
              <p14:cNvContentPartPr/>
              <p14:nvPr/>
            </p14:nvContentPartPr>
            <p14:xfrm>
              <a:off x="2400300" y="3892550"/>
              <a:ext cx="5467350" cy="1771650"/>
            </p14:xfrm>
          </p:contentPart>
        </mc:Choice>
        <mc:Fallback xmlns="">
          <p:pic>
            <p:nvPicPr>
              <p:cNvPr id="16" name="Ink 15"/>
            </p:nvPicPr>
            <p:blipFill>
              <a:blip r:embed="rId27"/>
            </p:blipFill>
            <p:spPr>
              <a:xfrm>
                <a:off x="2400300" y="3892550"/>
                <a:ext cx="5467350" cy="1771650"/>
              </a:xfrm>
              <a:prstGeom prst="rect"/>
            </p:spPr>
          </p:pic>
        </mc:Fallback>
      </mc:AlternateContent>
      <mc:AlternateContent xmlns:mc="http://schemas.openxmlformats.org/markup-compatibility/2006" xmlns:p14="http://schemas.microsoft.com/office/powerpoint/2010/main">
        <mc:Choice Requires="p14">
          <p:contentPart p14:bwMode="auto" r:id="rId28">
            <p14:nvContentPartPr>
              <p14:cNvPr id="17" name="Ink 16"/>
              <p14:cNvContentPartPr/>
              <p14:nvPr/>
            </p14:nvContentPartPr>
            <p14:xfrm>
              <a:off x="4191000" y="5702300"/>
              <a:ext cx="330200" cy="603250"/>
            </p14:xfrm>
          </p:contentPart>
        </mc:Choice>
        <mc:Fallback xmlns="">
          <p:pic>
            <p:nvPicPr>
              <p:cNvPr id="17" name="Ink 16"/>
            </p:nvPicPr>
            <p:blipFill>
              <a:blip r:embed="rId29"/>
            </p:blipFill>
            <p:spPr>
              <a:xfrm>
                <a:off x="4191000" y="5702300"/>
                <a:ext cx="330200" cy="603250"/>
              </a:xfrm>
              <a:prstGeom prst="rect"/>
            </p:spPr>
          </p:pic>
        </mc:Fallback>
      </mc:AlternateContent>
      <mc:AlternateContent xmlns:mc="http://schemas.openxmlformats.org/markup-compatibility/2006" xmlns:p14="http://schemas.microsoft.com/office/powerpoint/2010/main">
        <mc:Choice Requires="p14">
          <p:contentPart p14:bwMode="auto" r:id="rId30">
            <p14:nvContentPartPr>
              <p14:cNvPr id="18" name="Ink 17"/>
              <p14:cNvContentPartPr/>
              <p14:nvPr/>
            </p14:nvContentPartPr>
            <p14:xfrm>
              <a:off x="7410450" y="5873750"/>
              <a:ext cx="12700" cy="368300"/>
            </p14:xfrm>
          </p:contentPart>
        </mc:Choice>
        <mc:Fallback xmlns="">
          <p:pic>
            <p:nvPicPr>
              <p:cNvPr id="18" name="Ink 17"/>
            </p:nvPicPr>
            <p:blipFill>
              <a:blip r:embed="rId31"/>
            </p:blipFill>
            <p:spPr>
              <a:xfrm>
                <a:off x="7410450" y="5873750"/>
                <a:ext cx="12700" cy="368300"/>
              </a:xfrm>
              <a:prstGeom prst="rect"/>
            </p:spPr>
          </p:pic>
        </mc:Fallback>
      </mc:AlternateContent>
      <mc:AlternateContent xmlns:mc="http://schemas.openxmlformats.org/markup-compatibility/2006" xmlns:p14="http://schemas.microsoft.com/office/powerpoint/2010/main">
        <mc:Choice Requires="p14">
          <p:contentPart p14:bwMode="auto" r:id="rId32">
            <p14:nvContentPartPr>
              <p14:cNvPr id="19" name="Ink 18"/>
              <p14:cNvContentPartPr/>
              <p14:nvPr/>
            </p14:nvContentPartPr>
            <p14:xfrm>
              <a:off x="7264400" y="5829300"/>
              <a:ext cx="412750" cy="495300"/>
            </p14:xfrm>
          </p:contentPart>
        </mc:Choice>
        <mc:Fallback xmlns="">
          <p:pic>
            <p:nvPicPr>
              <p:cNvPr id="19" name="Ink 18"/>
            </p:nvPicPr>
            <p:blipFill>
              <a:blip r:embed="rId33"/>
            </p:blipFill>
            <p:spPr>
              <a:xfrm>
                <a:off x="7264400" y="5829300"/>
                <a:ext cx="412750" cy="495300"/>
              </a:xfrm>
              <a:prstGeom prst="rect"/>
            </p:spPr>
          </p:pic>
        </mc:Fallback>
      </mc:AlternateContent>
      <mc:AlternateContent xmlns:mc="http://schemas.openxmlformats.org/markup-compatibility/2006" xmlns:p14="http://schemas.microsoft.com/office/powerpoint/2010/main">
        <mc:Choice Requires="p14">
          <p:contentPart p14:bwMode="auto" r:id="rId34">
            <p14:nvContentPartPr>
              <p14:cNvPr id="20" name="Ink 19"/>
              <p14:cNvContentPartPr/>
              <p14:nvPr/>
            </p14:nvContentPartPr>
            <p14:xfrm>
              <a:off x="2152650" y="4965700"/>
              <a:ext cx="2032000" cy="158750"/>
            </p14:xfrm>
          </p:contentPart>
        </mc:Choice>
        <mc:Fallback xmlns="">
          <p:pic>
            <p:nvPicPr>
              <p:cNvPr id="20" name="Ink 19"/>
            </p:nvPicPr>
            <p:blipFill>
              <a:blip r:embed="rId35"/>
            </p:blipFill>
            <p:spPr>
              <a:xfrm>
                <a:off x="2152650" y="4965700"/>
                <a:ext cx="2032000" cy="158750"/>
              </a:xfrm>
              <a:prstGeom prst="rect"/>
            </p:spPr>
          </p:pic>
        </mc:Fallback>
      </mc:AlternateContent>
      <mc:AlternateContent xmlns:mc="http://schemas.openxmlformats.org/markup-compatibility/2006" xmlns:p14="http://schemas.microsoft.com/office/powerpoint/2010/main">
        <mc:Choice Requires="p14">
          <p:contentPart p14:bwMode="auto" r:id="rId36">
            <p14:nvContentPartPr>
              <p14:cNvPr id="21" name="Ink 20"/>
              <p14:cNvContentPartPr/>
              <p14:nvPr/>
            </p14:nvContentPartPr>
            <p14:xfrm>
              <a:off x="4648200" y="4883150"/>
              <a:ext cx="793750" cy="57150"/>
            </p14:xfrm>
          </p:contentPart>
        </mc:Choice>
        <mc:Fallback xmlns="">
          <p:pic>
            <p:nvPicPr>
              <p:cNvPr id="21" name="Ink 20"/>
            </p:nvPicPr>
            <p:blipFill>
              <a:blip r:embed="rId37"/>
            </p:blipFill>
            <p:spPr>
              <a:xfrm>
                <a:off x="4648200" y="4883150"/>
                <a:ext cx="793750" cy="57150"/>
              </a:xfrm>
              <a:prstGeom prst="rect"/>
            </p:spPr>
          </p:pic>
        </mc:Fallback>
      </mc:AlternateContent>
      <mc:AlternateContent xmlns:mc="http://schemas.openxmlformats.org/markup-compatibility/2006" xmlns:p14="http://schemas.microsoft.com/office/powerpoint/2010/main">
        <mc:Choice Requires="p14">
          <p:contentPart p14:bwMode="auto" r:id="rId38">
            <p14:nvContentPartPr>
              <p14:cNvPr id="22" name="Ink 21"/>
              <p14:cNvContentPartPr/>
              <p14:nvPr/>
            </p14:nvContentPartPr>
            <p14:xfrm>
              <a:off x="5867400" y="4737100"/>
              <a:ext cx="1866900" cy="146050"/>
            </p14:xfrm>
          </p:contentPart>
        </mc:Choice>
        <mc:Fallback xmlns="">
          <p:pic>
            <p:nvPicPr>
              <p:cNvPr id="22" name="Ink 21"/>
            </p:nvPicPr>
            <p:blipFill>
              <a:blip r:embed="rId39"/>
            </p:blipFill>
            <p:spPr>
              <a:xfrm>
                <a:off x="5867400" y="4737100"/>
                <a:ext cx="1866900" cy="146050"/>
              </a:xfrm>
              <a:prstGeom prst="rect"/>
            </p:spPr>
          </p:pic>
        </mc:Fallback>
      </mc:AlternateContent>
      <mc:AlternateContent xmlns:mc="http://schemas.openxmlformats.org/markup-compatibility/2006" xmlns:p14="http://schemas.microsoft.com/office/powerpoint/2010/main">
        <mc:Choice Requires="p14">
          <p:contentPart p14:bwMode="auto" r:id="rId40">
            <p14:nvContentPartPr>
              <p14:cNvPr id="23" name="Ink 22"/>
              <p14:cNvContentPartPr/>
              <p14:nvPr/>
            </p14:nvContentPartPr>
            <p14:xfrm>
              <a:off x="2324100" y="2616200"/>
              <a:ext cx="1555750" cy="381000"/>
            </p14:xfrm>
          </p:contentPart>
        </mc:Choice>
        <mc:Fallback xmlns="">
          <p:pic>
            <p:nvPicPr>
              <p:cNvPr id="23" name="Ink 22"/>
            </p:nvPicPr>
            <p:blipFill>
              <a:blip r:embed="rId41"/>
            </p:blipFill>
            <p:spPr>
              <a:xfrm>
                <a:off x="2324100" y="2616200"/>
                <a:ext cx="1555750" cy="381000"/>
              </a:xfrm>
              <a:prstGeom prst="rect"/>
            </p:spPr>
          </p:pic>
        </mc:Fallback>
      </mc:AlternateContent>
      <mc:AlternateContent xmlns:mc="http://schemas.openxmlformats.org/markup-compatibility/2006" xmlns:p14="http://schemas.microsoft.com/office/powerpoint/2010/main">
        <mc:Choice Requires="p14">
          <p:contentPart p14:bwMode="auto" r:id="rId42">
            <p14:nvContentPartPr>
              <p14:cNvPr id="24" name="Ink 23"/>
              <p14:cNvContentPartPr/>
              <p14:nvPr/>
            </p14:nvContentPartPr>
            <p14:xfrm>
              <a:off x="5461000" y="1085850"/>
              <a:ext cx="514350" cy="1066800"/>
            </p14:xfrm>
          </p:contentPart>
        </mc:Choice>
        <mc:Fallback xmlns="">
          <p:pic>
            <p:nvPicPr>
              <p:cNvPr id="24" name="Ink 23"/>
            </p:nvPicPr>
            <p:blipFill>
              <a:blip r:embed="rId43"/>
            </p:blipFill>
            <p:spPr>
              <a:xfrm>
                <a:off x="5461000" y="1085850"/>
                <a:ext cx="514350" cy="1066800"/>
              </a:xfrm>
              <a:prstGeom prst="rect"/>
            </p:spPr>
          </p:pic>
        </mc:Fallback>
      </mc:AlternateContent>
      <mc:AlternateContent xmlns:mc="http://schemas.openxmlformats.org/markup-compatibility/2006" xmlns:p14="http://schemas.microsoft.com/office/powerpoint/2010/main">
        <mc:Choice Requires="p14">
          <p:contentPart p14:bwMode="auto" r:id="rId44">
            <p14:nvContentPartPr>
              <p14:cNvPr id="25" name="Ink 24"/>
              <p14:cNvContentPartPr/>
              <p14:nvPr/>
            </p14:nvContentPartPr>
            <p14:xfrm>
              <a:off x="6184900" y="977900"/>
              <a:ext cx="831850" cy="984250"/>
            </p14:xfrm>
          </p:contentPart>
        </mc:Choice>
        <mc:Fallback xmlns="">
          <p:pic>
            <p:nvPicPr>
              <p:cNvPr id="25" name="Ink 24"/>
            </p:nvPicPr>
            <p:blipFill>
              <a:blip r:embed="rId45"/>
            </p:blipFill>
            <p:spPr>
              <a:xfrm>
                <a:off x="6184900" y="977900"/>
                <a:ext cx="831850" cy="984250"/>
              </a:xfrm>
              <a:prstGeom prst="rect"/>
            </p:spPr>
          </p:pic>
        </mc:Fallback>
      </mc:AlternateContent>
      <mc:AlternateContent xmlns:mc="http://schemas.openxmlformats.org/markup-compatibility/2006" xmlns:p14="http://schemas.microsoft.com/office/powerpoint/2010/main">
        <mc:Choice Requires="p14">
          <p:contentPart p14:bwMode="auto" r:id="rId46">
            <p14:nvContentPartPr>
              <p14:cNvPr id="26" name="Ink 25"/>
              <p14:cNvContentPartPr/>
              <p14:nvPr/>
            </p14:nvContentPartPr>
            <p14:xfrm>
              <a:off x="6851650" y="939800"/>
              <a:ext cx="209550" cy="1009650"/>
            </p14:xfrm>
          </p:contentPart>
        </mc:Choice>
        <mc:Fallback xmlns="">
          <p:pic>
            <p:nvPicPr>
              <p:cNvPr id="26" name="Ink 25"/>
            </p:nvPicPr>
            <p:blipFill>
              <a:blip r:embed="rId47"/>
            </p:blipFill>
            <p:spPr>
              <a:xfrm>
                <a:off x="6851650" y="939800"/>
                <a:ext cx="209550" cy="1009650"/>
              </a:xfrm>
              <a:prstGeom prst="rect"/>
            </p:spPr>
          </p:pic>
        </mc:Fallback>
      </mc:AlternateContent>
      <mc:AlternateContent xmlns:mc="http://schemas.openxmlformats.org/markup-compatibility/2006" xmlns:p14="http://schemas.microsoft.com/office/powerpoint/2010/main">
        <mc:Choice Requires="p14">
          <p:contentPart p14:bwMode="auto" r:id="rId48">
            <p14:nvContentPartPr>
              <p14:cNvPr id="27" name="Ink 26"/>
              <p14:cNvContentPartPr/>
              <p14:nvPr/>
            </p14:nvContentPartPr>
            <p14:xfrm>
              <a:off x="7035800" y="806450"/>
              <a:ext cx="381000" cy="933450"/>
            </p14:xfrm>
          </p:contentPart>
        </mc:Choice>
        <mc:Fallback xmlns="">
          <p:pic>
            <p:nvPicPr>
              <p:cNvPr id="27" name="Ink 26"/>
            </p:nvPicPr>
            <p:blipFill>
              <a:blip r:embed="rId49"/>
            </p:blipFill>
            <p:spPr>
              <a:xfrm>
                <a:off x="7035800" y="806450"/>
                <a:ext cx="381000" cy="933450"/>
              </a:xfrm>
              <a:prstGeom prst="rect"/>
            </p:spPr>
          </p:pic>
        </mc:Fallback>
      </mc:AlternateContent>
      <mc:AlternateContent xmlns:mc="http://schemas.openxmlformats.org/markup-compatibility/2006" xmlns:p14="http://schemas.microsoft.com/office/powerpoint/2010/main">
        <mc:Choice Requires="p14">
          <p:contentPart p14:bwMode="auto" r:id="rId50">
            <p14:nvContentPartPr>
              <p14:cNvPr id="28" name="Ink 27"/>
              <p14:cNvContentPartPr/>
              <p14:nvPr/>
            </p14:nvContentPartPr>
            <p14:xfrm>
              <a:off x="6921500" y="1371600"/>
              <a:ext cx="476250" cy="44450"/>
            </p14:xfrm>
          </p:contentPart>
        </mc:Choice>
        <mc:Fallback xmlns="">
          <p:pic>
            <p:nvPicPr>
              <p:cNvPr id="28" name="Ink 27"/>
            </p:nvPicPr>
            <p:blipFill>
              <a:blip r:embed="rId51"/>
            </p:blipFill>
            <p:spPr>
              <a:xfrm>
                <a:off x="6921500" y="1371600"/>
                <a:ext cx="476250" cy="44450"/>
              </a:xfrm>
              <a:prstGeom prst="rect"/>
            </p:spPr>
          </p:pic>
        </mc:Fallback>
      </mc:AlternateContent>
      <mc:AlternateContent xmlns:mc="http://schemas.openxmlformats.org/markup-compatibility/2006" xmlns:p14="http://schemas.microsoft.com/office/powerpoint/2010/main">
        <mc:Choice Requires="p14">
          <p:contentPart p14:bwMode="auto" r:id="rId52">
            <p14:nvContentPartPr>
              <p14:cNvPr id="29" name="Ink 28"/>
              <p14:cNvContentPartPr/>
              <p14:nvPr/>
            </p14:nvContentPartPr>
            <p14:xfrm>
              <a:off x="5467350" y="1936750"/>
              <a:ext cx="2476500" cy="368300"/>
            </p14:xfrm>
          </p:contentPart>
        </mc:Choice>
        <mc:Fallback xmlns="">
          <p:pic>
            <p:nvPicPr>
              <p:cNvPr id="29" name="Ink 28"/>
            </p:nvPicPr>
            <p:blipFill>
              <a:blip r:embed="rId53"/>
            </p:blipFill>
            <p:spPr>
              <a:xfrm>
                <a:off x="5467350" y="1936750"/>
                <a:ext cx="2476500" cy="368300"/>
              </a:xfrm>
              <a:prstGeom prst="rect"/>
            </p:spPr>
          </p:pic>
        </mc:Fallback>
      </mc:AlternateContent>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3700" y="-317"/>
            <a:ext cx="8229600" cy="1143000"/>
          </a:xfrm>
        </p:spPr>
        <p:txBody>
          <a:bodyPr/>
          <a:lstStyle/>
          <a:p>
            <a:r>
              <a:rPr lang="en-US"/>
              <a:t>Iaas Issues</a:t>
            </a:r>
          </a:p>
        </p:txBody>
      </p:sp>
      <p:sp>
        <p:nvSpPr>
          <p:cNvPr id="3" name="Content Placeholder 2"/>
          <p:cNvSpPr>
            <a:spLocks noGrp="1"/>
          </p:cNvSpPr>
          <p:nvPr>
            <p:ph idx="1"/>
          </p:nvPr>
        </p:nvSpPr>
        <p:spPr>
          <a:xfrm>
            <a:off x="330200" y="914400"/>
            <a:ext cx="8356600" cy="5058410"/>
          </a:xfrm>
        </p:spPr>
        <p:txBody>
          <a:bodyPr>
            <a:noAutofit/>
          </a:bodyPr>
          <a:lstStyle/>
          <a:p>
            <a:pPr marL="0" indent="0">
              <a:buNone/>
            </a:pPr>
            <a:r>
              <a:rPr lang="en-US" sz="1700" b="1"/>
              <a:t>1. Changing the provider is very much complicated</a:t>
            </a:r>
          </a:p>
          <a:p>
            <a:pPr marL="0" indent="0">
              <a:buNone/>
            </a:pPr>
            <a:r>
              <a:rPr lang="en-US" sz="1700" b="1"/>
              <a:t>2. Possible privacy issues due to the provider's server locations</a:t>
            </a:r>
          </a:p>
          <a:p>
            <a:pPr marL="0" indent="0">
              <a:buNone/>
            </a:pPr>
            <a:r>
              <a:rPr lang="en-US" sz="1700" b="1"/>
              <a:t>3. Security</a:t>
            </a:r>
          </a:p>
          <a:p>
            <a:r>
              <a:rPr lang="en-US" sz="1700"/>
              <a:t>The enterprise does not have any control over cloud security in an IaaS environment. </a:t>
            </a:r>
          </a:p>
          <a:p>
            <a:pPr marL="0" indent="0">
              <a:buNone/>
            </a:pPr>
            <a:r>
              <a:rPr lang="en-US" sz="1700"/>
              <a:t>They need to review the Cloud Service provider’s service level agreement (SLA) to help them understand its security obligations and thereby identifying gaps in their security coverage</a:t>
            </a:r>
          </a:p>
          <a:p>
            <a:pPr marL="0" indent="0">
              <a:buNone/>
            </a:pPr>
            <a:r>
              <a:rPr lang="en-US" sz="1700" b="1"/>
              <a:t>4.  Lack of flexibility</a:t>
            </a:r>
          </a:p>
          <a:p>
            <a:r>
              <a:rPr lang="en-US" sz="1700"/>
              <a:t>Service providers maintain the software, but they do not upgrade the software for some of the businesses</a:t>
            </a:r>
          </a:p>
          <a:p>
            <a:pPr marL="0" indent="0">
              <a:buNone/>
            </a:pPr>
            <a:r>
              <a:rPr lang="en-US" sz="1700" b="1"/>
              <a:t>5. Technical problems</a:t>
            </a:r>
          </a:p>
          <a:p>
            <a:r>
              <a:rPr lang="en-US" sz="1700"/>
              <a:t>Organizations faces some downtime with IaaS, and it will restrict their access to applications and data</a:t>
            </a:r>
          </a:p>
          <a:p>
            <a:pPr marL="0" indent="0">
              <a:buNone/>
            </a:pPr>
            <a:r>
              <a:rPr lang="en-US" sz="1700" b="1"/>
              <a:t>6. Over Dependency</a:t>
            </a:r>
          </a:p>
          <a:p>
            <a:r>
              <a:rPr lang="en-US" sz="1700"/>
              <a:t>Having IaaS in your organization means have a full dependency on the provider or third party for your data</a:t>
            </a:r>
          </a:p>
          <a:p>
            <a:pPr marL="0" indent="0">
              <a:buNone/>
            </a:pPr>
            <a:r>
              <a:rPr lang="en-US" sz="1700" b="1"/>
              <a:t>7.     Upgrade &amp; Maintenance</a:t>
            </a:r>
          </a:p>
          <a:p>
            <a:r>
              <a:rPr lang="en-US" sz="1700"/>
              <a:t>The organization is solely responsible for any upgrades of software and maintenance of tools or data system.</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nvSpPr>
        <p:spPr>
          <a:xfrm>
            <a:off x="685800" y="2742883"/>
            <a:ext cx="8229600" cy="1143000"/>
          </a:xfrm>
          <a:prstGeom prst="rect">
            <a:avLst/>
          </a:prstGeom>
          <a:solidFill>
            <a:schemeClr val="tx2">
              <a:lumMod val="60000"/>
              <a:lumOff val="40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t>Platform-as-a-Service PaaS</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PaaS</a:t>
            </a:r>
          </a:p>
        </p:txBody>
      </p:sp>
      <p:sp>
        <p:nvSpPr>
          <p:cNvPr id="3" name="Content Placeholder 2"/>
          <p:cNvSpPr>
            <a:spLocks noGrp="1"/>
          </p:cNvSpPr>
          <p:nvPr>
            <p:ph idx="1"/>
          </p:nvPr>
        </p:nvSpPr>
        <p:spPr>
          <a:xfrm>
            <a:off x="457200" y="1177925"/>
            <a:ext cx="8229600" cy="4948555"/>
          </a:xfrm>
        </p:spPr>
        <p:txBody>
          <a:bodyPr>
            <a:noAutofit/>
          </a:bodyPr>
          <a:lstStyle/>
          <a:p>
            <a:endParaRPr lang="en-US" sz="1500"/>
          </a:p>
          <a:p>
            <a:r>
              <a:rPr lang="en-US" sz="1900" b="1"/>
              <a:t>PaaS provides the runtime environment for applications, development and deployment tools, etc. Platform as a service (PaaS) is a cloud computing model in which a third-party provider delivers hardware and software tools -- usually those needed for application development -- to users over the internet</a:t>
            </a:r>
          </a:p>
          <a:p>
            <a:endParaRPr lang="en-US" sz="1900"/>
          </a:p>
          <a:p>
            <a:r>
              <a:rPr lang="en-US" sz="1900"/>
              <a:t>PaaS has a feature of point-and-click tools that enables non-developers to create web applications. </a:t>
            </a:r>
          </a:p>
          <a:p>
            <a:pPr marL="0" indent="0">
              <a:buNone/>
            </a:pPr>
            <a:r>
              <a:rPr lang="en-US" sz="1900" b="1">
                <a:solidFill>
                  <a:srgbClr val="0070C0"/>
                </a:solidFill>
              </a:rPr>
              <a:t>EXAMPLES - </a:t>
            </a:r>
          </a:p>
          <a:p>
            <a:r>
              <a:rPr lang="en-US" sz="1900" b="1">
                <a:solidFill>
                  <a:srgbClr val="0070C0"/>
                </a:solidFill>
              </a:rPr>
              <a:t>Google's App Engine, Force.com  Microsoft Azure, AWS, Aneka, salesforce.com, IBM Google, Ali Baba are examples of PaaS offering vendors.  AWS Elastic Beanstalk, Heroku, Apache Stratos.</a:t>
            </a:r>
          </a:p>
          <a:p>
            <a:endParaRPr lang="en-US" sz="1900"/>
          </a:p>
          <a:p>
            <a:r>
              <a:rPr lang="en-US" sz="1900"/>
              <a:t>Developer may log on to these websites and use the built-in API to create web-based applications.</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74295" y="95885"/>
            <a:ext cx="8845550" cy="6315075"/>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74295" y="75565"/>
            <a:ext cx="8930005" cy="659765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131445" y="151130"/>
            <a:ext cx="8881745" cy="647192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17"/>
            <a:ext cx="8229600" cy="1143000"/>
          </a:xfrm>
        </p:spPr>
        <p:txBody>
          <a:bodyPr/>
          <a:lstStyle/>
          <a:p>
            <a:r>
              <a:rPr lang="en-US"/>
              <a:t>PaaS - Benefits</a:t>
            </a:r>
          </a:p>
        </p:txBody>
      </p:sp>
      <p:sp>
        <p:nvSpPr>
          <p:cNvPr id="3" name="Content Placeholder 2"/>
          <p:cNvSpPr>
            <a:spLocks noGrp="1"/>
          </p:cNvSpPr>
          <p:nvPr>
            <p:ph idx="1"/>
          </p:nvPr>
        </p:nvSpPr>
        <p:spPr>
          <a:xfrm>
            <a:off x="457200" y="982345"/>
            <a:ext cx="8229600" cy="5858510"/>
          </a:xfrm>
        </p:spPr>
        <p:txBody>
          <a:bodyPr>
            <a:noAutofit/>
          </a:bodyPr>
          <a:lstStyle/>
          <a:p>
            <a:pPr marL="0" indent="0">
              <a:buNone/>
            </a:pPr>
            <a:r>
              <a:rPr lang="en-US" sz="1700" b="1"/>
              <a:t>AutomatedUpdates:</a:t>
            </a:r>
          </a:p>
          <a:p>
            <a:r>
              <a:rPr lang="en-US" sz="1700"/>
              <a:t>software updates are automatically done and you get access to all the latest versions, updates etc. </a:t>
            </a:r>
          </a:p>
          <a:p>
            <a:r>
              <a:rPr lang="en-US" sz="1700"/>
              <a:t>There is no risk of missing out on an update. This can save you plenty of resources and time. Security patches take care of any bugs and other securityissues.</a:t>
            </a:r>
          </a:p>
          <a:p>
            <a:pPr marL="0" indent="0">
              <a:buNone/>
            </a:pPr>
            <a:r>
              <a:rPr lang="en-US" sz="1700" b="1"/>
              <a:t>LowInvestments:</a:t>
            </a:r>
          </a:p>
          <a:p>
            <a:r>
              <a:rPr lang="en-US" sz="1700"/>
              <a:t>You can use the software without having to make any investment in infrastructure that otherwise they procure in an in-house environment.</a:t>
            </a:r>
          </a:p>
          <a:p>
            <a:pPr marL="0" indent="0">
              <a:buNone/>
            </a:pPr>
            <a:r>
              <a:rPr lang="en-US" sz="1700" b="1"/>
              <a:t>ReducedCosts:</a:t>
            </a:r>
          </a:p>
          <a:p>
            <a:r>
              <a:rPr lang="en-US" sz="1700"/>
              <a:t>Since the payment model is pay-as-you-use, there is considerable savings for you without having to install the necessary software like databases, server etc to run theapplications.</a:t>
            </a:r>
          </a:p>
          <a:p>
            <a:pPr marL="0" indent="0">
              <a:buNone/>
            </a:pPr>
            <a:r>
              <a:rPr lang="en-US" sz="1700" b="1"/>
              <a:t>Collaboration:</a:t>
            </a:r>
          </a:p>
          <a:p>
            <a:r>
              <a:rPr lang="en-US" sz="1700"/>
              <a:t>Since it is an internet-based platform, it enables the employees to login and work on the applications from anywhere, make their updates without physically being present in the business premises.</a:t>
            </a:r>
          </a:p>
          <a:p>
            <a:pPr marL="0" indent="0">
              <a:buNone/>
            </a:pPr>
            <a:r>
              <a:rPr lang="en-US" sz="1700" b="1"/>
              <a:t>Focus:</a:t>
            </a:r>
          </a:p>
          <a:p>
            <a:r>
              <a:rPr lang="en-US" sz="1700"/>
              <a:t>Your IT team can focus better on core applications rather than being diverted on maintenance of the system.</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9915" y="-76517"/>
            <a:ext cx="8229600" cy="1143000"/>
          </a:xfrm>
        </p:spPr>
        <p:txBody>
          <a:bodyPr/>
          <a:lstStyle/>
          <a:p>
            <a:r>
              <a:rPr lang="en-US"/>
              <a:t>PaaS disadvantages</a:t>
            </a:r>
          </a:p>
        </p:txBody>
      </p:sp>
      <p:sp>
        <p:nvSpPr>
          <p:cNvPr id="4" name="Content Placeholder 3"/>
          <p:cNvSpPr>
            <a:spLocks noGrp="1"/>
          </p:cNvSpPr>
          <p:nvPr>
            <p:ph idx="1"/>
          </p:nvPr>
        </p:nvSpPr>
        <p:spPr>
          <a:xfrm>
            <a:off x="206375" y="914400"/>
            <a:ext cx="8822690" cy="5821045"/>
          </a:xfrm>
        </p:spPr>
        <p:txBody>
          <a:bodyPr>
            <a:noAutofit/>
          </a:bodyPr>
          <a:lstStyle/>
          <a:p>
            <a:pPr marL="0" indent="0">
              <a:buNone/>
            </a:pPr>
            <a:r>
              <a:rPr lang="en-US" sz="1700" b="1"/>
              <a:t>Vendor lock-in:</a:t>
            </a:r>
          </a:p>
          <a:p>
            <a:r>
              <a:rPr lang="en-US" sz="1700"/>
              <a:t>This is one possibility you must check thoroughly before signing up with a  provider. If you get locked in a specific language, program, or interface that could affect you with some unnecessary system that you do not require.</a:t>
            </a:r>
          </a:p>
          <a:p>
            <a:pPr marL="0" indent="0">
              <a:buNone/>
            </a:pPr>
            <a:r>
              <a:rPr lang="en-US" sz="1700" b="1"/>
              <a:t>Dependency on Vendor</a:t>
            </a:r>
          </a:p>
          <a:p>
            <a:r>
              <a:rPr lang="en-US" sz="1700"/>
              <a:t>On the one hand, it’s a great advantage that a certain part of work is done by the provider without you having to make an effort.</a:t>
            </a:r>
          </a:p>
          <a:p>
            <a:r>
              <a:rPr lang="en-US" sz="1700"/>
              <a:t> On the other hand, your business will still be governed by the provider’s functional capabilities, speed and reliability. </a:t>
            </a:r>
          </a:p>
          <a:p>
            <a:r>
              <a:rPr lang="en-US" sz="1700"/>
              <a:t>That’s why it’s very important to be confident in your business partner and be prepared for some unforeseen circumstances that may happen to even the most reliable provider.</a:t>
            </a:r>
          </a:p>
          <a:p>
            <a:r>
              <a:rPr lang="en-US" sz="1700"/>
              <a:t> At the very least, you should perform your own data backup, for your peace of mind.</a:t>
            </a:r>
          </a:p>
          <a:p>
            <a:pPr marL="0" indent="0">
              <a:buNone/>
            </a:pPr>
            <a:r>
              <a:rPr lang="en-US" sz="1700" b="1"/>
              <a:t>Compatibility of Existing Infrastructure</a:t>
            </a:r>
          </a:p>
          <a:p>
            <a:r>
              <a:rPr lang="en-US" sz="1700"/>
              <a:t>A new platform is a new environment where legacy solutions are supposed to continue to work. Undoubtedly, some difficulties and contradictions may arise when two systems come into contact. Thus, it’s crucial to understand possible compatibility problems beforehand and to prepare to solve them.</a:t>
            </a:r>
          </a:p>
          <a:p>
            <a:pPr marL="0" indent="0">
              <a:buNone/>
            </a:pPr>
            <a:r>
              <a:rPr lang="en-US" sz="1700" b="1"/>
              <a:t>Security Risks</a:t>
            </a:r>
          </a:p>
          <a:p>
            <a:r>
              <a:rPr lang="en-US" sz="1700"/>
              <a:t>As a rule, PaaS software is available in a public environment where multiple end users have access to the same basic resources. </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nvSpPr>
        <p:spPr>
          <a:xfrm>
            <a:off x="685800" y="2742883"/>
            <a:ext cx="8229600" cy="1143000"/>
          </a:xfrm>
          <a:prstGeom prst="rect">
            <a:avLst/>
          </a:prstGeom>
          <a:solidFill>
            <a:schemeClr val="tx2">
              <a:lumMod val="60000"/>
              <a:lumOff val="40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t>Software-as-a-Service SaaS</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195580" y="174625"/>
            <a:ext cx="8797925" cy="6377940"/>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203200" y="152400"/>
            <a:ext cx="8842375" cy="6513830"/>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196215" y="171450"/>
            <a:ext cx="8794750" cy="6372225"/>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67500" lnSpcReduction="10000"/>
          </a:bodyPr>
          <a:lstStyle/>
          <a:p>
            <a:r>
              <a:rPr lang="en-US"/>
              <a:t>Google App (online office) </a:t>
            </a:r>
          </a:p>
          <a:p>
            <a:r>
              <a:rPr lang="en-US"/>
              <a:t>Billing and Invoicing System</a:t>
            </a:r>
          </a:p>
          <a:p>
            <a:r>
              <a:rPr lang="en-US"/>
              <a:t>CRM application</a:t>
            </a:r>
          </a:p>
          <a:p>
            <a:r>
              <a:rPr lang="en-US"/>
              <a:t>Help Desk application</a:t>
            </a:r>
          </a:p>
          <a:p>
            <a:r>
              <a:rPr lang="en-US"/>
              <a:t>HR Solutions</a:t>
            </a:r>
          </a:p>
          <a:p>
            <a:r>
              <a:rPr lang="en-US"/>
              <a:t>Video Processing,</a:t>
            </a:r>
          </a:p>
          <a:p>
            <a:r>
              <a:rPr lang="en-US"/>
              <a:t> CRM by Salesforce.com.</a:t>
            </a:r>
          </a:p>
          <a:p>
            <a:r>
              <a:rPr lang="en-US"/>
              <a:t> LotusLive, </a:t>
            </a:r>
          </a:p>
          <a:p>
            <a:r>
              <a:rPr lang="en-US"/>
              <a:t>Social Networks, </a:t>
            </a:r>
          </a:p>
          <a:p>
            <a:r>
              <a:rPr lang="en-US"/>
              <a:t>Office Suits</a:t>
            </a:r>
          </a:p>
          <a:p>
            <a:r>
              <a:rPr lang="en-US"/>
              <a:t>Billing and Collaboration Service</a:t>
            </a:r>
          </a:p>
          <a:p>
            <a:r>
              <a:rPr lang="en-US"/>
              <a:t>Financial management packages</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SaaS</a:t>
            </a:r>
          </a:p>
        </p:txBody>
      </p:sp>
      <p:pic>
        <p:nvPicPr>
          <p:cNvPr id="4" name="Content Placeholder 3"/>
          <p:cNvPicPr>
            <a:picLocks noGrp="1" noChangeAspect="1"/>
          </p:cNvPicPr>
          <p:nvPr>
            <p:ph idx="1"/>
          </p:nvPr>
        </p:nvPicPr>
        <p:blipFill>
          <a:blip r:embed="rId2"/>
          <a:srcRect l="17639" t="23050" r="22895" b="18645"/>
          <a:stretch>
            <a:fillRect/>
          </a:stretch>
        </p:blipFill>
        <p:spPr>
          <a:xfrm>
            <a:off x="335915" y="1219200"/>
            <a:ext cx="8350885" cy="5452745"/>
          </a:xfrm>
          <a:prstGeom prst="rect">
            <a:avLst/>
          </a:prstGeom>
          <a:ln>
            <a:solidFill>
              <a:schemeClr val="tx1"/>
            </a:solidFill>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SaaS benefits contd..</a:t>
            </a:r>
          </a:p>
        </p:txBody>
      </p:sp>
      <p:sp>
        <p:nvSpPr>
          <p:cNvPr id="3" name="Content Placeholder 2"/>
          <p:cNvSpPr>
            <a:spLocks noGrp="1"/>
          </p:cNvSpPr>
          <p:nvPr>
            <p:ph idx="1"/>
          </p:nvPr>
        </p:nvSpPr>
        <p:spPr>
          <a:xfrm>
            <a:off x="457200" y="1252220"/>
            <a:ext cx="8229600" cy="5358765"/>
          </a:xfrm>
        </p:spPr>
        <p:txBody>
          <a:bodyPr>
            <a:noAutofit/>
          </a:bodyPr>
          <a:lstStyle/>
          <a:p>
            <a:pPr marL="0" indent="0">
              <a:buNone/>
            </a:pPr>
            <a:r>
              <a:rPr lang="en-US" sz="1600" b="1"/>
              <a:t>Reduced Expences :</a:t>
            </a:r>
            <a:r>
              <a:rPr lang="en-US" sz="1600"/>
              <a:t> SaaS removes the need for organizations to install and run applications on their own computers or in their own data centers. This eliminates the expense of hardware acquisition, provisioning and maintenance, as well as software licensing, installation and support. </a:t>
            </a:r>
          </a:p>
          <a:p>
            <a:r>
              <a:rPr lang="en-US" sz="1600"/>
              <a:t>The expense of buying and installing the entire software and IT infrastructure in-house is negated when the software is rented from a third-party service provider.</a:t>
            </a:r>
          </a:p>
          <a:p>
            <a:pPr marL="0" indent="0">
              <a:buNone/>
            </a:pPr>
            <a:r>
              <a:rPr lang="en-US" sz="1600" b="1"/>
              <a:t>Flexible payments</a:t>
            </a:r>
            <a:r>
              <a:rPr lang="en-US" sz="1600"/>
              <a:t>: Rather than purchasing software to install, or additional hardware to support it, customers subscribe to a SaaS offering. Generally, they pay for this service on a monthly basis using a pay-as-you-go model.</a:t>
            </a:r>
          </a:p>
          <a:p>
            <a:pPr marL="0" indent="0">
              <a:buNone/>
            </a:pPr>
            <a:r>
              <a:rPr lang="en-US" sz="1600" b="1"/>
              <a:t>Scalable usage</a:t>
            </a:r>
            <a:r>
              <a:rPr lang="en-US" sz="1600"/>
              <a:t>: Cloud services like SaaS offer high vertical scalability, which gives customers the option to access more, or fewer, services or features on-demand.</a:t>
            </a:r>
          </a:p>
          <a:p>
            <a:pPr marL="0" indent="0">
              <a:buNone/>
            </a:pPr>
            <a:r>
              <a:rPr lang="en-US" sz="1600" b="1"/>
              <a:t>Trouble Free Upgradation</a:t>
            </a:r>
          </a:p>
          <a:p>
            <a:r>
              <a:rPr lang="en-US" sz="1600"/>
              <a:t>It is a cumbersome task to upgrade your existing software and hardware to the newer versions.</a:t>
            </a:r>
          </a:p>
          <a:p>
            <a:r>
              <a:rPr lang="en-US" sz="1600"/>
              <a:t>In many cases, businesses do not have the budget or the IT manpower to upgrade software every subsequent year.</a:t>
            </a:r>
          </a:p>
          <a:p>
            <a:r>
              <a:rPr lang="en-US" sz="1600"/>
              <a:t> This in turn leaves the software vulnerable to external threats.</a:t>
            </a:r>
          </a:p>
          <a:p>
            <a:r>
              <a:rPr lang="en-US" sz="1600"/>
              <a:t> On the other hand, when you opt for a SaaS application, this is one burden less for you to bear and removes a significant workload from your in-house IT department. The extra human bandwidth can be used for other tasks such as integration with in-house applications.</a:t>
            </a:r>
          </a:p>
          <a:p>
            <a:endParaRPr lang="en-US" sz="160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SaaS benefits contd</a:t>
            </a:r>
          </a:p>
        </p:txBody>
      </p:sp>
      <p:sp>
        <p:nvSpPr>
          <p:cNvPr id="3" name="Content Placeholder 2"/>
          <p:cNvSpPr>
            <a:spLocks noGrp="1"/>
          </p:cNvSpPr>
          <p:nvPr>
            <p:ph idx="1"/>
          </p:nvPr>
        </p:nvSpPr>
        <p:spPr/>
        <p:txBody>
          <a:bodyPr>
            <a:normAutofit fontScale="57500" lnSpcReduction="10000"/>
          </a:bodyPr>
          <a:lstStyle/>
          <a:p>
            <a:pPr marL="0" indent="0">
              <a:buNone/>
            </a:pPr>
            <a:r>
              <a:rPr lang="en-US" b="1"/>
              <a:t>Modest Software Tools </a:t>
            </a:r>
          </a:p>
          <a:p>
            <a:r>
              <a:rPr lang="en-US"/>
              <a:t>The SaaS application deployment requires a little or no client side software installation which results in the following benefits: </a:t>
            </a:r>
          </a:p>
          <a:p>
            <a:r>
              <a:rPr lang="en-US"/>
              <a:t>No requirement for complex software packages at client side </a:t>
            </a:r>
          </a:p>
          <a:p>
            <a:endParaRPr lang="en-US"/>
          </a:p>
          <a:p>
            <a:pPr marL="0" indent="0">
              <a:buNone/>
            </a:pPr>
            <a:r>
              <a:rPr lang="en-US" b="1"/>
              <a:t>Efficient use of Software Licenses </a:t>
            </a:r>
          </a:p>
          <a:p>
            <a:r>
              <a:rPr lang="en-US"/>
              <a:t>The client can have single license for multiple computers running at different locations which reduces the licensing cost. Also, there is no requirement for license servers because the software runs in the provider's infrastructure.</a:t>
            </a:r>
          </a:p>
          <a:p>
            <a:pPr marL="0" indent="0">
              <a:buNone/>
            </a:pPr>
            <a:r>
              <a:rPr lang="en-US" b="1"/>
              <a:t>Centralized Management &amp; Data </a:t>
            </a:r>
          </a:p>
          <a:p>
            <a:r>
              <a:rPr lang="en-US"/>
              <a:t>The data stored by the cloud provider is centralized. However, the cloud providers may store data in a decentralized manner for sake of redundancy and reliability.</a:t>
            </a:r>
          </a:p>
          <a:p>
            <a:pPr marL="0" indent="0">
              <a:buNone/>
            </a:pPr>
            <a:r>
              <a:rPr lang="en-US" b="1"/>
              <a:t> Platform responsibilities managed by provider </a:t>
            </a:r>
          </a:p>
          <a:p>
            <a:r>
              <a:rPr lang="en-US"/>
              <a:t>All platform responsibilities such as backups, system maintenance, security, hardware refresh, power management, etc., are performed by the cloud provider. The consumer needs not to bother about them.</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76517"/>
            <a:ext cx="8229600" cy="1143000"/>
          </a:xfrm>
        </p:spPr>
        <p:txBody>
          <a:bodyPr/>
          <a:lstStyle/>
          <a:p>
            <a:r>
              <a:rPr lang="en-US"/>
              <a:t>SaaS disadvantages</a:t>
            </a:r>
          </a:p>
        </p:txBody>
      </p:sp>
      <p:sp>
        <p:nvSpPr>
          <p:cNvPr id="3" name="Content Placeholder 2"/>
          <p:cNvSpPr>
            <a:spLocks noGrp="1"/>
          </p:cNvSpPr>
          <p:nvPr>
            <p:ph idx="1"/>
          </p:nvPr>
        </p:nvSpPr>
        <p:spPr>
          <a:xfrm>
            <a:off x="457200" y="834390"/>
            <a:ext cx="8229600" cy="5292090"/>
          </a:xfrm>
        </p:spPr>
        <p:txBody>
          <a:bodyPr>
            <a:noAutofit/>
          </a:bodyPr>
          <a:lstStyle/>
          <a:p>
            <a:pPr marL="0" indent="0">
              <a:buNone/>
            </a:pPr>
            <a:r>
              <a:rPr lang="en-US" sz="1600" b="1"/>
              <a:t>Insufficient Data Security</a:t>
            </a:r>
          </a:p>
          <a:p>
            <a:pPr marL="0" indent="0">
              <a:buNone/>
            </a:pPr>
            <a:r>
              <a:rPr lang="en-US" sz="1600"/>
              <a:t>This is one of the top concerns for companies who are looking to opt for a SaaS-based application model. Issues such as identity and access management need to be addressed before trusting any third party service provide with your company's sensitive data. Particularly in the case of accessibility from a mobile device, strict measures need to be taken before any kind of sensitive data is divulged to the service provider.</a:t>
            </a:r>
          </a:p>
          <a:p>
            <a:pPr marL="0" indent="0">
              <a:buNone/>
            </a:pPr>
            <a:r>
              <a:rPr lang="en-US" sz="1600" b="1"/>
              <a:t>Connectivity requirement – </a:t>
            </a:r>
          </a:p>
          <a:p>
            <a:pPr marL="0" indent="0">
              <a:buNone/>
            </a:pPr>
            <a:r>
              <a:rPr lang="en-US" sz="1600"/>
              <a:t>since the SaaS model is based on web delivery, if your internet service fails, you will lose access to your software or data</a:t>
            </a:r>
          </a:p>
          <a:p>
            <a:pPr marL="0" indent="0">
              <a:buNone/>
            </a:pPr>
            <a:r>
              <a:rPr lang="en-US" sz="1600" b="1"/>
              <a:t>Performance –</a:t>
            </a:r>
          </a:p>
          <a:p>
            <a:pPr marL="0" indent="0">
              <a:buNone/>
            </a:pPr>
            <a:r>
              <a:rPr lang="en-US" sz="1600"/>
              <a:t> SaaS may run at somewhat slower speeds than on-premise client or server applications, so it's worth keeping performance in mind your software isn't hosted on a local machine.</a:t>
            </a:r>
          </a:p>
          <a:p>
            <a:pPr marL="0" indent="0">
              <a:buNone/>
            </a:pPr>
            <a:r>
              <a:rPr lang="en-US" sz="1600" b="1"/>
              <a:t>Difficulty with Regulations Compliance</a:t>
            </a:r>
          </a:p>
          <a:p>
            <a:pPr marL="0" indent="0">
              <a:buNone/>
            </a:pPr>
            <a:r>
              <a:rPr lang="en-US" sz="1600"/>
              <a:t>When your business critical data is stored in the service provider's data center, it is difficult to comply with the government's data protection regulations. Your company will need to learn which rules apply to your business, ask the right questions from your service provider, and address any kind of inconsistencies in the process.</a:t>
            </a:r>
          </a:p>
          <a:p>
            <a:pPr marL="0" indent="0">
              <a:buNone/>
            </a:pPr>
            <a:r>
              <a:rPr lang="en-US" sz="1600" b="1"/>
              <a:t>Troublesome Software Integration</a:t>
            </a:r>
          </a:p>
          <a:p>
            <a:pPr marL="0" indent="0">
              <a:buNone/>
            </a:pPr>
            <a:r>
              <a:rPr lang="en-US" sz="1600"/>
              <a:t>When working with an external SaaS service provider to host multiple apps, there might be an integration problem with the existing in-house software. The in-house APIs and data structures might not integrate properly with the external software. As a result, you should always perform compatibility checks with all SaaS applications for better results.</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671195" y="381000"/>
            <a:ext cx="7800975" cy="6261100"/>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rcRect l="20204" t="9077" r="44535" b="9329"/>
          <a:stretch>
            <a:fillRect/>
          </a:stretch>
        </p:blipFill>
        <p:spPr>
          <a:xfrm>
            <a:off x="206375" y="76200"/>
            <a:ext cx="8719185" cy="6671310"/>
          </a:xfrm>
          <a:prstGeom prst="rect">
            <a:avLst/>
          </a:prstGeom>
          <a:ln>
            <a:solidFill>
              <a:schemeClr val="tx1"/>
            </a:solidFill>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a:t>1. Comparison between Cloud, Grid and Mobile Computing.</a:t>
            </a:r>
          </a:p>
          <a:p>
            <a:r>
              <a:rPr lang="en-US"/>
              <a:t>2. Comparison between deployment models - Private, Public, Hybrid and Community Cloud - pros, cons, example</a:t>
            </a:r>
          </a:p>
          <a:p>
            <a:r>
              <a:rPr lang="en-US"/>
              <a:t>3. Comparison between service models - IaaS, PaaS, SaaS - </a:t>
            </a:r>
            <a:r>
              <a:rPr lang="en-US">
                <a:sym typeface="+mn-ea"/>
              </a:rPr>
              <a:t>pros, cons, example</a:t>
            </a:r>
            <a:endParaRPr lang="en-US"/>
          </a:p>
          <a:p>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4"/>
          <p:cNvSpPr txBox="1"/>
          <p:nvPr/>
        </p:nvSpPr>
        <p:spPr>
          <a:xfrm>
            <a:off x="570865" y="2469515"/>
            <a:ext cx="8048625" cy="368300"/>
          </a:xfrm>
          <a:prstGeom prst="rect">
            <a:avLst/>
          </a:prstGeom>
          <a:noFill/>
        </p:spPr>
        <p:txBody>
          <a:bodyPr wrap="square" rtlCol="0">
            <a:spAutoFit/>
          </a:bodyPr>
          <a:lstStyle/>
          <a:p>
            <a:pPr algn="ctr"/>
            <a:r>
              <a:rPr lang="en-US" b="1"/>
              <a:t>Also do comparison of their Advantages and Disadvantages</a:t>
            </a:r>
            <a:r>
              <a:rPr lang="en-US"/>
              <a:t> </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10000"/>
          </a:bodyPr>
          <a:lstStyle/>
          <a:p>
            <a:r>
              <a:rPr lang="en-US" b="1"/>
              <a:t>Recovery as a service (RaaS), sometimes referred to as disaster recovery as a service (DRaaS),</a:t>
            </a:r>
            <a:r>
              <a:rPr lang="en-US"/>
              <a:t> is a category of cloud computing used for protecting an application or data from a natural or human disaster or service disruption at one location by enabling a full recovery in the cloud. </a:t>
            </a:r>
          </a:p>
          <a:p>
            <a:r>
              <a:rPr lang="en-US"/>
              <a:t>RaaS differs from cloud-based backup services by protecting data and</a:t>
            </a:r>
            <a:r>
              <a:rPr lang="en-US" b="1"/>
              <a:t> providing standby computing capacity</a:t>
            </a:r>
            <a:r>
              <a:rPr lang="en-US"/>
              <a:t> on demand to facilitate more rapid application recovery. </a:t>
            </a:r>
          </a:p>
          <a:p>
            <a:r>
              <a:rPr lang="en-US" b="1"/>
              <a:t>RaaS capacity is delivered in a cloud-computing model so recovery resources are only paid for when they are used,</a:t>
            </a:r>
            <a:r>
              <a:rPr lang="en-US"/>
              <a:t> making it more efficient than a traditional disaster recovery warm site or hot site where the recovery resources must be running at all times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TotalTime>
  <Words>3640</Words>
  <Application>Microsoft Office PowerPoint</Application>
  <PresentationFormat>On-screen Show (4:3)</PresentationFormat>
  <Paragraphs>442</Paragraphs>
  <Slides>73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73</vt:i4>
      </vt:variant>
    </vt:vector>
  </HeadingPairs>
  <TitlesOfParts>
    <vt:vector size="78" baseType="lpstr">
      <vt:lpstr>Malgun Gothic</vt:lpstr>
      <vt:lpstr>Arial</vt:lpstr>
      <vt:lpstr>Calibri</vt:lpstr>
      <vt:lpstr>Cambria</vt:lpstr>
      <vt:lpstr>Office Theme</vt:lpstr>
      <vt:lpstr>PowerPoint Presentation</vt:lpstr>
      <vt:lpstr>Cloud Framework</vt:lpstr>
      <vt:lpstr>What is Data Center ?</vt:lpstr>
      <vt:lpstr>PowerPoint Presentation</vt:lpstr>
      <vt:lpstr>Characteristics of Cloud</vt:lpstr>
      <vt:lpstr>Characteristics of Cloud</vt:lpstr>
      <vt:lpstr>PowerPoint Presentation</vt:lpstr>
      <vt:lpstr>Characteristics of Cloud</vt:lpstr>
      <vt:lpstr>     Contd …</vt:lpstr>
      <vt:lpstr>Need for Cloud</vt:lpstr>
      <vt:lpstr>Need for Cloud</vt:lpstr>
      <vt:lpstr>Need for Cloud</vt:lpstr>
      <vt:lpstr>Need for Cloud</vt:lpstr>
      <vt:lpstr>Need for Cloud</vt:lpstr>
      <vt:lpstr>Need for Cloud</vt:lpstr>
      <vt:lpstr>NIST Architecture</vt:lpstr>
      <vt:lpstr>NIST - 1. Cloud Actors</vt:lpstr>
      <vt:lpstr>Who are the cloud providers ?</vt:lpstr>
      <vt:lpstr>Cloud Consumers</vt:lpstr>
      <vt:lpstr>Cloud Auditing</vt:lpstr>
      <vt:lpstr>NIST :The Combined Conceptual Reference Diagram</vt:lpstr>
      <vt:lpstr>PowerPoint Presentation</vt:lpstr>
      <vt:lpstr>Cloud deployment models</vt:lpstr>
      <vt:lpstr>Cloud deployment models</vt:lpstr>
      <vt:lpstr>Public Cloud </vt:lpstr>
      <vt:lpstr>PowerPoint Presentation</vt:lpstr>
      <vt:lpstr>Public cloud contd..</vt:lpstr>
      <vt:lpstr>Private Cloud - Advantages</vt:lpstr>
      <vt:lpstr>Private cloud contd..</vt:lpstr>
      <vt:lpstr>Private and Public cloud</vt:lpstr>
      <vt:lpstr>Private vs Public Cloud</vt:lpstr>
      <vt:lpstr>Private vs Public Cloud</vt:lpstr>
      <vt:lpstr>Hybrid Cloud</vt:lpstr>
      <vt:lpstr>Hybrid Cloud contd..</vt:lpstr>
      <vt:lpstr>Hybrid Cloud</vt:lpstr>
      <vt:lpstr>Hybrid Cloud</vt:lpstr>
      <vt:lpstr>Community cloud</vt:lpstr>
      <vt:lpstr>PowerPoint Presentation</vt:lpstr>
      <vt:lpstr>PowerPoint Presentation</vt:lpstr>
      <vt:lpstr>SERVICE MODELS</vt:lpstr>
      <vt:lpstr>Cloud Service Models</vt:lpstr>
      <vt:lpstr>PowerPoint Presentation</vt:lpstr>
      <vt:lpstr>PowerPoint Presentation</vt:lpstr>
      <vt:lpstr>PowerPoint Presentation</vt:lpstr>
      <vt:lpstr>Infrastructure-as-a-Service IaaS</vt:lpstr>
      <vt:lpstr>IaaS Examples</vt:lpstr>
      <vt:lpstr>PowerPoint Presentation</vt:lpstr>
      <vt:lpstr>PowerPoint Presentation</vt:lpstr>
      <vt:lpstr>IaaS Benefits</vt:lpstr>
      <vt:lpstr>IaaS Benefits </vt:lpstr>
      <vt:lpstr>IaaS Benefits </vt:lpstr>
      <vt:lpstr>Iaas Issues</vt:lpstr>
      <vt:lpstr>PowerPoint Presentation</vt:lpstr>
      <vt:lpstr>PaaS</vt:lpstr>
      <vt:lpstr>PowerPoint Presentation</vt:lpstr>
      <vt:lpstr>PowerPoint Presentation</vt:lpstr>
      <vt:lpstr>PowerPoint Presentation</vt:lpstr>
      <vt:lpstr>PaaS - Benefits</vt:lpstr>
      <vt:lpstr>PaaS disadvantages</vt:lpstr>
      <vt:lpstr>PowerPoint Presentation</vt:lpstr>
      <vt:lpstr>PowerPoint Presentation</vt:lpstr>
      <vt:lpstr>PowerPoint Presentation</vt:lpstr>
      <vt:lpstr>PowerPoint Presentation</vt:lpstr>
      <vt:lpstr>PowerPoint Presentation</vt:lpstr>
      <vt:lpstr>SaaS</vt:lpstr>
      <vt:lpstr>SaaS benefits contd..</vt:lpstr>
      <vt:lpstr>SaaS benefits contd</vt:lpstr>
      <vt:lpstr>SaaS disadvantages</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Characteristics of Cloud</dc:title>
  <dc:creator>pds</dc:creator>
  <cp:lastModifiedBy>user</cp:lastModifiedBy>
  <cp:revision>120</cp:revision>
  <dcterms:created xsi:type="dcterms:W3CDTF">2018-02-12T08:16:00Z</dcterms:created>
  <dcterms:modified xsi:type="dcterms:W3CDTF">2026-09-11T03:29:08Z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1033-11.2.0.9984</vt:lpwstr>
  </property>
</Properties>
</file>